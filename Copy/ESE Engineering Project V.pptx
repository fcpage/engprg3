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C2A089-58BB-4708-977C-1A8354A7273B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64E7634-5526-4BA6-9AD6-B48CA1E85702}">
      <dgm:prSet/>
      <dgm:spPr/>
      <dgm:t>
        <a:bodyPr/>
        <a:lstStyle/>
        <a:p>
          <a:r>
            <a:rPr lang="en-CA"/>
            <a:t>Posture-recognition software evaluates user.</a:t>
          </a:r>
          <a:endParaRPr lang="en-US"/>
        </a:p>
      </dgm:t>
    </dgm:pt>
    <dgm:pt modelId="{08387F5E-84A0-4163-B523-F3FF95F72F98}" type="parTrans" cxnId="{7BFC2A45-B1E2-4E5D-8954-3B3E8B7B92F1}">
      <dgm:prSet/>
      <dgm:spPr/>
      <dgm:t>
        <a:bodyPr/>
        <a:lstStyle/>
        <a:p>
          <a:endParaRPr lang="en-US"/>
        </a:p>
      </dgm:t>
    </dgm:pt>
    <dgm:pt modelId="{61EF7718-BA7B-4C6A-BCF4-9E76DD6854D3}" type="sibTrans" cxnId="{7BFC2A45-B1E2-4E5D-8954-3B3E8B7B92F1}">
      <dgm:prSet/>
      <dgm:spPr/>
      <dgm:t>
        <a:bodyPr/>
        <a:lstStyle/>
        <a:p>
          <a:endParaRPr lang="en-US"/>
        </a:p>
      </dgm:t>
    </dgm:pt>
    <dgm:pt modelId="{339259BF-F85A-4509-8EAC-F2C019B0E3F5}">
      <dgm:prSet/>
      <dgm:spPr/>
      <dgm:t>
        <a:bodyPr/>
        <a:lstStyle/>
        <a:p>
          <a:r>
            <a:rPr lang="en-CA"/>
            <a:t>Posture encoded as controller commands. </a:t>
          </a:r>
          <a:endParaRPr lang="en-US"/>
        </a:p>
      </dgm:t>
    </dgm:pt>
    <dgm:pt modelId="{1467AF96-C0D8-4C37-A1AD-CEA3447C096F}" type="parTrans" cxnId="{73B2363B-0A8B-4D75-890B-6B1F0B19320E}">
      <dgm:prSet/>
      <dgm:spPr/>
      <dgm:t>
        <a:bodyPr/>
        <a:lstStyle/>
        <a:p>
          <a:endParaRPr lang="en-US"/>
        </a:p>
      </dgm:t>
    </dgm:pt>
    <dgm:pt modelId="{4D68B03A-38CB-47B7-A586-3F0477C4589A}" type="sibTrans" cxnId="{73B2363B-0A8B-4D75-890B-6B1F0B19320E}">
      <dgm:prSet/>
      <dgm:spPr/>
      <dgm:t>
        <a:bodyPr/>
        <a:lstStyle/>
        <a:p>
          <a:endParaRPr lang="en-US"/>
        </a:p>
      </dgm:t>
    </dgm:pt>
    <dgm:pt modelId="{002252C6-2A9C-445F-A0CD-CF57148D5546}">
      <dgm:prSet/>
      <dgm:spPr/>
      <dgm:t>
        <a:bodyPr/>
        <a:lstStyle/>
        <a:p>
          <a:r>
            <a:rPr lang="en-CA"/>
            <a:t>Software communicates wirelessly with controller.</a:t>
          </a:r>
          <a:endParaRPr lang="en-US"/>
        </a:p>
      </dgm:t>
    </dgm:pt>
    <dgm:pt modelId="{863163E4-E08C-4ED3-9D40-6DB236786E23}" type="parTrans" cxnId="{860FFBA2-98E5-4609-9B62-733F03E3F3FC}">
      <dgm:prSet/>
      <dgm:spPr/>
      <dgm:t>
        <a:bodyPr/>
        <a:lstStyle/>
        <a:p>
          <a:endParaRPr lang="en-US"/>
        </a:p>
      </dgm:t>
    </dgm:pt>
    <dgm:pt modelId="{D3A3C471-4476-42D1-B703-FC6C6331FBFB}" type="sibTrans" cxnId="{860FFBA2-98E5-4609-9B62-733F03E3F3FC}">
      <dgm:prSet/>
      <dgm:spPr/>
      <dgm:t>
        <a:bodyPr/>
        <a:lstStyle/>
        <a:p>
          <a:endParaRPr lang="en-US"/>
        </a:p>
      </dgm:t>
    </dgm:pt>
    <dgm:pt modelId="{099E9C58-C513-4F02-9882-C640B4109EDA}">
      <dgm:prSet/>
      <dgm:spPr/>
      <dgm:t>
        <a:bodyPr/>
        <a:lstStyle/>
        <a:p>
          <a:r>
            <a:rPr lang="en-CA"/>
            <a:t>Controller articulates Etch A Sketch.</a:t>
          </a:r>
          <a:endParaRPr lang="en-US"/>
        </a:p>
      </dgm:t>
    </dgm:pt>
    <dgm:pt modelId="{8C5ABB4F-126A-495E-90AD-78AA655DD590}" type="parTrans" cxnId="{3650AF02-5E14-4601-A8D4-F4D580EF86AC}">
      <dgm:prSet/>
      <dgm:spPr/>
      <dgm:t>
        <a:bodyPr/>
        <a:lstStyle/>
        <a:p>
          <a:endParaRPr lang="en-US"/>
        </a:p>
      </dgm:t>
    </dgm:pt>
    <dgm:pt modelId="{00D8FE9D-D595-48F8-8836-EEAE8BCCCEA0}" type="sibTrans" cxnId="{3650AF02-5E14-4601-A8D4-F4D580EF86AC}">
      <dgm:prSet/>
      <dgm:spPr/>
      <dgm:t>
        <a:bodyPr/>
        <a:lstStyle/>
        <a:p>
          <a:endParaRPr lang="en-US"/>
        </a:p>
      </dgm:t>
    </dgm:pt>
    <dgm:pt modelId="{08407AC3-BBEA-4E33-A133-33927FE130F9}">
      <dgm:prSet/>
      <dgm:spPr/>
      <dgm:t>
        <a:bodyPr/>
        <a:lstStyle/>
        <a:p>
          <a:r>
            <a:rPr lang="en-CA"/>
            <a:t>PID-DC and stepper motors.</a:t>
          </a:r>
          <a:endParaRPr lang="en-US"/>
        </a:p>
      </dgm:t>
    </dgm:pt>
    <dgm:pt modelId="{DFE2FFA8-4B12-44FC-93C6-955930E14C35}" type="parTrans" cxnId="{0BBE5EEE-399D-412B-9A68-8C8B8C79183D}">
      <dgm:prSet/>
      <dgm:spPr/>
      <dgm:t>
        <a:bodyPr/>
        <a:lstStyle/>
        <a:p>
          <a:endParaRPr lang="en-US"/>
        </a:p>
      </dgm:t>
    </dgm:pt>
    <dgm:pt modelId="{514205C9-849D-4C0D-9240-0711EDE238D4}" type="sibTrans" cxnId="{0BBE5EEE-399D-412B-9A68-8C8B8C79183D}">
      <dgm:prSet/>
      <dgm:spPr/>
      <dgm:t>
        <a:bodyPr/>
        <a:lstStyle/>
        <a:p>
          <a:endParaRPr lang="en-US"/>
        </a:p>
      </dgm:t>
    </dgm:pt>
    <dgm:pt modelId="{1BCB73D4-5C20-4DB7-B62F-E34B1CDAA31E}" type="pres">
      <dgm:prSet presAssocID="{96C2A089-58BB-4708-977C-1A8354A7273B}" presName="outerComposite" presStyleCnt="0">
        <dgm:presLayoutVars>
          <dgm:chMax val="5"/>
          <dgm:dir/>
          <dgm:resizeHandles val="exact"/>
        </dgm:presLayoutVars>
      </dgm:prSet>
      <dgm:spPr/>
    </dgm:pt>
    <dgm:pt modelId="{B224E195-5DA9-44EA-B1E4-F08FA3CB266A}" type="pres">
      <dgm:prSet presAssocID="{96C2A089-58BB-4708-977C-1A8354A7273B}" presName="dummyMaxCanvas" presStyleCnt="0">
        <dgm:presLayoutVars/>
      </dgm:prSet>
      <dgm:spPr/>
    </dgm:pt>
    <dgm:pt modelId="{42942414-6227-4465-9CBB-2F6ED9DE856B}" type="pres">
      <dgm:prSet presAssocID="{96C2A089-58BB-4708-977C-1A8354A7273B}" presName="FiveNodes_1" presStyleLbl="node1" presStyleIdx="0" presStyleCnt="5">
        <dgm:presLayoutVars>
          <dgm:bulletEnabled val="1"/>
        </dgm:presLayoutVars>
      </dgm:prSet>
      <dgm:spPr/>
    </dgm:pt>
    <dgm:pt modelId="{E776B7A1-FC9A-4A1E-ACE0-3403C49CB631}" type="pres">
      <dgm:prSet presAssocID="{96C2A089-58BB-4708-977C-1A8354A7273B}" presName="FiveNodes_2" presStyleLbl="node1" presStyleIdx="1" presStyleCnt="5">
        <dgm:presLayoutVars>
          <dgm:bulletEnabled val="1"/>
        </dgm:presLayoutVars>
      </dgm:prSet>
      <dgm:spPr/>
    </dgm:pt>
    <dgm:pt modelId="{6211055D-C0C2-4D94-B7E8-9CAC747ED8A4}" type="pres">
      <dgm:prSet presAssocID="{96C2A089-58BB-4708-977C-1A8354A7273B}" presName="FiveNodes_3" presStyleLbl="node1" presStyleIdx="2" presStyleCnt="5">
        <dgm:presLayoutVars>
          <dgm:bulletEnabled val="1"/>
        </dgm:presLayoutVars>
      </dgm:prSet>
      <dgm:spPr/>
    </dgm:pt>
    <dgm:pt modelId="{063B35A8-1993-4E04-A5F5-872A3A22D7C8}" type="pres">
      <dgm:prSet presAssocID="{96C2A089-58BB-4708-977C-1A8354A7273B}" presName="FiveNodes_4" presStyleLbl="node1" presStyleIdx="3" presStyleCnt="5">
        <dgm:presLayoutVars>
          <dgm:bulletEnabled val="1"/>
        </dgm:presLayoutVars>
      </dgm:prSet>
      <dgm:spPr/>
    </dgm:pt>
    <dgm:pt modelId="{D3F1BEAA-56EC-4D88-82D3-485B7069E2C6}" type="pres">
      <dgm:prSet presAssocID="{96C2A089-58BB-4708-977C-1A8354A7273B}" presName="FiveNodes_5" presStyleLbl="node1" presStyleIdx="4" presStyleCnt="5">
        <dgm:presLayoutVars>
          <dgm:bulletEnabled val="1"/>
        </dgm:presLayoutVars>
      </dgm:prSet>
      <dgm:spPr/>
    </dgm:pt>
    <dgm:pt modelId="{93E46EB3-98E1-41D9-908F-C431BD08D4C4}" type="pres">
      <dgm:prSet presAssocID="{96C2A089-58BB-4708-977C-1A8354A7273B}" presName="FiveConn_1-2" presStyleLbl="fgAccFollowNode1" presStyleIdx="0" presStyleCnt="4">
        <dgm:presLayoutVars>
          <dgm:bulletEnabled val="1"/>
        </dgm:presLayoutVars>
      </dgm:prSet>
      <dgm:spPr/>
    </dgm:pt>
    <dgm:pt modelId="{B2C3493F-2E86-4BDF-A2E0-3946BD246AE3}" type="pres">
      <dgm:prSet presAssocID="{96C2A089-58BB-4708-977C-1A8354A7273B}" presName="FiveConn_2-3" presStyleLbl="fgAccFollowNode1" presStyleIdx="1" presStyleCnt="4">
        <dgm:presLayoutVars>
          <dgm:bulletEnabled val="1"/>
        </dgm:presLayoutVars>
      </dgm:prSet>
      <dgm:spPr/>
    </dgm:pt>
    <dgm:pt modelId="{56D06241-FE1D-43E8-9AC5-F76584A3CD14}" type="pres">
      <dgm:prSet presAssocID="{96C2A089-58BB-4708-977C-1A8354A7273B}" presName="FiveConn_3-4" presStyleLbl="fgAccFollowNode1" presStyleIdx="2" presStyleCnt="4">
        <dgm:presLayoutVars>
          <dgm:bulletEnabled val="1"/>
        </dgm:presLayoutVars>
      </dgm:prSet>
      <dgm:spPr/>
    </dgm:pt>
    <dgm:pt modelId="{F85BCB5E-5C8D-4D2A-914E-B050A68D6068}" type="pres">
      <dgm:prSet presAssocID="{96C2A089-58BB-4708-977C-1A8354A7273B}" presName="FiveConn_4-5" presStyleLbl="fgAccFollowNode1" presStyleIdx="3" presStyleCnt="4">
        <dgm:presLayoutVars>
          <dgm:bulletEnabled val="1"/>
        </dgm:presLayoutVars>
      </dgm:prSet>
      <dgm:spPr/>
    </dgm:pt>
    <dgm:pt modelId="{D7F17E3D-2C9F-4D92-9F40-5263C4A907DC}" type="pres">
      <dgm:prSet presAssocID="{96C2A089-58BB-4708-977C-1A8354A7273B}" presName="FiveNodes_1_text" presStyleLbl="node1" presStyleIdx="4" presStyleCnt="5">
        <dgm:presLayoutVars>
          <dgm:bulletEnabled val="1"/>
        </dgm:presLayoutVars>
      </dgm:prSet>
      <dgm:spPr/>
    </dgm:pt>
    <dgm:pt modelId="{9EEAAC4D-AFDD-4AF5-A1F8-6AD6F83B0D71}" type="pres">
      <dgm:prSet presAssocID="{96C2A089-58BB-4708-977C-1A8354A7273B}" presName="FiveNodes_2_text" presStyleLbl="node1" presStyleIdx="4" presStyleCnt="5">
        <dgm:presLayoutVars>
          <dgm:bulletEnabled val="1"/>
        </dgm:presLayoutVars>
      </dgm:prSet>
      <dgm:spPr/>
    </dgm:pt>
    <dgm:pt modelId="{B3AB2C90-23CE-4353-A176-8F3512A76AD3}" type="pres">
      <dgm:prSet presAssocID="{96C2A089-58BB-4708-977C-1A8354A7273B}" presName="FiveNodes_3_text" presStyleLbl="node1" presStyleIdx="4" presStyleCnt="5">
        <dgm:presLayoutVars>
          <dgm:bulletEnabled val="1"/>
        </dgm:presLayoutVars>
      </dgm:prSet>
      <dgm:spPr/>
    </dgm:pt>
    <dgm:pt modelId="{EB938BD1-ED2A-46BD-9A72-176FE7553086}" type="pres">
      <dgm:prSet presAssocID="{96C2A089-58BB-4708-977C-1A8354A7273B}" presName="FiveNodes_4_text" presStyleLbl="node1" presStyleIdx="4" presStyleCnt="5">
        <dgm:presLayoutVars>
          <dgm:bulletEnabled val="1"/>
        </dgm:presLayoutVars>
      </dgm:prSet>
      <dgm:spPr/>
    </dgm:pt>
    <dgm:pt modelId="{D2A08E0C-4325-46E3-93B1-E5F3CF6089AF}" type="pres">
      <dgm:prSet presAssocID="{96C2A089-58BB-4708-977C-1A8354A7273B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3650AF02-5E14-4601-A8D4-F4D580EF86AC}" srcId="{96C2A089-58BB-4708-977C-1A8354A7273B}" destId="{099E9C58-C513-4F02-9882-C640B4109EDA}" srcOrd="3" destOrd="0" parTransId="{8C5ABB4F-126A-495E-90AD-78AA655DD590}" sibTransId="{00D8FE9D-D595-48F8-8836-EEAE8BCCCEA0}"/>
    <dgm:cxn modelId="{5CD21024-27A8-432B-838C-43E7E9724833}" type="presOf" srcId="{A64E7634-5526-4BA6-9AD6-B48CA1E85702}" destId="{42942414-6227-4465-9CBB-2F6ED9DE856B}" srcOrd="0" destOrd="0" presId="urn:microsoft.com/office/officeart/2005/8/layout/vProcess5"/>
    <dgm:cxn modelId="{73B2363B-0A8B-4D75-890B-6B1F0B19320E}" srcId="{96C2A089-58BB-4708-977C-1A8354A7273B}" destId="{339259BF-F85A-4509-8EAC-F2C019B0E3F5}" srcOrd="1" destOrd="0" parTransId="{1467AF96-C0D8-4C37-A1AD-CEA3447C096F}" sibTransId="{4D68B03A-38CB-47B7-A586-3F0477C4589A}"/>
    <dgm:cxn modelId="{0A147760-F6F1-4BDD-92B9-5D35CC2ED890}" type="presOf" srcId="{96C2A089-58BB-4708-977C-1A8354A7273B}" destId="{1BCB73D4-5C20-4DB7-B62F-E34B1CDAA31E}" srcOrd="0" destOrd="0" presId="urn:microsoft.com/office/officeart/2005/8/layout/vProcess5"/>
    <dgm:cxn modelId="{7BFC2A45-B1E2-4E5D-8954-3B3E8B7B92F1}" srcId="{96C2A089-58BB-4708-977C-1A8354A7273B}" destId="{A64E7634-5526-4BA6-9AD6-B48CA1E85702}" srcOrd="0" destOrd="0" parTransId="{08387F5E-84A0-4163-B523-F3FF95F72F98}" sibTransId="{61EF7718-BA7B-4C6A-BCF4-9E76DD6854D3}"/>
    <dgm:cxn modelId="{114F926A-0E6F-4127-B225-BE9FBAA49AE4}" type="presOf" srcId="{00D8FE9D-D595-48F8-8836-EEAE8BCCCEA0}" destId="{F85BCB5E-5C8D-4D2A-914E-B050A68D6068}" srcOrd="0" destOrd="0" presId="urn:microsoft.com/office/officeart/2005/8/layout/vProcess5"/>
    <dgm:cxn modelId="{5917AC4E-FA48-400F-8CD9-786ACD99BA0C}" type="presOf" srcId="{002252C6-2A9C-445F-A0CD-CF57148D5546}" destId="{B3AB2C90-23CE-4353-A176-8F3512A76AD3}" srcOrd="1" destOrd="0" presId="urn:microsoft.com/office/officeart/2005/8/layout/vProcess5"/>
    <dgm:cxn modelId="{CC0C1256-22E3-40EA-9147-E30E25F332FE}" type="presOf" srcId="{339259BF-F85A-4509-8EAC-F2C019B0E3F5}" destId="{9EEAAC4D-AFDD-4AF5-A1F8-6AD6F83B0D71}" srcOrd="1" destOrd="0" presId="urn:microsoft.com/office/officeart/2005/8/layout/vProcess5"/>
    <dgm:cxn modelId="{60BCAA8D-9A55-4E3E-AD6D-32854B80AFF1}" type="presOf" srcId="{099E9C58-C513-4F02-9882-C640B4109EDA}" destId="{EB938BD1-ED2A-46BD-9A72-176FE7553086}" srcOrd="1" destOrd="0" presId="urn:microsoft.com/office/officeart/2005/8/layout/vProcess5"/>
    <dgm:cxn modelId="{860FFBA2-98E5-4609-9B62-733F03E3F3FC}" srcId="{96C2A089-58BB-4708-977C-1A8354A7273B}" destId="{002252C6-2A9C-445F-A0CD-CF57148D5546}" srcOrd="2" destOrd="0" parTransId="{863163E4-E08C-4ED3-9D40-6DB236786E23}" sibTransId="{D3A3C471-4476-42D1-B703-FC6C6331FBFB}"/>
    <dgm:cxn modelId="{102EFCB8-2EBE-4A48-AC62-8A54A4FC9A5C}" type="presOf" srcId="{61EF7718-BA7B-4C6A-BCF4-9E76DD6854D3}" destId="{93E46EB3-98E1-41D9-908F-C431BD08D4C4}" srcOrd="0" destOrd="0" presId="urn:microsoft.com/office/officeart/2005/8/layout/vProcess5"/>
    <dgm:cxn modelId="{F4CF4BBE-67ED-4FBE-937B-59AF8D23744A}" type="presOf" srcId="{A64E7634-5526-4BA6-9AD6-B48CA1E85702}" destId="{D7F17E3D-2C9F-4D92-9F40-5263C4A907DC}" srcOrd="1" destOrd="0" presId="urn:microsoft.com/office/officeart/2005/8/layout/vProcess5"/>
    <dgm:cxn modelId="{0B5E95C0-12E2-436A-87C3-929B4C5559DB}" type="presOf" srcId="{08407AC3-BBEA-4E33-A133-33927FE130F9}" destId="{D2A08E0C-4325-46E3-93B1-E5F3CF6089AF}" srcOrd="1" destOrd="0" presId="urn:microsoft.com/office/officeart/2005/8/layout/vProcess5"/>
    <dgm:cxn modelId="{8C5985D1-27B7-44A6-B5A0-9CF414405410}" type="presOf" srcId="{08407AC3-BBEA-4E33-A133-33927FE130F9}" destId="{D3F1BEAA-56EC-4D88-82D3-485B7069E2C6}" srcOrd="0" destOrd="0" presId="urn:microsoft.com/office/officeart/2005/8/layout/vProcess5"/>
    <dgm:cxn modelId="{995AA9D5-61E0-449F-9C4E-6906E94BFB5C}" type="presOf" srcId="{099E9C58-C513-4F02-9882-C640B4109EDA}" destId="{063B35A8-1993-4E04-A5F5-872A3A22D7C8}" srcOrd="0" destOrd="0" presId="urn:microsoft.com/office/officeart/2005/8/layout/vProcess5"/>
    <dgm:cxn modelId="{BC8376D6-E490-47A5-91DD-F9D8438CD823}" type="presOf" srcId="{339259BF-F85A-4509-8EAC-F2C019B0E3F5}" destId="{E776B7A1-FC9A-4A1E-ACE0-3403C49CB631}" srcOrd="0" destOrd="0" presId="urn:microsoft.com/office/officeart/2005/8/layout/vProcess5"/>
    <dgm:cxn modelId="{A4F1E3D7-5926-4833-B673-778CD3CBC7D4}" type="presOf" srcId="{D3A3C471-4476-42D1-B703-FC6C6331FBFB}" destId="{56D06241-FE1D-43E8-9AC5-F76584A3CD14}" srcOrd="0" destOrd="0" presId="urn:microsoft.com/office/officeart/2005/8/layout/vProcess5"/>
    <dgm:cxn modelId="{0BBE5EEE-399D-412B-9A68-8C8B8C79183D}" srcId="{96C2A089-58BB-4708-977C-1A8354A7273B}" destId="{08407AC3-BBEA-4E33-A133-33927FE130F9}" srcOrd="4" destOrd="0" parTransId="{DFE2FFA8-4B12-44FC-93C6-955930E14C35}" sibTransId="{514205C9-849D-4C0D-9240-0711EDE238D4}"/>
    <dgm:cxn modelId="{2FF3F5F2-85A4-4C45-A504-CE1D45EF7170}" type="presOf" srcId="{4D68B03A-38CB-47B7-A586-3F0477C4589A}" destId="{B2C3493F-2E86-4BDF-A2E0-3946BD246AE3}" srcOrd="0" destOrd="0" presId="urn:microsoft.com/office/officeart/2005/8/layout/vProcess5"/>
    <dgm:cxn modelId="{90C8B5FE-3EB9-40AE-9367-17F1ED163751}" type="presOf" srcId="{002252C6-2A9C-445F-A0CD-CF57148D5546}" destId="{6211055D-C0C2-4D94-B7E8-9CAC747ED8A4}" srcOrd="0" destOrd="0" presId="urn:microsoft.com/office/officeart/2005/8/layout/vProcess5"/>
    <dgm:cxn modelId="{C8CC881F-24D6-482B-A422-5027A299BFC1}" type="presParOf" srcId="{1BCB73D4-5C20-4DB7-B62F-E34B1CDAA31E}" destId="{B224E195-5DA9-44EA-B1E4-F08FA3CB266A}" srcOrd="0" destOrd="0" presId="urn:microsoft.com/office/officeart/2005/8/layout/vProcess5"/>
    <dgm:cxn modelId="{88E68E3F-AAF8-44C4-BF4B-62E581BD4992}" type="presParOf" srcId="{1BCB73D4-5C20-4DB7-B62F-E34B1CDAA31E}" destId="{42942414-6227-4465-9CBB-2F6ED9DE856B}" srcOrd="1" destOrd="0" presId="urn:microsoft.com/office/officeart/2005/8/layout/vProcess5"/>
    <dgm:cxn modelId="{559AAC2F-14DA-483F-B736-CAD6D4D32B43}" type="presParOf" srcId="{1BCB73D4-5C20-4DB7-B62F-E34B1CDAA31E}" destId="{E776B7A1-FC9A-4A1E-ACE0-3403C49CB631}" srcOrd="2" destOrd="0" presId="urn:microsoft.com/office/officeart/2005/8/layout/vProcess5"/>
    <dgm:cxn modelId="{7D9685BB-264E-49C2-8FD1-1429DF2C3D7C}" type="presParOf" srcId="{1BCB73D4-5C20-4DB7-B62F-E34B1CDAA31E}" destId="{6211055D-C0C2-4D94-B7E8-9CAC747ED8A4}" srcOrd="3" destOrd="0" presId="urn:microsoft.com/office/officeart/2005/8/layout/vProcess5"/>
    <dgm:cxn modelId="{0D4623AC-6D83-425A-84DE-6CC3292BC0BB}" type="presParOf" srcId="{1BCB73D4-5C20-4DB7-B62F-E34B1CDAA31E}" destId="{063B35A8-1993-4E04-A5F5-872A3A22D7C8}" srcOrd="4" destOrd="0" presId="urn:microsoft.com/office/officeart/2005/8/layout/vProcess5"/>
    <dgm:cxn modelId="{302293D2-4B51-42E3-8522-FAAFF0358B41}" type="presParOf" srcId="{1BCB73D4-5C20-4DB7-B62F-E34B1CDAA31E}" destId="{D3F1BEAA-56EC-4D88-82D3-485B7069E2C6}" srcOrd="5" destOrd="0" presId="urn:microsoft.com/office/officeart/2005/8/layout/vProcess5"/>
    <dgm:cxn modelId="{768CCDEB-4F94-4294-9DEF-88ADC85707CE}" type="presParOf" srcId="{1BCB73D4-5C20-4DB7-B62F-E34B1CDAA31E}" destId="{93E46EB3-98E1-41D9-908F-C431BD08D4C4}" srcOrd="6" destOrd="0" presId="urn:microsoft.com/office/officeart/2005/8/layout/vProcess5"/>
    <dgm:cxn modelId="{79BE5BBC-0ADC-4BEC-B714-93B36B90ABD6}" type="presParOf" srcId="{1BCB73D4-5C20-4DB7-B62F-E34B1CDAA31E}" destId="{B2C3493F-2E86-4BDF-A2E0-3946BD246AE3}" srcOrd="7" destOrd="0" presId="urn:microsoft.com/office/officeart/2005/8/layout/vProcess5"/>
    <dgm:cxn modelId="{BF836970-1C88-455A-899E-5603D565D2BF}" type="presParOf" srcId="{1BCB73D4-5C20-4DB7-B62F-E34B1CDAA31E}" destId="{56D06241-FE1D-43E8-9AC5-F76584A3CD14}" srcOrd="8" destOrd="0" presId="urn:microsoft.com/office/officeart/2005/8/layout/vProcess5"/>
    <dgm:cxn modelId="{6C62A4F7-39DB-42D5-A901-DF207444DD16}" type="presParOf" srcId="{1BCB73D4-5C20-4DB7-B62F-E34B1CDAA31E}" destId="{F85BCB5E-5C8D-4D2A-914E-B050A68D6068}" srcOrd="9" destOrd="0" presId="urn:microsoft.com/office/officeart/2005/8/layout/vProcess5"/>
    <dgm:cxn modelId="{3E36CBB0-C339-4927-8761-C9E04750F93A}" type="presParOf" srcId="{1BCB73D4-5C20-4DB7-B62F-E34B1CDAA31E}" destId="{D7F17E3D-2C9F-4D92-9F40-5263C4A907DC}" srcOrd="10" destOrd="0" presId="urn:microsoft.com/office/officeart/2005/8/layout/vProcess5"/>
    <dgm:cxn modelId="{39CE537C-BC71-48EC-8768-F3DDEE27F8D3}" type="presParOf" srcId="{1BCB73D4-5C20-4DB7-B62F-E34B1CDAA31E}" destId="{9EEAAC4D-AFDD-4AF5-A1F8-6AD6F83B0D71}" srcOrd="11" destOrd="0" presId="urn:microsoft.com/office/officeart/2005/8/layout/vProcess5"/>
    <dgm:cxn modelId="{3E77B069-7C61-442B-9E58-7CD2FE6C44EF}" type="presParOf" srcId="{1BCB73D4-5C20-4DB7-B62F-E34B1CDAA31E}" destId="{B3AB2C90-23CE-4353-A176-8F3512A76AD3}" srcOrd="12" destOrd="0" presId="urn:microsoft.com/office/officeart/2005/8/layout/vProcess5"/>
    <dgm:cxn modelId="{DEFC29C7-14E4-4C9E-BF86-46CE8A9755A9}" type="presParOf" srcId="{1BCB73D4-5C20-4DB7-B62F-E34B1CDAA31E}" destId="{EB938BD1-ED2A-46BD-9A72-176FE7553086}" srcOrd="13" destOrd="0" presId="urn:microsoft.com/office/officeart/2005/8/layout/vProcess5"/>
    <dgm:cxn modelId="{8ED41376-9303-4256-BC9E-B78379E8ADD0}" type="presParOf" srcId="{1BCB73D4-5C20-4DB7-B62F-E34B1CDAA31E}" destId="{D2A08E0C-4325-46E3-93B1-E5F3CF6089AF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5056F4-F1C4-4420-8B3E-BDE07BAB2DB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A52CB32-B4E5-4AF4-B1AA-AED854940A97}">
      <dgm:prSet/>
      <dgm:spPr/>
      <dgm:t>
        <a:bodyPr/>
        <a:lstStyle/>
        <a:p>
          <a:pPr>
            <a:defRPr cap="all"/>
          </a:pPr>
          <a:r>
            <a:rPr lang="en-CA"/>
            <a:t>Remote multi-pilot medical robots.</a:t>
          </a:r>
          <a:endParaRPr lang="en-US"/>
        </a:p>
      </dgm:t>
    </dgm:pt>
    <dgm:pt modelId="{0A83507D-108A-47CA-A541-F52A1724FA78}" type="parTrans" cxnId="{770D78AF-9A50-4569-9D84-455E616A30AC}">
      <dgm:prSet/>
      <dgm:spPr/>
      <dgm:t>
        <a:bodyPr/>
        <a:lstStyle/>
        <a:p>
          <a:endParaRPr lang="en-US"/>
        </a:p>
      </dgm:t>
    </dgm:pt>
    <dgm:pt modelId="{44463B05-4EB0-4985-8D26-360BFF929AD9}" type="sibTrans" cxnId="{770D78AF-9A50-4569-9D84-455E616A30AC}">
      <dgm:prSet/>
      <dgm:spPr/>
      <dgm:t>
        <a:bodyPr/>
        <a:lstStyle/>
        <a:p>
          <a:endParaRPr lang="en-US"/>
        </a:p>
      </dgm:t>
    </dgm:pt>
    <dgm:pt modelId="{11702F50-ACEC-4906-AD41-BA5964C306B2}">
      <dgm:prSet/>
      <dgm:spPr/>
      <dgm:t>
        <a:bodyPr/>
        <a:lstStyle/>
        <a:p>
          <a:pPr>
            <a:defRPr cap="all"/>
          </a:pPr>
          <a:r>
            <a:rPr lang="en-CA"/>
            <a:t>Exactly-repeated experimental research iterations.</a:t>
          </a:r>
          <a:endParaRPr lang="en-US"/>
        </a:p>
      </dgm:t>
    </dgm:pt>
    <dgm:pt modelId="{F1D5E845-8C83-4EB1-8316-B4F70DEF61E5}" type="parTrans" cxnId="{A561403D-C0D4-475F-9021-8E2612C88D3D}">
      <dgm:prSet/>
      <dgm:spPr/>
      <dgm:t>
        <a:bodyPr/>
        <a:lstStyle/>
        <a:p>
          <a:endParaRPr lang="en-US"/>
        </a:p>
      </dgm:t>
    </dgm:pt>
    <dgm:pt modelId="{EA418C40-3C16-4304-A78F-336784218829}" type="sibTrans" cxnId="{A561403D-C0D4-475F-9021-8E2612C88D3D}">
      <dgm:prSet/>
      <dgm:spPr/>
      <dgm:t>
        <a:bodyPr/>
        <a:lstStyle/>
        <a:p>
          <a:endParaRPr lang="en-US"/>
        </a:p>
      </dgm:t>
    </dgm:pt>
    <dgm:pt modelId="{F160A6CA-7AB7-42A1-8BA9-44849FBE72C0}">
      <dgm:prSet/>
      <dgm:spPr/>
      <dgm:t>
        <a:bodyPr/>
        <a:lstStyle/>
        <a:p>
          <a:pPr>
            <a:defRPr cap="all"/>
          </a:pPr>
          <a:r>
            <a:rPr lang="en-CA"/>
            <a:t>Proxy agent for dangerous work.</a:t>
          </a:r>
          <a:endParaRPr lang="en-US"/>
        </a:p>
      </dgm:t>
    </dgm:pt>
    <dgm:pt modelId="{403F0BD8-B3F7-41E0-B369-EABCDCF083A9}" type="parTrans" cxnId="{8D689024-9ACC-4FC0-897E-7F218DF8FF35}">
      <dgm:prSet/>
      <dgm:spPr/>
      <dgm:t>
        <a:bodyPr/>
        <a:lstStyle/>
        <a:p>
          <a:endParaRPr lang="en-US"/>
        </a:p>
      </dgm:t>
    </dgm:pt>
    <dgm:pt modelId="{D33FAA4F-5856-4D07-B58A-16BAE1B86B05}" type="sibTrans" cxnId="{8D689024-9ACC-4FC0-897E-7F218DF8FF35}">
      <dgm:prSet/>
      <dgm:spPr/>
      <dgm:t>
        <a:bodyPr/>
        <a:lstStyle/>
        <a:p>
          <a:endParaRPr lang="en-US"/>
        </a:p>
      </dgm:t>
    </dgm:pt>
    <dgm:pt modelId="{AC94F8D5-BC08-495D-B8C8-4ED9C10856C1}">
      <dgm:prSet/>
      <dgm:spPr/>
      <dgm:t>
        <a:bodyPr/>
        <a:lstStyle/>
        <a:p>
          <a:pPr>
            <a:defRPr cap="all"/>
          </a:pPr>
          <a:r>
            <a:rPr lang="en-CA"/>
            <a:t>A whimsical home message board.</a:t>
          </a:r>
          <a:endParaRPr lang="en-US"/>
        </a:p>
      </dgm:t>
    </dgm:pt>
    <dgm:pt modelId="{FA704ABA-73B4-4FAC-A805-4DA0E58FB823}" type="parTrans" cxnId="{5D9D4870-7459-413C-A98D-79952ABE3215}">
      <dgm:prSet/>
      <dgm:spPr/>
      <dgm:t>
        <a:bodyPr/>
        <a:lstStyle/>
        <a:p>
          <a:endParaRPr lang="en-US"/>
        </a:p>
      </dgm:t>
    </dgm:pt>
    <dgm:pt modelId="{A3C27995-BB7A-4B51-8C82-C4B4EB9F97EA}" type="sibTrans" cxnId="{5D9D4870-7459-413C-A98D-79952ABE3215}">
      <dgm:prSet/>
      <dgm:spPr/>
      <dgm:t>
        <a:bodyPr/>
        <a:lstStyle/>
        <a:p>
          <a:endParaRPr lang="en-US"/>
        </a:p>
      </dgm:t>
    </dgm:pt>
    <dgm:pt modelId="{1FA32870-0920-4739-9D74-B371037CD5EA}">
      <dgm:prSet/>
      <dgm:spPr/>
      <dgm:t>
        <a:bodyPr/>
        <a:lstStyle/>
        <a:p>
          <a:pPr>
            <a:defRPr cap="all"/>
          </a:pPr>
          <a:r>
            <a:rPr lang="en-CA"/>
            <a:t>User-scaling.</a:t>
          </a:r>
          <a:endParaRPr lang="en-US"/>
        </a:p>
      </dgm:t>
    </dgm:pt>
    <dgm:pt modelId="{789506F8-1C82-43F3-92A7-791202BA62DA}" type="parTrans" cxnId="{DC59461E-DF1D-470A-9DD3-3AD612EA894B}">
      <dgm:prSet/>
      <dgm:spPr/>
      <dgm:t>
        <a:bodyPr/>
        <a:lstStyle/>
        <a:p>
          <a:endParaRPr lang="en-US"/>
        </a:p>
      </dgm:t>
    </dgm:pt>
    <dgm:pt modelId="{AD7E4ED3-5C5D-4C52-9ECD-E5B0F8D8BC44}" type="sibTrans" cxnId="{DC59461E-DF1D-470A-9DD3-3AD612EA894B}">
      <dgm:prSet/>
      <dgm:spPr/>
      <dgm:t>
        <a:bodyPr/>
        <a:lstStyle/>
        <a:p>
          <a:endParaRPr lang="en-US"/>
        </a:p>
      </dgm:t>
    </dgm:pt>
    <dgm:pt modelId="{F116F288-6211-4C41-B9C9-FE4AC158EB20}" type="pres">
      <dgm:prSet presAssocID="{115056F4-F1C4-4420-8B3E-BDE07BAB2DBA}" presName="root" presStyleCnt="0">
        <dgm:presLayoutVars>
          <dgm:dir/>
          <dgm:resizeHandles val="exact"/>
        </dgm:presLayoutVars>
      </dgm:prSet>
      <dgm:spPr/>
    </dgm:pt>
    <dgm:pt modelId="{99687329-39E5-473B-ACA6-96E56FBA72B2}" type="pres">
      <dgm:prSet presAssocID="{1A52CB32-B4E5-4AF4-B1AA-AED854940A97}" presName="compNode" presStyleCnt="0"/>
      <dgm:spPr/>
    </dgm:pt>
    <dgm:pt modelId="{1FF964CB-EB42-4D5B-9866-F291EADC032F}" type="pres">
      <dgm:prSet presAssocID="{1A52CB32-B4E5-4AF4-B1AA-AED854940A97}" presName="iconBgRect" presStyleLbl="bgShp" presStyleIdx="0" presStyleCnt="5"/>
      <dgm:spPr/>
    </dgm:pt>
    <dgm:pt modelId="{CE635B59-A90B-4B20-B538-9AF3E697C31A}" type="pres">
      <dgm:prSet presAssocID="{1A52CB32-B4E5-4AF4-B1AA-AED854940A9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5E741F15-B575-4BA8-9FEC-1822A13A3796}" type="pres">
      <dgm:prSet presAssocID="{1A52CB32-B4E5-4AF4-B1AA-AED854940A97}" presName="spaceRect" presStyleCnt="0"/>
      <dgm:spPr/>
    </dgm:pt>
    <dgm:pt modelId="{B4735E25-A816-4488-9F70-538DD3905CBF}" type="pres">
      <dgm:prSet presAssocID="{1A52CB32-B4E5-4AF4-B1AA-AED854940A97}" presName="textRect" presStyleLbl="revTx" presStyleIdx="0" presStyleCnt="5">
        <dgm:presLayoutVars>
          <dgm:chMax val="1"/>
          <dgm:chPref val="1"/>
        </dgm:presLayoutVars>
      </dgm:prSet>
      <dgm:spPr/>
    </dgm:pt>
    <dgm:pt modelId="{9C558AFD-22EA-4EB1-85CD-EFC18D0DAC6F}" type="pres">
      <dgm:prSet presAssocID="{44463B05-4EB0-4985-8D26-360BFF929AD9}" presName="sibTrans" presStyleCnt="0"/>
      <dgm:spPr/>
    </dgm:pt>
    <dgm:pt modelId="{088DEC87-5AF5-4D5C-A27F-FFF107347B1B}" type="pres">
      <dgm:prSet presAssocID="{11702F50-ACEC-4906-AD41-BA5964C306B2}" presName="compNode" presStyleCnt="0"/>
      <dgm:spPr/>
    </dgm:pt>
    <dgm:pt modelId="{070AED8A-FA45-4A7C-8CEC-B91F69E74AA9}" type="pres">
      <dgm:prSet presAssocID="{11702F50-ACEC-4906-AD41-BA5964C306B2}" presName="iconBgRect" presStyleLbl="bgShp" presStyleIdx="1" presStyleCnt="5"/>
      <dgm:spPr/>
    </dgm:pt>
    <dgm:pt modelId="{798E7B11-F920-4764-8733-FF2DE76F0EBA}" type="pres">
      <dgm:prSet presAssocID="{11702F50-ACEC-4906-AD41-BA5964C306B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 with solid fill"/>
        </a:ext>
      </dgm:extLst>
    </dgm:pt>
    <dgm:pt modelId="{9A587B97-982A-40A1-8DB3-A6FF15923997}" type="pres">
      <dgm:prSet presAssocID="{11702F50-ACEC-4906-AD41-BA5964C306B2}" presName="spaceRect" presStyleCnt="0"/>
      <dgm:spPr/>
    </dgm:pt>
    <dgm:pt modelId="{B6B06920-4FE2-481F-96FA-A6F633DBDCC7}" type="pres">
      <dgm:prSet presAssocID="{11702F50-ACEC-4906-AD41-BA5964C306B2}" presName="textRect" presStyleLbl="revTx" presStyleIdx="1" presStyleCnt="5">
        <dgm:presLayoutVars>
          <dgm:chMax val="1"/>
          <dgm:chPref val="1"/>
        </dgm:presLayoutVars>
      </dgm:prSet>
      <dgm:spPr/>
    </dgm:pt>
    <dgm:pt modelId="{961EF35B-10E6-4048-A468-C1BAD1AEC1BF}" type="pres">
      <dgm:prSet presAssocID="{EA418C40-3C16-4304-A78F-336784218829}" presName="sibTrans" presStyleCnt="0"/>
      <dgm:spPr/>
    </dgm:pt>
    <dgm:pt modelId="{61AEDCE3-70E5-4CAC-AC08-1F3CD5D7B03A}" type="pres">
      <dgm:prSet presAssocID="{F160A6CA-7AB7-42A1-8BA9-44849FBE72C0}" presName="compNode" presStyleCnt="0"/>
      <dgm:spPr/>
    </dgm:pt>
    <dgm:pt modelId="{5456D650-109C-4972-9A17-2833B3A1FA51}" type="pres">
      <dgm:prSet presAssocID="{F160A6CA-7AB7-42A1-8BA9-44849FBE72C0}" presName="iconBgRect" presStyleLbl="bgShp" presStyleIdx="2" presStyleCnt="5"/>
      <dgm:spPr/>
    </dgm:pt>
    <dgm:pt modelId="{2EB648E7-50B4-4BE1-B85A-D00E70D4B0E2}" type="pres">
      <dgm:prSet presAssocID="{F160A6CA-7AB7-42A1-8BA9-44849FBE72C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rector's Chair with solid fill"/>
        </a:ext>
      </dgm:extLst>
    </dgm:pt>
    <dgm:pt modelId="{2F86BA3D-D27C-4525-9523-0EDC6F60E920}" type="pres">
      <dgm:prSet presAssocID="{F160A6CA-7AB7-42A1-8BA9-44849FBE72C0}" presName="spaceRect" presStyleCnt="0"/>
      <dgm:spPr/>
    </dgm:pt>
    <dgm:pt modelId="{15D760B8-90F1-400D-BCBB-5125F1C65FB5}" type="pres">
      <dgm:prSet presAssocID="{F160A6CA-7AB7-42A1-8BA9-44849FBE72C0}" presName="textRect" presStyleLbl="revTx" presStyleIdx="2" presStyleCnt="5">
        <dgm:presLayoutVars>
          <dgm:chMax val="1"/>
          <dgm:chPref val="1"/>
        </dgm:presLayoutVars>
      </dgm:prSet>
      <dgm:spPr/>
    </dgm:pt>
    <dgm:pt modelId="{C6929B57-B08C-421C-8D61-0DF0424D67DC}" type="pres">
      <dgm:prSet presAssocID="{D33FAA4F-5856-4D07-B58A-16BAE1B86B05}" presName="sibTrans" presStyleCnt="0"/>
      <dgm:spPr/>
    </dgm:pt>
    <dgm:pt modelId="{9644DCF8-B32A-4DE7-8028-728C49E61E4F}" type="pres">
      <dgm:prSet presAssocID="{AC94F8D5-BC08-495D-B8C8-4ED9C10856C1}" presName="compNode" presStyleCnt="0"/>
      <dgm:spPr/>
    </dgm:pt>
    <dgm:pt modelId="{2A1C65D0-0B9E-4795-8B33-B0486EE07453}" type="pres">
      <dgm:prSet presAssocID="{AC94F8D5-BC08-495D-B8C8-4ED9C10856C1}" presName="iconBgRect" presStyleLbl="bgShp" presStyleIdx="3" presStyleCnt="5"/>
      <dgm:spPr/>
    </dgm:pt>
    <dgm:pt modelId="{5879D148-2343-43F0-8C8B-5D3D010FCE38}" type="pres">
      <dgm:prSet presAssocID="{AC94F8D5-BC08-495D-B8C8-4ED9C10856C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quotation mark with solid fill"/>
        </a:ext>
      </dgm:extLst>
    </dgm:pt>
    <dgm:pt modelId="{43BED5EF-E240-4208-AE15-F51B1C4FC402}" type="pres">
      <dgm:prSet presAssocID="{AC94F8D5-BC08-495D-B8C8-4ED9C10856C1}" presName="spaceRect" presStyleCnt="0"/>
      <dgm:spPr/>
    </dgm:pt>
    <dgm:pt modelId="{DEC39545-024C-4C5C-A57C-3FE39A1F1D82}" type="pres">
      <dgm:prSet presAssocID="{AC94F8D5-BC08-495D-B8C8-4ED9C10856C1}" presName="textRect" presStyleLbl="revTx" presStyleIdx="3" presStyleCnt="5">
        <dgm:presLayoutVars>
          <dgm:chMax val="1"/>
          <dgm:chPref val="1"/>
        </dgm:presLayoutVars>
      </dgm:prSet>
      <dgm:spPr/>
    </dgm:pt>
    <dgm:pt modelId="{BB1B077C-7B26-4544-A1A2-BE7F995D047E}" type="pres">
      <dgm:prSet presAssocID="{A3C27995-BB7A-4B51-8C82-C4B4EB9F97EA}" presName="sibTrans" presStyleCnt="0"/>
      <dgm:spPr/>
    </dgm:pt>
    <dgm:pt modelId="{8371D020-C653-4B95-B99B-E6339DFDB5C6}" type="pres">
      <dgm:prSet presAssocID="{1FA32870-0920-4739-9D74-B371037CD5EA}" presName="compNode" presStyleCnt="0"/>
      <dgm:spPr/>
    </dgm:pt>
    <dgm:pt modelId="{9104E3B5-0D72-4D07-9F1A-79B2AAF3C430}" type="pres">
      <dgm:prSet presAssocID="{1FA32870-0920-4739-9D74-B371037CD5EA}" presName="iconBgRect" presStyleLbl="bgShp" presStyleIdx="4" presStyleCnt="5"/>
      <dgm:spPr/>
    </dgm:pt>
    <dgm:pt modelId="{74760E70-7811-4C84-A2A8-F1F751CE230A}" type="pres">
      <dgm:prSet presAssocID="{1FA32870-0920-4739-9D74-B371037CD5E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Figure with solid fill"/>
        </a:ext>
      </dgm:extLst>
    </dgm:pt>
    <dgm:pt modelId="{29A139BD-BA51-4A88-8344-D182DC6045E9}" type="pres">
      <dgm:prSet presAssocID="{1FA32870-0920-4739-9D74-B371037CD5EA}" presName="spaceRect" presStyleCnt="0"/>
      <dgm:spPr/>
    </dgm:pt>
    <dgm:pt modelId="{6C0FF239-7840-42F7-9BB2-589EBEAAC94A}" type="pres">
      <dgm:prSet presAssocID="{1FA32870-0920-4739-9D74-B371037CD5E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C59461E-DF1D-470A-9DD3-3AD612EA894B}" srcId="{115056F4-F1C4-4420-8B3E-BDE07BAB2DBA}" destId="{1FA32870-0920-4739-9D74-B371037CD5EA}" srcOrd="4" destOrd="0" parTransId="{789506F8-1C82-43F3-92A7-791202BA62DA}" sibTransId="{AD7E4ED3-5C5D-4C52-9ECD-E5B0F8D8BC44}"/>
    <dgm:cxn modelId="{8D689024-9ACC-4FC0-897E-7F218DF8FF35}" srcId="{115056F4-F1C4-4420-8B3E-BDE07BAB2DBA}" destId="{F160A6CA-7AB7-42A1-8BA9-44849FBE72C0}" srcOrd="2" destOrd="0" parTransId="{403F0BD8-B3F7-41E0-B369-EABCDCF083A9}" sibTransId="{D33FAA4F-5856-4D07-B58A-16BAE1B86B05}"/>
    <dgm:cxn modelId="{A561403D-C0D4-475F-9021-8E2612C88D3D}" srcId="{115056F4-F1C4-4420-8B3E-BDE07BAB2DBA}" destId="{11702F50-ACEC-4906-AD41-BA5964C306B2}" srcOrd="1" destOrd="0" parTransId="{F1D5E845-8C83-4EB1-8316-B4F70DEF61E5}" sibTransId="{EA418C40-3C16-4304-A78F-336784218829}"/>
    <dgm:cxn modelId="{FD71236D-DB73-44F6-B23F-D15D407EA316}" type="presOf" srcId="{1FA32870-0920-4739-9D74-B371037CD5EA}" destId="{6C0FF239-7840-42F7-9BB2-589EBEAAC94A}" srcOrd="0" destOrd="0" presId="urn:microsoft.com/office/officeart/2018/5/layout/IconCircleLabelList"/>
    <dgm:cxn modelId="{5D9D4870-7459-413C-A98D-79952ABE3215}" srcId="{115056F4-F1C4-4420-8B3E-BDE07BAB2DBA}" destId="{AC94F8D5-BC08-495D-B8C8-4ED9C10856C1}" srcOrd="3" destOrd="0" parTransId="{FA704ABA-73B4-4FAC-A805-4DA0E58FB823}" sibTransId="{A3C27995-BB7A-4B51-8C82-C4B4EB9F97EA}"/>
    <dgm:cxn modelId="{D8DC6358-D2CC-4F7E-B581-B694AD99C66F}" type="presOf" srcId="{AC94F8D5-BC08-495D-B8C8-4ED9C10856C1}" destId="{DEC39545-024C-4C5C-A57C-3FE39A1F1D82}" srcOrd="0" destOrd="0" presId="urn:microsoft.com/office/officeart/2018/5/layout/IconCircleLabelList"/>
    <dgm:cxn modelId="{0B9A8C91-C126-435F-BB30-B56E6A40AA4C}" type="presOf" srcId="{F160A6CA-7AB7-42A1-8BA9-44849FBE72C0}" destId="{15D760B8-90F1-400D-BCBB-5125F1C65FB5}" srcOrd="0" destOrd="0" presId="urn:microsoft.com/office/officeart/2018/5/layout/IconCircleLabelList"/>
    <dgm:cxn modelId="{8514E192-B83E-4A97-8779-62255D0DEEA6}" type="presOf" srcId="{11702F50-ACEC-4906-AD41-BA5964C306B2}" destId="{B6B06920-4FE2-481F-96FA-A6F633DBDCC7}" srcOrd="0" destOrd="0" presId="urn:microsoft.com/office/officeart/2018/5/layout/IconCircleLabelList"/>
    <dgm:cxn modelId="{E1D60C97-3723-466D-8D98-ACC53A2D7A3F}" type="presOf" srcId="{1A52CB32-B4E5-4AF4-B1AA-AED854940A97}" destId="{B4735E25-A816-4488-9F70-538DD3905CBF}" srcOrd="0" destOrd="0" presId="urn:microsoft.com/office/officeart/2018/5/layout/IconCircleLabelList"/>
    <dgm:cxn modelId="{B835979D-69C1-4334-A3CC-F10CB6B45B97}" type="presOf" srcId="{115056F4-F1C4-4420-8B3E-BDE07BAB2DBA}" destId="{F116F288-6211-4C41-B9C9-FE4AC158EB20}" srcOrd="0" destOrd="0" presId="urn:microsoft.com/office/officeart/2018/5/layout/IconCircleLabelList"/>
    <dgm:cxn modelId="{770D78AF-9A50-4569-9D84-455E616A30AC}" srcId="{115056F4-F1C4-4420-8B3E-BDE07BAB2DBA}" destId="{1A52CB32-B4E5-4AF4-B1AA-AED854940A97}" srcOrd="0" destOrd="0" parTransId="{0A83507D-108A-47CA-A541-F52A1724FA78}" sibTransId="{44463B05-4EB0-4985-8D26-360BFF929AD9}"/>
    <dgm:cxn modelId="{EE18EF89-EC22-4255-B8E7-367889B7660A}" type="presParOf" srcId="{F116F288-6211-4C41-B9C9-FE4AC158EB20}" destId="{99687329-39E5-473B-ACA6-96E56FBA72B2}" srcOrd="0" destOrd="0" presId="urn:microsoft.com/office/officeart/2018/5/layout/IconCircleLabelList"/>
    <dgm:cxn modelId="{B46B96CA-1530-4B95-95BA-9C72EEDC2DA9}" type="presParOf" srcId="{99687329-39E5-473B-ACA6-96E56FBA72B2}" destId="{1FF964CB-EB42-4D5B-9866-F291EADC032F}" srcOrd="0" destOrd="0" presId="urn:microsoft.com/office/officeart/2018/5/layout/IconCircleLabelList"/>
    <dgm:cxn modelId="{5491AF14-8563-47DA-88BF-EB312BBEF608}" type="presParOf" srcId="{99687329-39E5-473B-ACA6-96E56FBA72B2}" destId="{CE635B59-A90B-4B20-B538-9AF3E697C31A}" srcOrd="1" destOrd="0" presId="urn:microsoft.com/office/officeart/2018/5/layout/IconCircleLabelList"/>
    <dgm:cxn modelId="{EAA801E8-DA2F-4C3D-BFC5-B36D313AD2E8}" type="presParOf" srcId="{99687329-39E5-473B-ACA6-96E56FBA72B2}" destId="{5E741F15-B575-4BA8-9FEC-1822A13A3796}" srcOrd="2" destOrd="0" presId="urn:microsoft.com/office/officeart/2018/5/layout/IconCircleLabelList"/>
    <dgm:cxn modelId="{9A933C7C-2093-4582-B357-C5C9540DF8EE}" type="presParOf" srcId="{99687329-39E5-473B-ACA6-96E56FBA72B2}" destId="{B4735E25-A816-4488-9F70-538DD3905CBF}" srcOrd="3" destOrd="0" presId="urn:microsoft.com/office/officeart/2018/5/layout/IconCircleLabelList"/>
    <dgm:cxn modelId="{77B935B2-CC60-4C62-9A57-5FD7FEF82546}" type="presParOf" srcId="{F116F288-6211-4C41-B9C9-FE4AC158EB20}" destId="{9C558AFD-22EA-4EB1-85CD-EFC18D0DAC6F}" srcOrd="1" destOrd="0" presId="urn:microsoft.com/office/officeart/2018/5/layout/IconCircleLabelList"/>
    <dgm:cxn modelId="{965ED7D3-8EEA-4EF9-AFAD-4BF586E5C1CC}" type="presParOf" srcId="{F116F288-6211-4C41-B9C9-FE4AC158EB20}" destId="{088DEC87-5AF5-4D5C-A27F-FFF107347B1B}" srcOrd="2" destOrd="0" presId="urn:microsoft.com/office/officeart/2018/5/layout/IconCircleLabelList"/>
    <dgm:cxn modelId="{C4BE7761-2F57-4333-A4EA-54EC22F850F0}" type="presParOf" srcId="{088DEC87-5AF5-4D5C-A27F-FFF107347B1B}" destId="{070AED8A-FA45-4A7C-8CEC-B91F69E74AA9}" srcOrd="0" destOrd="0" presId="urn:microsoft.com/office/officeart/2018/5/layout/IconCircleLabelList"/>
    <dgm:cxn modelId="{A5BC91F3-D74F-4C71-AAFC-ACD93F2D46F8}" type="presParOf" srcId="{088DEC87-5AF5-4D5C-A27F-FFF107347B1B}" destId="{798E7B11-F920-4764-8733-FF2DE76F0EBA}" srcOrd="1" destOrd="0" presId="urn:microsoft.com/office/officeart/2018/5/layout/IconCircleLabelList"/>
    <dgm:cxn modelId="{7C7CE494-6914-4D3F-B14C-B4C53EA9DF3B}" type="presParOf" srcId="{088DEC87-5AF5-4D5C-A27F-FFF107347B1B}" destId="{9A587B97-982A-40A1-8DB3-A6FF15923997}" srcOrd="2" destOrd="0" presId="urn:microsoft.com/office/officeart/2018/5/layout/IconCircleLabelList"/>
    <dgm:cxn modelId="{A1CF0892-F6F4-4A01-82CE-DD9355185D4C}" type="presParOf" srcId="{088DEC87-5AF5-4D5C-A27F-FFF107347B1B}" destId="{B6B06920-4FE2-481F-96FA-A6F633DBDCC7}" srcOrd="3" destOrd="0" presId="urn:microsoft.com/office/officeart/2018/5/layout/IconCircleLabelList"/>
    <dgm:cxn modelId="{0280F132-5D25-48BF-964B-A180F9078797}" type="presParOf" srcId="{F116F288-6211-4C41-B9C9-FE4AC158EB20}" destId="{961EF35B-10E6-4048-A468-C1BAD1AEC1BF}" srcOrd="3" destOrd="0" presId="urn:microsoft.com/office/officeart/2018/5/layout/IconCircleLabelList"/>
    <dgm:cxn modelId="{E9868E9A-A2B6-4D7F-91AB-112CD638DF90}" type="presParOf" srcId="{F116F288-6211-4C41-B9C9-FE4AC158EB20}" destId="{61AEDCE3-70E5-4CAC-AC08-1F3CD5D7B03A}" srcOrd="4" destOrd="0" presId="urn:microsoft.com/office/officeart/2018/5/layout/IconCircleLabelList"/>
    <dgm:cxn modelId="{A2C9DCF4-78FD-4E59-BE07-029B8EF5864A}" type="presParOf" srcId="{61AEDCE3-70E5-4CAC-AC08-1F3CD5D7B03A}" destId="{5456D650-109C-4972-9A17-2833B3A1FA51}" srcOrd="0" destOrd="0" presId="urn:microsoft.com/office/officeart/2018/5/layout/IconCircleLabelList"/>
    <dgm:cxn modelId="{7BE384AA-D180-4E7D-92F7-CDA3B9A443BF}" type="presParOf" srcId="{61AEDCE3-70E5-4CAC-AC08-1F3CD5D7B03A}" destId="{2EB648E7-50B4-4BE1-B85A-D00E70D4B0E2}" srcOrd="1" destOrd="0" presId="urn:microsoft.com/office/officeart/2018/5/layout/IconCircleLabelList"/>
    <dgm:cxn modelId="{2AFA8157-6288-412F-B228-B661BD144080}" type="presParOf" srcId="{61AEDCE3-70E5-4CAC-AC08-1F3CD5D7B03A}" destId="{2F86BA3D-D27C-4525-9523-0EDC6F60E920}" srcOrd="2" destOrd="0" presId="urn:microsoft.com/office/officeart/2018/5/layout/IconCircleLabelList"/>
    <dgm:cxn modelId="{24BD3504-7F8E-4C86-9F88-4014C4708C01}" type="presParOf" srcId="{61AEDCE3-70E5-4CAC-AC08-1F3CD5D7B03A}" destId="{15D760B8-90F1-400D-BCBB-5125F1C65FB5}" srcOrd="3" destOrd="0" presId="urn:microsoft.com/office/officeart/2018/5/layout/IconCircleLabelList"/>
    <dgm:cxn modelId="{9DD59083-7897-43C5-BCD4-FE6091B2D70E}" type="presParOf" srcId="{F116F288-6211-4C41-B9C9-FE4AC158EB20}" destId="{C6929B57-B08C-421C-8D61-0DF0424D67DC}" srcOrd="5" destOrd="0" presId="urn:microsoft.com/office/officeart/2018/5/layout/IconCircleLabelList"/>
    <dgm:cxn modelId="{49CB712B-5DC4-4357-B5F9-5084537D57AA}" type="presParOf" srcId="{F116F288-6211-4C41-B9C9-FE4AC158EB20}" destId="{9644DCF8-B32A-4DE7-8028-728C49E61E4F}" srcOrd="6" destOrd="0" presId="urn:microsoft.com/office/officeart/2018/5/layout/IconCircleLabelList"/>
    <dgm:cxn modelId="{7CD46A9F-6DE5-4487-B1B0-7E0C75E92F42}" type="presParOf" srcId="{9644DCF8-B32A-4DE7-8028-728C49E61E4F}" destId="{2A1C65D0-0B9E-4795-8B33-B0486EE07453}" srcOrd="0" destOrd="0" presId="urn:microsoft.com/office/officeart/2018/5/layout/IconCircleLabelList"/>
    <dgm:cxn modelId="{0CBACA3D-7D4F-4859-8A2B-F831F8235B14}" type="presParOf" srcId="{9644DCF8-B32A-4DE7-8028-728C49E61E4F}" destId="{5879D148-2343-43F0-8C8B-5D3D010FCE38}" srcOrd="1" destOrd="0" presId="urn:microsoft.com/office/officeart/2018/5/layout/IconCircleLabelList"/>
    <dgm:cxn modelId="{594659F3-7D79-430B-AA9C-E5EF09BFD2FD}" type="presParOf" srcId="{9644DCF8-B32A-4DE7-8028-728C49E61E4F}" destId="{43BED5EF-E240-4208-AE15-F51B1C4FC402}" srcOrd="2" destOrd="0" presId="urn:microsoft.com/office/officeart/2018/5/layout/IconCircleLabelList"/>
    <dgm:cxn modelId="{1189C1D3-66F5-49B4-9CC6-97C344FFEB8A}" type="presParOf" srcId="{9644DCF8-B32A-4DE7-8028-728C49E61E4F}" destId="{DEC39545-024C-4C5C-A57C-3FE39A1F1D82}" srcOrd="3" destOrd="0" presId="urn:microsoft.com/office/officeart/2018/5/layout/IconCircleLabelList"/>
    <dgm:cxn modelId="{9C1DCDD3-5871-4F9C-8A84-88C2E358BA13}" type="presParOf" srcId="{F116F288-6211-4C41-B9C9-FE4AC158EB20}" destId="{BB1B077C-7B26-4544-A1A2-BE7F995D047E}" srcOrd="7" destOrd="0" presId="urn:microsoft.com/office/officeart/2018/5/layout/IconCircleLabelList"/>
    <dgm:cxn modelId="{424CAE98-9A89-459C-A9EC-1ADDD41AA001}" type="presParOf" srcId="{F116F288-6211-4C41-B9C9-FE4AC158EB20}" destId="{8371D020-C653-4B95-B99B-E6339DFDB5C6}" srcOrd="8" destOrd="0" presId="urn:microsoft.com/office/officeart/2018/5/layout/IconCircleLabelList"/>
    <dgm:cxn modelId="{23BFA1AA-1CBF-45DF-8DD0-613E0542C777}" type="presParOf" srcId="{8371D020-C653-4B95-B99B-E6339DFDB5C6}" destId="{9104E3B5-0D72-4D07-9F1A-79B2AAF3C430}" srcOrd="0" destOrd="0" presId="urn:microsoft.com/office/officeart/2018/5/layout/IconCircleLabelList"/>
    <dgm:cxn modelId="{C9B017E5-5F48-4389-8015-33B81C508A53}" type="presParOf" srcId="{8371D020-C653-4B95-B99B-E6339DFDB5C6}" destId="{74760E70-7811-4C84-A2A8-F1F751CE230A}" srcOrd="1" destOrd="0" presId="urn:microsoft.com/office/officeart/2018/5/layout/IconCircleLabelList"/>
    <dgm:cxn modelId="{FFB7DE90-3A62-4025-861B-F6BA71C28AA8}" type="presParOf" srcId="{8371D020-C653-4B95-B99B-E6339DFDB5C6}" destId="{29A139BD-BA51-4A88-8344-D182DC6045E9}" srcOrd="2" destOrd="0" presId="urn:microsoft.com/office/officeart/2018/5/layout/IconCircleLabelList"/>
    <dgm:cxn modelId="{56EB60B8-F58A-4AF4-A79B-2BC73C779F81}" type="presParOf" srcId="{8371D020-C653-4B95-B99B-E6339DFDB5C6}" destId="{6C0FF239-7840-42F7-9BB2-589EBEAAC94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B5178C3-1B4B-4213-9219-47CE59AA3DC9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69D7E1D-A6EA-42B7-BE62-43E791018471}">
      <dgm:prSet/>
      <dgm:spPr/>
      <dgm:t>
        <a:bodyPr/>
        <a:lstStyle/>
        <a:p>
          <a:r>
            <a:rPr lang="en-CA"/>
            <a:t>Goal 3: Good Health and Wellbeing.</a:t>
          </a:r>
          <a:endParaRPr lang="en-US"/>
        </a:p>
      </dgm:t>
    </dgm:pt>
    <dgm:pt modelId="{7933DFD5-5E64-44A1-A906-33347FF03B2D}" type="parTrans" cxnId="{9B6E355B-D0F3-4E2E-B74B-D6E7569C50DC}">
      <dgm:prSet/>
      <dgm:spPr/>
      <dgm:t>
        <a:bodyPr/>
        <a:lstStyle/>
        <a:p>
          <a:endParaRPr lang="en-US"/>
        </a:p>
      </dgm:t>
    </dgm:pt>
    <dgm:pt modelId="{877DD86D-F383-470F-94DD-6B8876A92274}" type="sibTrans" cxnId="{9B6E355B-D0F3-4E2E-B74B-D6E7569C50DC}">
      <dgm:prSet/>
      <dgm:spPr/>
      <dgm:t>
        <a:bodyPr/>
        <a:lstStyle/>
        <a:p>
          <a:endParaRPr lang="en-US"/>
        </a:p>
      </dgm:t>
    </dgm:pt>
    <dgm:pt modelId="{B6BD538D-FC19-4A26-A623-5161EEC95775}">
      <dgm:prSet/>
      <dgm:spPr/>
      <dgm:t>
        <a:bodyPr/>
        <a:lstStyle/>
        <a:p>
          <a:r>
            <a:rPr lang="en-CA"/>
            <a:t>Goal 4: Quality Education.</a:t>
          </a:r>
          <a:endParaRPr lang="en-US"/>
        </a:p>
      </dgm:t>
    </dgm:pt>
    <dgm:pt modelId="{422DAFF2-AA71-4217-9A5C-F1DC148D0397}" type="parTrans" cxnId="{9396166B-B7AB-4633-B86D-F721DEBDE12C}">
      <dgm:prSet/>
      <dgm:spPr/>
      <dgm:t>
        <a:bodyPr/>
        <a:lstStyle/>
        <a:p>
          <a:endParaRPr lang="en-US"/>
        </a:p>
      </dgm:t>
    </dgm:pt>
    <dgm:pt modelId="{6E5B0079-136B-4220-8559-87C3C4E026F8}" type="sibTrans" cxnId="{9396166B-B7AB-4633-B86D-F721DEBDE12C}">
      <dgm:prSet/>
      <dgm:spPr/>
      <dgm:t>
        <a:bodyPr/>
        <a:lstStyle/>
        <a:p>
          <a:endParaRPr lang="en-US"/>
        </a:p>
      </dgm:t>
    </dgm:pt>
    <dgm:pt modelId="{1ED0FAF3-A3E1-48B8-9076-142DA26E7156}">
      <dgm:prSet/>
      <dgm:spPr/>
      <dgm:t>
        <a:bodyPr/>
        <a:lstStyle/>
        <a:p>
          <a:r>
            <a:rPr lang="en-CA"/>
            <a:t>Goal 9: Industry, Innovation, and Infrastructure.</a:t>
          </a:r>
          <a:endParaRPr lang="en-US"/>
        </a:p>
      </dgm:t>
    </dgm:pt>
    <dgm:pt modelId="{11F6577E-1321-4E76-BBD2-BBFCE2B376DC}" type="parTrans" cxnId="{2951A1C4-ACF0-4901-A4C1-94324DB1051E}">
      <dgm:prSet/>
      <dgm:spPr/>
      <dgm:t>
        <a:bodyPr/>
        <a:lstStyle/>
        <a:p>
          <a:endParaRPr lang="en-US"/>
        </a:p>
      </dgm:t>
    </dgm:pt>
    <dgm:pt modelId="{F6214295-E4B0-4488-A522-5D13C931A130}" type="sibTrans" cxnId="{2951A1C4-ACF0-4901-A4C1-94324DB1051E}">
      <dgm:prSet/>
      <dgm:spPr/>
      <dgm:t>
        <a:bodyPr/>
        <a:lstStyle/>
        <a:p>
          <a:endParaRPr lang="en-US"/>
        </a:p>
      </dgm:t>
    </dgm:pt>
    <dgm:pt modelId="{9B996176-173D-4261-85B5-1C56D343B577}">
      <dgm:prSet/>
      <dgm:spPr/>
      <dgm:t>
        <a:bodyPr/>
        <a:lstStyle/>
        <a:p>
          <a:r>
            <a:rPr lang="en-CA"/>
            <a:t>Goal 10: Reduced Inequalities.</a:t>
          </a:r>
          <a:endParaRPr lang="en-US"/>
        </a:p>
      </dgm:t>
    </dgm:pt>
    <dgm:pt modelId="{A32CE319-83F6-426A-8313-4BEC561D92B2}" type="parTrans" cxnId="{5CD1F9B1-1E7B-4DDA-8411-01F111BF6D64}">
      <dgm:prSet/>
      <dgm:spPr/>
      <dgm:t>
        <a:bodyPr/>
        <a:lstStyle/>
        <a:p>
          <a:endParaRPr lang="en-US"/>
        </a:p>
      </dgm:t>
    </dgm:pt>
    <dgm:pt modelId="{E47AB5EB-6082-47AE-8744-41A742BC4768}" type="sibTrans" cxnId="{5CD1F9B1-1E7B-4DDA-8411-01F111BF6D64}">
      <dgm:prSet/>
      <dgm:spPr/>
      <dgm:t>
        <a:bodyPr/>
        <a:lstStyle/>
        <a:p>
          <a:endParaRPr lang="en-US"/>
        </a:p>
      </dgm:t>
    </dgm:pt>
    <dgm:pt modelId="{6AB77C2B-0176-433C-B5BC-F83736EE6693}">
      <dgm:prSet/>
      <dgm:spPr/>
      <dgm:t>
        <a:bodyPr/>
        <a:lstStyle/>
        <a:p>
          <a:r>
            <a:rPr lang="en-CA"/>
            <a:t>Goal 17: Partnerships for the Goals.</a:t>
          </a:r>
          <a:endParaRPr lang="en-US"/>
        </a:p>
      </dgm:t>
    </dgm:pt>
    <dgm:pt modelId="{D8B4469A-0D97-4A94-A5F2-72E750401C20}" type="parTrans" cxnId="{84EADF24-B3E9-408D-90ED-A0BEC5E9F8FE}">
      <dgm:prSet/>
      <dgm:spPr/>
      <dgm:t>
        <a:bodyPr/>
        <a:lstStyle/>
        <a:p>
          <a:endParaRPr lang="en-US"/>
        </a:p>
      </dgm:t>
    </dgm:pt>
    <dgm:pt modelId="{8737C6B8-BC63-4F64-B179-424D3D829FA2}" type="sibTrans" cxnId="{84EADF24-B3E9-408D-90ED-A0BEC5E9F8FE}">
      <dgm:prSet/>
      <dgm:spPr/>
      <dgm:t>
        <a:bodyPr/>
        <a:lstStyle/>
        <a:p>
          <a:endParaRPr lang="en-US"/>
        </a:p>
      </dgm:t>
    </dgm:pt>
    <dgm:pt modelId="{31FF23E4-3084-4FA6-8BB1-BFA6232E3E62}" type="pres">
      <dgm:prSet presAssocID="{0B5178C3-1B4B-4213-9219-47CE59AA3DC9}" presName="diagram" presStyleCnt="0">
        <dgm:presLayoutVars>
          <dgm:dir/>
          <dgm:resizeHandles val="exact"/>
        </dgm:presLayoutVars>
      </dgm:prSet>
      <dgm:spPr/>
    </dgm:pt>
    <dgm:pt modelId="{D0296E65-D9C0-4B16-9C4E-CD8C4A3DF59B}" type="pres">
      <dgm:prSet presAssocID="{469D7E1D-A6EA-42B7-BE62-43E791018471}" presName="node" presStyleLbl="node1" presStyleIdx="0" presStyleCnt="5">
        <dgm:presLayoutVars>
          <dgm:bulletEnabled val="1"/>
        </dgm:presLayoutVars>
      </dgm:prSet>
      <dgm:spPr/>
    </dgm:pt>
    <dgm:pt modelId="{3957CD02-2EEB-46B8-91AD-8E8D7BB4EAD4}" type="pres">
      <dgm:prSet presAssocID="{877DD86D-F383-470F-94DD-6B8876A92274}" presName="sibTrans" presStyleCnt="0"/>
      <dgm:spPr/>
    </dgm:pt>
    <dgm:pt modelId="{EF724DE9-7D96-48F9-A534-18F3AC46B1D2}" type="pres">
      <dgm:prSet presAssocID="{B6BD538D-FC19-4A26-A623-5161EEC95775}" presName="node" presStyleLbl="node1" presStyleIdx="1" presStyleCnt="5">
        <dgm:presLayoutVars>
          <dgm:bulletEnabled val="1"/>
        </dgm:presLayoutVars>
      </dgm:prSet>
      <dgm:spPr/>
    </dgm:pt>
    <dgm:pt modelId="{648B2B38-5D8D-4D33-A9D7-FD94994719CA}" type="pres">
      <dgm:prSet presAssocID="{6E5B0079-136B-4220-8559-87C3C4E026F8}" presName="sibTrans" presStyleCnt="0"/>
      <dgm:spPr/>
    </dgm:pt>
    <dgm:pt modelId="{9894BE2D-056F-4822-91A1-73BD0E54BA9C}" type="pres">
      <dgm:prSet presAssocID="{1ED0FAF3-A3E1-48B8-9076-142DA26E7156}" presName="node" presStyleLbl="node1" presStyleIdx="2" presStyleCnt="5">
        <dgm:presLayoutVars>
          <dgm:bulletEnabled val="1"/>
        </dgm:presLayoutVars>
      </dgm:prSet>
      <dgm:spPr/>
    </dgm:pt>
    <dgm:pt modelId="{44CC0272-174E-4F0E-A84A-83DFC758351A}" type="pres">
      <dgm:prSet presAssocID="{F6214295-E4B0-4488-A522-5D13C931A130}" presName="sibTrans" presStyleCnt="0"/>
      <dgm:spPr/>
    </dgm:pt>
    <dgm:pt modelId="{00EC1F86-8205-4AB6-B198-38E5D77A7771}" type="pres">
      <dgm:prSet presAssocID="{9B996176-173D-4261-85B5-1C56D343B577}" presName="node" presStyleLbl="node1" presStyleIdx="3" presStyleCnt="5">
        <dgm:presLayoutVars>
          <dgm:bulletEnabled val="1"/>
        </dgm:presLayoutVars>
      </dgm:prSet>
      <dgm:spPr/>
    </dgm:pt>
    <dgm:pt modelId="{A24F242B-AE6F-4C36-B23D-A05CCF34AE86}" type="pres">
      <dgm:prSet presAssocID="{E47AB5EB-6082-47AE-8744-41A742BC4768}" presName="sibTrans" presStyleCnt="0"/>
      <dgm:spPr/>
    </dgm:pt>
    <dgm:pt modelId="{6D244760-04CB-4CFE-A7B7-8368529A9B04}" type="pres">
      <dgm:prSet presAssocID="{6AB77C2B-0176-433C-B5BC-F83736EE6693}" presName="node" presStyleLbl="node1" presStyleIdx="4" presStyleCnt="5">
        <dgm:presLayoutVars>
          <dgm:bulletEnabled val="1"/>
        </dgm:presLayoutVars>
      </dgm:prSet>
      <dgm:spPr/>
    </dgm:pt>
  </dgm:ptLst>
  <dgm:cxnLst>
    <dgm:cxn modelId="{324ECB12-9002-4B70-A960-FA4D2F407F57}" type="presOf" srcId="{469D7E1D-A6EA-42B7-BE62-43E791018471}" destId="{D0296E65-D9C0-4B16-9C4E-CD8C4A3DF59B}" srcOrd="0" destOrd="0" presId="urn:microsoft.com/office/officeart/2005/8/layout/default"/>
    <dgm:cxn modelId="{84EADF24-B3E9-408D-90ED-A0BEC5E9F8FE}" srcId="{0B5178C3-1B4B-4213-9219-47CE59AA3DC9}" destId="{6AB77C2B-0176-433C-B5BC-F83736EE6693}" srcOrd="4" destOrd="0" parTransId="{D8B4469A-0D97-4A94-A5F2-72E750401C20}" sibTransId="{8737C6B8-BC63-4F64-B179-424D3D829FA2}"/>
    <dgm:cxn modelId="{00099639-484C-46D6-9EE9-6FC4BF61E8B8}" type="presOf" srcId="{B6BD538D-FC19-4A26-A623-5161EEC95775}" destId="{EF724DE9-7D96-48F9-A534-18F3AC46B1D2}" srcOrd="0" destOrd="0" presId="urn:microsoft.com/office/officeart/2005/8/layout/default"/>
    <dgm:cxn modelId="{66ED553B-72DE-4357-B240-6CCE48CF69B6}" type="presOf" srcId="{6AB77C2B-0176-433C-B5BC-F83736EE6693}" destId="{6D244760-04CB-4CFE-A7B7-8368529A9B04}" srcOrd="0" destOrd="0" presId="urn:microsoft.com/office/officeart/2005/8/layout/default"/>
    <dgm:cxn modelId="{9B6E355B-D0F3-4E2E-B74B-D6E7569C50DC}" srcId="{0B5178C3-1B4B-4213-9219-47CE59AA3DC9}" destId="{469D7E1D-A6EA-42B7-BE62-43E791018471}" srcOrd="0" destOrd="0" parTransId="{7933DFD5-5E64-44A1-A906-33347FF03B2D}" sibTransId="{877DD86D-F383-470F-94DD-6B8876A92274}"/>
    <dgm:cxn modelId="{B7110366-DA03-4B16-9D30-9CB519D67BD0}" type="presOf" srcId="{9B996176-173D-4261-85B5-1C56D343B577}" destId="{00EC1F86-8205-4AB6-B198-38E5D77A7771}" srcOrd="0" destOrd="0" presId="urn:microsoft.com/office/officeart/2005/8/layout/default"/>
    <dgm:cxn modelId="{9396166B-B7AB-4633-B86D-F721DEBDE12C}" srcId="{0B5178C3-1B4B-4213-9219-47CE59AA3DC9}" destId="{B6BD538D-FC19-4A26-A623-5161EEC95775}" srcOrd="1" destOrd="0" parTransId="{422DAFF2-AA71-4217-9A5C-F1DC148D0397}" sibTransId="{6E5B0079-136B-4220-8559-87C3C4E026F8}"/>
    <dgm:cxn modelId="{5CD1F9B1-1E7B-4DDA-8411-01F111BF6D64}" srcId="{0B5178C3-1B4B-4213-9219-47CE59AA3DC9}" destId="{9B996176-173D-4261-85B5-1C56D343B577}" srcOrd="3" destOrd="0" parTransId="{A32CE319-83F6-426A-8313-4BEC561D92B2}" sibTransId="{E47AB5EB-6082-47AE-8744-41A742BC4768}"/>
    <dgm:cxn modelId="{8FDECDBC-2BF6-4A03-AE82-059A3C27A5D6}" type="presOf" srcId="{0B5178C3-1B4B-4213-9219-47CE59AA3DC9}" destId="{31FF23E4-3084-4FA6-8BB1-BFA6232E3E62}" srcOrd="0" destOrd="0" presId="urn:microsoft.com/office/officeart/2005/8/layout/default"/>
    <dgm:cxn modelId="{2951A1C4-ACF0-4901-A4C1-94324DB1051E}" srcId="{0B5178C3-1B4B-4213-9219-47CE59AA3DC9}" destId="{1ED0FAF3-A3E1-48B8-9076-142DA26E7156}" srcOrd="2" destOrd="0" parTransId="{11F6577E-1321-4E76-BBD2-BBFCE2B376DC}" sibTransId="{F6214295-E4B0-4488-A522-5D13C931A130}"/>
    <dgm:cxn modelId="{F6744CD3-7C68-4034-8C53-847118623E08}" type="presOf" srcId="{1ED0FAF3-A3E1-48B8-9076-142DA26E7156}" destId="{9894BE2D-056F-4822-91A1-73BD0E54BA9C}" srcOrd="0" destOrd="0" presId="urn:microsoft.com/office/officeart/2005/8/layout/default"/>
    <dgm:cxn modelId="{D89860BD-3AE9-4767-A112-BB04F69AADC5}" type="presParOf" srcId="{31FF23E4-3084-4FA6-8BB1-BFA6232E3E62}" destId="{D0296E65-D9C0-4B16-9C4E-CD8C4A3DF59B}" srcOrd="0" destOrd="0" presId="urn:microsoft.com/office/officeart/2005/8/layout/default"/>
    <dgm:cxn modelId="{CFD5AD00-B53D-486B-81A0-9E699577A974}" type="presParOf" srcId="{31FF23E4-3084-4FA6-8BB1-BFA6232E3E62}" destId="{3957CD02-2EEB-46B8-91AD-8E8D7BB4EAD4}" srcOrd="1" destOrd="0" presId="urn:microsoft.com/office/officeart/2005/8/layout/default"/>
    <dgm:cxn modelId="{0987C6C1-45EE-40AE-8ED4-4C204627419C}" type="presParOf" srcId="{31FF23E4-3084-4FA6-8BB1-BFA6232E3E62}" destId="{EF724DE9-7D96-48F9-A534-18F3AC46B1D2}" srcOrd="2" destOrd="0" presId="urn:microsoft.com/office/officeart/2005/8/layout/default"/>
    <dgm:cxn modelId="{00D7DFF2-22AD-40CC-9787-0C0E603F8C7A}" type="presParOf" srcId="{31FF23E4-3084-4FA6-8BB1-BFA6232E3E62}" destId="{648B2B38-5D8D-4D33-A9D7-FD94994719CA}" srcOrd="3" destOrd="0" presId="urn:microsoft.com/office/officeart/2005/8/layout/default"/>
    <dgm:cxn modelId="{5E1B98A1-C3D9-41F2-9C74-043B58A0B683}" type="presParOf" srcId="{31FF23E4-3084-4FA6-8BB1-BFA6232E3E62}" destId="{9894BE2D-056F-4822-91A1-73BD0E54BA9C}" srcOrd="4" destOrd="0" presId="urn:microsoft.com/office/officeart/2005/8/layout/default"/>
    <dgm:cxn modelId="{B700CA87-1293-404D-8617-8DCAA031982E}" type="presParOf" srcId="{31FF23E4-3084-4FA6-8BB1-BFA6232E3E62}" destId="{44CC0272-174E-4F0E-A84A-83DFC758351A}" srcOrd="5" destOrd="0" presId="urn:microsoft.com/office/officeart/2005/8/layout/default"/>
    <dgm:cxn modelId="{848D528E-AB75-4BAF-A650-E7B70A3447E8}" type="presParOf" srcId="{31FF23E4-3084-4FA6-8BB1-BFA6232E3E62}" destId="{00EC1F86-8205-4AB6-B198-38E5D77A7771}" srcOrd="6" destOrd="0" presId="urn:microsoft.com/office/officeart/2005/8/layout/default"/>
    <dgm:cxn modelId="{BD81EF72-5107-415D-A2EF-302BF647AEE4}" type="presParOf" srcId="{31FF23E4-3084-4FA6-8BB1-BFA6232E3E62}" destId="{A24F242B-AE6F-4C36-B23D-A05CCF34AE86}" srcOrd="7" destOrd="0" presId="urn:microsoft.com/office/officeart/2005/8/layout/default"/>
    <dgm:cxn modelId="{771DFBBF-E469-41DE-B4F9-22A2A1A1C17D}" type="presParOf" srcId="{31FF23E4-3084-4FA6-8BB1-BFA6232E3E62}" destId="{6D244760-04CB-4CFE-A7B7-8368529A9B04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C542C50-E912-407F-9941-377EE8B5CCC9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40E0571-4D77-400A-8ACA-47FBE1894F9C}">
      <dgm:prSet/>
      <dgm:spPr/>
      <dgm:t>
        <a:bodyPr/>
        <a:lstStyle/>
        <a:p>
          <a:r>
            <a:rPr lang="en-CA"/>
            <a:t>RPi 5 and STM32F303RE</a:t>
          </a:r>
          <a:endParaRPr lang="en-US"/>
        </a:p>
      </dgm:t>
    </dgm:pt>
    <dgm:pt modelId="{FED0638C-563A-496B-A77F-67ED72BF9A10}" type="parTrans" cxnId="{85F3C4C2-19D2-4016-B008-73AA8701ECB6}">
      <dgm:prSet/>
      <dgm:spPr/>
      <dgm:t>
        <a:bodyPr/>
        <a:lstStyle/>
        <a:p>
          <a:endParaRPr lang="en-US"/>
        </a:p>
      </dgm:t>
    </dgm:pt>
    <dgm:pt modelId="{0D11F5EF-BA77-4C30-8D4E-7649937B2E96}" type="sibTrans" cxnId="{85F3C4C2-19D2-4016-B008-73AA8701ECB6}">
      <dgm:prSet/>
      <dgm:spPr/>
      <dgm:t>
        <a:bodyPr/>
        <a:lstStyle/>
        <a:p>
          <a:endParaRPr lang="en-US"/>
        </a:p>
      </dgm:t>
    </dgm:pt>
    <dgm:pt modelId="{F95E67D1-8D59-402E-84BE-E118679AB5B3}">
      <dgm:prSet/>
      <dgm:spPr/>
      <dgm:t>
        <a:bodyPr/>
        <a:lstStyle/>
        <a:p>
          <a:r>
            <a:rPr lang="en-CA"/>
            <a:t>Webcam, NRF24L01+, SSD1306, TL082, TL084</a:t>
          </a:r>
          <a:endParaRPr lang="en-US"/>
        </a:p>
      </dgm:t>
    </dgm:pt>
    <dgm:pt modelId="{4B28227D-1455-4D69-B588-447F6117FF24}" type="parTrans" cxnId="{4CFE2528-2E22-488C-97EE-C2E2A8E00E92}">
      <dgm:prSet/>
      <dgm:spPr/>
      <dgm:t>
        <a:bodyPr/>
        <a:lstStyle/>
        <a:p>
          <a:endParaRPr lang="en-US"/>
        </a:p>
      </dgm:t>
    </dgm:pt>
    <dgm:pt modelId="{2CF78489-AC65-4E22-8A85-795DA8AD9154}" type="sibTrans" cxnId="{4CFE2528-2E22-488C-97EE-C2E2A8E00E92}">
      <dgm:prSet/>
      <dgm:spPr/>
      <dgm:t>
        <a:bodyPr/>
        <a:lstStyle/>
        <a:p>
          <a:endParaRPr lang="en-US"/>
        </a:p>
      </dgm:t>
    </dgm:pt>
    <dgm:pt modelId="{31FF4F47-09AF-4602-8702-80AA6A5A2432}">
      <dgm:prSet/>
      <dgm:spPr/>
      <dgm:t>
        <a:bodyPr/>
        <a:lstStyle/>
        <a:p>
          <a:r>
            <a:rPr lang="en-CA"/>
            <a:t>L293D and A4899</a:t>
          </a:r>
          <a:endParaRPr lang="en-US"/>
        </a:p>
      </dgm:t>
    </dgm:pt>
    <dgm:pt modelId="{4F037623-1CD4-41AB-B176-739D0D7BFC64}" type="parTrans" cxnId="{CB6762C0-2671-4DA6-80F9-E08C5F6202B6}">
      <dgm:prSet/>
      <dgm:spPr/>
      <dgm:t>
        <a:bodyPr/>
        <a:lstStyle/>
        <a:p>
          <a:endParaRPr lang="en-US"/>
        </a:p>
      </dgm:t>
    </dgm:pt>
    <dgm:pt modelId="{BAE55708-0AB0-431E-9183-604EF17236F0}" type="sibTrans" cxnId="{CB6762C0-2671-4DA6-80F9-E08C5F6202B6}">
      <dgm:prSet/>
      <dgm:spPr/>
      <dgm:t>
        <a:bodyPr/>
        <a:lstStyle/>
        <a:p>
          <a:endParaRPr lang="en-US"/>
        </a:p>
      </dgm:t>
    </dgm:pt>
    <dgm:pt modelId="{294777E3-C457-4259-BB6D-A5BA01971200}">
      <dgm:prSet/>
      <dgm:spPr/>
      <dgm:t>
        <a:bodyPr/>
        <a:lstStyle/>
        <a:p>
          <a:r>
            <a:rPr lang="en-CA"/>
            <a:t>FIT0185 and 17HS4401S</a:t>
          </a:r>
          <a:endParaRPr lang="en-US"/>
        </a:p>
      </dgm:t>
    </dgm:pt>
    <dgm:pt modelId="{37B59439-6AFC-42A4-9550-050974E3590B}" type="parTrans" cxnId="{643A3603-1CBB-418E-99FC-C094D2027121}">
      <dgm:prSet/>
      <dgm:spPr/>
      <dgm:t>
        <a:bodyPr/>
        <a:lstStyle/>
        <a:p>
          <a:endParaRPr lang="en-US"/>
        </a:p>
      </dgm:t>
    </dgm:pt>
    <dgm:pt modelId="{12053161-E873-4430-BBF0-925AEE3B15FD}" type="sibTrans" cxnId="{643A3603-1CBB-418E-99FC-C094D2027121}">
      <dgm:prSet/>
      <dgm:spPr/>
      <dgm:t>
        <a:bodyPr/>
        <a:lstStyle/>
        <a:p>
          <a:endParaRPr lang="en-US"/>
        </a:p>
      </dgm:t>
    </dgm:pt>
    <dgm:pt modelId="{9BAB7820-BEC8-4834-AAEF-D30C17CF07E7}">
      <dgm:prSet/>
      <dgm:spPr/>
      <dgm:t>
        <a:bodyPr/>
        <a:lstStyle/>
        <a:p>
          <a:r>
            <a:rPr lang="en-CA"/>
            <a:t>Etch A Sketch – Large, Red</a:t>
          </a:r>
          <a:endParaRPr lang="en-US"/>
        </a:p>
      </dgm:t>
    </dgm:pt>
    <dgm:pt modelId="{FE80181E-E1D4-47F4-A806-BE967A132F66}" type="parTrans" cxnId="{B9408EF9-5F13-45C7-9651-601088D02C5F}">
      <dgm:prSet/>
      <dgm:spPr/>
      <dgm:t>
        <a:bodyPr/>
        <a:lstStyle/>
        <a:p>
          <a:endParaRPr lang="en-US"/>
        </a:p>
      </dgm:t>
    </dgm:pt>
    <dgm:pt modelId="{1A47AEBA-F8EE-4E56-8042-AF3C63A243A1}" type="sibTrans" cxnId="{B9408EF9-5F13-45C7-9651-601088D02C5F}">
      <dgm:prSet/>
      <dgm:spPr/>
      <dgm:t>
        <a:bodyPr/>
        <a:lstStyle/>
        <a:p>
          <a:endParaRPr lang="en-US"/>
        </a:p>
      </dgm:t>
    </dgm:pt>
    <dgm:pt modelId="{A9503350-9BEF-4941-AE66-3F8EB315143A}" type="pres">
      <dgm:prSet presAssocID="{DC542C50-E912-407F-9941-377EE8B5CCC9}" presName="diagram" presStyleCnt="0">
        <dgm:presLayoutVars>
          <dgm:dir/>
          <dgm:resizeHandles val="exact"/>
        </dgm:presLayoutVars>
      </dgm:prSet>
      <dgm:spPr/>
    </dgm:pt>
    <dgm:pt modelId="{31E9D20C-C6D4-4199-808D-73331B376F78}" type="pres">
      <dgm:prSet presAssocID="{340E0571-4D77-400A-8ACA-47FBE1894F9C}" presName="node" presStyleLbl="node1" presStyleIdx="0" presStyleCnt="5">
        <dgm:presLayoutVars>
          <dgm:bulletEnabled val="1"/>
        </dgm:presLayoutVars>
      </dgm:prSet>
      <dgm:spPr/>
    </dgm:pt>
    <dgm:pt modelId="{D8A9C2DF-F8E7-47A0-B1FB-A3F3FDE49115}" type="pres">
      <dgm:prSet presAssocID="{0D11F5EF-BA77-4C30-8D4E-7649937B2E96}" presName="sibTrans" presStyleCnt="0"/>
      <dgm:spPr/>
    </dgm:pt>
    <dgm:pt modelId="{2F0B2F38-EBDE-4D9E-B3B1-34E9867EE430}" type="pres">
      <dgm:prSet presAssocID="{F95E67D1-8D59-402E-84BE-E118679AB5B3}" presName="node" presStyleLbl="node1" presStyleIdx="1" presStyleCnt="5">
        <dgm:presLayoutVars>
          <dgm:bulletEnabled val="1"/>
        </dgm:presLayoutVars>
      </dgm:prSet>
      <dgm:spPr/>
    </dgm:pt>
    <dgm:pt modelId="{2432AA09-234C-43AA-B0A1-2AE4AFA96967}" type="pres">
      <dgm:prSet presAssocID="{2CF78489-AC65-4E22-8A85-795DA8AD9154}" presName="sibTrans" presStyleCnt="0"/>
      <dgm:spPr/>
    </dgm:pt>
    <dgm:pt modelId="{A7507362-3739-4577-A020-43958AD093EC}" type="pres">
      <dgm:prSet presAssocID="{31FF4F47-09AF-4602-8702-80AA6A5A2432}" presName="node" presStyleLbl="node1" presStyleIdx="2" presStyleCnt="5">
        <dgm:presLayoutVars>
          <dgm:bulletEnabled val="1"/>
        </dgm:presLayoutVars>
      </dgm:prSet>
      <dgm:spPr/>
    </dgm:pt>
    <dgm:pt modelId="{A7913859-474D-41F5-840C-C014688D8114}" type="pres">
      <dgm:prSet presAssocID="{BAE55708-0AB0-431E-9183-604EF17236F0}" presName="sibTrans" presStyleCnt="0"/>
      <dgm:spPr/>
    </dgm:pt>
    <dgm:pt modelId="{F4BD9B74-251C-433A-B96B-06C0D46BDBB8}" type="pres">
      <dgm:prSet presAssocID="{294777E3-C457-4259-BB6D-A5BA01971200}" presName="node" presStyleLbl="node1" presStyleIdx="3" presStyleCnt="5">
        <dgm:presLayoutVars>
          <dgm:bulletEnabled val="1"/>
        </dgm:presLayoutVars>
      </dgm:prSet>
      <dgm:spPr/>
    </dgm:pt>
    <dgm:pt modelId="{583BD435-453B-472C-BF83-B3D3CAB31955}" type="pres">
      <dgm:prSet presAssocID="{12053161-E873-4430-BBF0-925AEE3B15FD}" presName="sibTrans" presStyleCnt="0"/>
      <dgm:spPr/>
    </dgm:pt>
    <dgm:pt modelId="{234FABB3-4E9F-4712-880D-5F223A99FB30}" type="pres">
      <dgm:prSet presAssocID="{9BAB7820-BEC8-4834-AAEF-D30C17CF07E7}" presName="node" presStyleLbl="node1" presStyleIdx="4" presStyleCnt="5">
        <dgm:presLayoutVars>
          <dgm:bulletEnabled val="1"/>
        </dgm:presLayoutVars>
      </dgm:prSet>
      <dgm:spPr/>
    </dgm:pt>
  </dgm:ptLst>
  <dgm:cxnLst>
    <dgm:cxn modelId="{643A3603-1CBB-418E-99FC-C094D2027121}" srcId="{DC542C50-E912-407F-9941-377EE8B5CCC9}" destId="{294777E3-C457-4259-BB6D-A5BA01971200}" srcOrd="3" destOrd="0" parTransId="{37B59439-6AFC-42A4-9550-050974E3590B}" sibTransId="{12053161-E873-4430-BBF0-925AEE3B15FD}"/>
    <dgm:cxn modelId="{0B70DC17-AE2B-4203-88D6-BE80E0792FB0}" type="presOf" srcId="{F95E67D1-8D59-402E-84BE-E118679AB5B3}" destId="{2F0B2F38-EBDE-4D9E-B3B1-34E9867EE430}" srcOrd="0" destOrd="0" presId="urn:microsoft.com/office/officeart/2005/8/layout/default"/>
    <dgm:cxn modelId="{A9C20A19-FF67-4B49-9993-872637E30A86}" type="presOf" srcId="{9BAB7820-BEC8-4834-AAEF-D30C17CF07E7}" destId="{234FABB3-4E9F-4712-880D-5F223A99FB30}" srcOrd="0" destOrd="0" presId="urn:microsoft.com/office/officeart/2005/8/layout/default"/>
    <dgm:cxn modelId="{4CFE2528-2E22-488C-97EE-C2E2A8E00E92}" srcId="{DC542C50-E912-407F-9941-377EE8B5CCC9}" destId="{F95E67D1-8D59-402E-84BE-E118679AB5B3}" srcOrd="1" destOrd="0" parTransId="{4B28227D-1455-4D69-B588-447F6117FF24}" sibTransId="{2CF78489-AC65-4E22-8A85-795DA8AD9154}"/>
    <dgm:cxn modelId="{1682E061-B913-438E-93EF-9E38855E91FE}" type="presOf" srcId="{294777E3-C457-4259-BB6D-A5BA01971200}" destId="{F4BD9B74-251C-433A-B96B-06C0D46BDBB8}" srcOrd="0" destOrd="0" presId="urn:microsoft.com/office/officeart/2005/8/layout/default"/>
    <dgm:cxn modelId="{27DF0251-AC14-41BE-A2DD-B0DF0A745C29}" type="presOf" srcId="{31FF4F47-09AF-4602-8702-80AA6A5A2432}" destId="{A7507362-3739-4577-A020-43958AD093EC}" srcOrd="0" destOrd="0" presId="urn:microsoft.com/office/officeart/2005/8/layout/default"/>
    <dgm:cxn modelId="{E5024D8B-96E8-4ACD-ADEA-11125DCF1593}" type="presOf" srcId="{340E0571-4D77-400A-8ACA-47FBE1894F9C}" destId="{31E9D20C-C6D4-4199-808D-73331B376F78}" srcOrd="0" destOrd="0" presId="urn:microsoft.com/office/officeart/2005/8/layout/default"/>
    <dgm:cxn modelId="{AD160798-0C65-4394-B305-EE383547E9FE}" type="presOf" srcId="{DC542C50-E912-407F-9941-377EE8B5CCC9}" destId="{A9503350-9BEF-4941-AE66-3F8EB315143A}" srcOrd="0" destOrd="0" presId="urn:microsoft.com/office/officeart/2005/8/layout/default"/>
    <dgm:cxn modelId="{CB6762C0-2671-4DA6-80F9-E08C5F6202B6}" srcId="{DC542C50-E912-407F-9941-377EE8B5CCC9}" destId="{31FF4F47-09AF-4602-8702-80AA6A5A2432}" srcOrd="2" destOrd="0" parTransId="{4F037623-1CD4-41AB-B176-739D0D7BFC64}" sibTransId="{BAE55708-0AB0-431E-9183-604EF17236F0}"/>
    <dgm:cxn modelId="{85F3C4C2-19D2-4016-B008-73AA8701ECB6}" srcId="{DC542C50-E912-407F-9941-377EE8B5CCC9}" destId="{340E0571-4D77-400A-8ACA-47FBE1894F9C}" srcOrd="0" destOrd="0" parTransId="{FED0638C-563A-496B-A77F-67ED72BF9A10}" sibTransId="{0D11F5EF-BA77-4C30-8D4E-7649937B2E96}"/>
    <dgm:cxn modelId="{B9408EF9-5F13-45C7-9651-601088D02C5F}" srcId="{DC542C50-E912-407F-9941-377EE8B5CCC9}" destId="{9BAB7820-BEC8-4834-AAEF-D30C17CF07E7}" srcOrd="4" destOrd="0" parTransId="{FE80181E-E1D4-47F4-A806-BE967A132F66}" sibTransId="{1A47AEBA-F8EE-4E56-8042-AF3C63A243A1}"/>
    <dgm:cxn modelId="{58658FC3-523E-4686-AD18-4AE562A982AE}" type="presParOf" srcId="{A9503350-9BEF-4941-AE66-3F8EB315143A}" destId="{31E9D20C-C6D4-4199-808D-73331B376F78}" srcOrd="0" destOrd="0" presId="urn:microsoft.com/office/officeart/2005/8/layout/default"/>
    <dgm:cxn modelId="{5F319997-D101-4D25-817E-19718DD574D9}" type="presParOf" srcId="{A9503350-9BEF-4941-AE66-3F8EB315143A}" destId="{D8A9C2DF-F8E7-47A0-B1FB-A3F3FDE49115}" srcOrd="1" destOrd="0" presId="urn:microsoft.com/office/officeart/2005/8/layout/default"/>
    <dgm:cxn modelId="{BEB39F26-2D93-4D94-A223-A129C1A8C76C}" type="presParOf" srcId="{A9503350-9BEF-4941-AE66-3F8EB315143A}" destId="{2F0B2F38-EBDE-4D9E-B3B1-34E9867EE430}" srcOrd="2" destOrd="0" presId="urn:microsoft.com/office/officeart/2005/8/layout/default"/>
    <dgm:cxn modelId="{3F575E89-C960-404A-A12B-FFA978EA6DC6}" type="presParOf" srcId="{A9503350-9BEF-4941-AE66-3F8EB315143A}" destId="{2432AA09-234C-43AA-B0A1-2AE4AFA96967}" srcOrd="3" destOrd="0" presId="urn:microsoft.com/office/officeart/2005/8/layout/default"/>
    <dgm:cxn modelId="{0BB21637-2353-4347-AD9E-D7A0F9695AF1}" type="presParOf" srcId="{A9503350-9BEF-4941-AE66-3F8EB315143A}" destId="{A7507362-3739-4577-A020-43958AD093EC}" srcOrd="4" destOrd="0" presId="urn:microsoft.com/office/officeart/2005/8/layout/default"/>
    <dgm:cxn modelId="{9B77250E-6B43-42D3-9582-736F4D3764A9}" type="presParOf" srcId="{A9503350-9BEF-4941-AE66-3F8EB315143A}" destId="{A7913859-474D-41F5-840C-C014688D8114}" srcOrd="5" destOrd="0" presId="urn:microsoft.com/office/officeart/2005/8/layout/default"/>
    <dgm:cxn modelId="{FF4739CD-EEA7-4EBC-A1C5-C629CB674A15}" type="presParOf" srcId="{A9503350-9BEF-4941-AE66-3F8EB315143A}" destId="{F4BD9B74-251C-433A-B96B-06C0D46BDBB8}" srcOrd="6" destOrd="0" presId="urn:microsoft.com/office/officeart/2005/8/layout/default"/>
    <dgm:cxn modelId="{6D0E158C-2C79-4A7D-A3C7-1BF3464C1FE5}" type="presParOf" srcId="{A9503350-9BEF-4941-AE66-3F8EB315143A}" destId="{583BD435-453B-472C-BF83-B3D3CAB31955}" srcOrd="7" destOrd="0" presId="urn:microsoft.com/office/officeart/2005/8/layout/default"/>
    <dgm:cxn modelId="{9D633F25-14D9-40BB-9ACD-86A02CE3F8CE}" type="presParOf" srcId="{A9503350-9BEF-4941-AE66-3F8EB315143A}" destId="{234FABB3-4E9F-4712-880D-5F223A99FB30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421D1B8-3D5A-45E2-9B59-4F9870B4140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F0E4346-347E-4249-8A97-371C5ADAF487}">
      <dgm:prSet/>
      <dgm:spPr/>
      <dgm:t>
        <a:bodyPr/>
        <a:lstStyle/>
        <a:p>
          <a:r>
            <a:rPr lang="en-CA"/>
            <a:t>Raspbian Linux video capture/DSP.</a:t>
          </a:r>
          <a:endParaRPr lang="en-US"/>
        </a:p>
      </dgm:t>
    </dgm:pt>
    <dgm:pt modelId="{D7CFFD8C-EC82-481A-A44C-DFAF312A5A36}" type="parTrans" cxnId="{E5EC6C1E-3456-4DA2-8805-DB61CB88575D}">
      <dgm:prSet/>
      <dgm:spPr/>
      <dgm:t>
        <a:bodyPr/>
        <a:lstStyle/>
        <a:p>
          <a:endParaRPr lang="en-US"/>
        </a:p>
      </dgm:t>
    </dgm:pt>
    <dgm:pt modelId="{65152061-D12F-41AD-A531-467D3A30E26C}" type="sibTrans" cxnId="{E5EC6C1E-3456-4DA2-8805-DB61CB88575D}">
      <dgm:prSet/>
      <dgm:spPr/>
      <dgm:t>
        <a:bodyPr/>
        <a:lstStyle/>
        <a:p>
          <a:endParaRPr lang="en-US"/>
        </a:p>
      </dgm:t>
    </dgm:pt>
    <dgm:pt modelId="{8B78F419-A02D-4315-A8B4-7CBE013FF86C}">
      <dgm:prSet/>
      <dgm:spPr/>
      <dgm:t>
        <a:bodyPr/>
        <a:lstStyle/>
        <a:p>
          <a:r>
            <a:rPr lang="en-CA"/>
            <a:t>RPi 5 and controller communicate bidirectionally.</a:t>
          </a:r>
          <a:endParaRPr lang="en-US"/>
        </a:p>
      </dgm:t>
    </dgm:pt>
    <dgm:pt modelId="{315D0A6D-3C1F-42D1-884E-BA0522BFC983}" type="parTrans" cxnId="{DDCC9096-9803-4A31-9B33-86C99FC6BB81}">
      <dgm:prSet/>
      <dgm:spPr/>
      <dgm:t>
        <a:bodyPr/>
        <a:lstStyle/>
        <a:p>
          <a:endParaRPr lang="en-US"/>
        </a:p>
      </dgm:t>
    </dgm:pt>
    <dgm:pt modelId="{604B9067-D019-4586-82D7-E20719F2B802}" type="sibTrans" cxnId="{DDCC9096-9803-4A31-9B33-86C99FC6BB81}">
      <dgm:prSet/>
      <dgm:spPr/>
      <dgm:t>
        <a:bodyPr/>
        <a:lstStyle/>
        <a:p>
          <a:endParaRPr lang="en-US"/>
        </a:p>
      </dgm:t>
    </dgm:pt>
    <dgm:pt modelId="{A7D2A4EE-DC3F-4CB6-9B81-9F74A0879755}">
      <dgm:prSet/>
      <dgm:spPr/>
      <dgm:t>
        <a:bodyPr/>
        <a:lstStyle/>
        <a:p>
          <a:r>
            <a:rPr lang="en-CA"/>
            <a:t>C-coded finite state machine.</a:t>
          </a:r>
          <a:endParaRPr lang="en-US"/>
        </a:p>
      </dgm:t>
    </dgm:pt>
    <dgm:pt modelId="{ABDF1F43-3A34-4B31-BA36-E3FB0C066975}" type="parTrans" cxnId="{2DBEF626-70E4-4E34-BAF7-46E4990FE157}">
      <dgm:prSet/>
      <dgm:spPr/>
      <dgm:t>
        <a:bodyPr/>
        <a:lstStyle/>
        <a:p>
          <a:endParaRPr lang="en-US"/>
        </a:p>
      </dgm:t>
    </dgm:pt>
    <dgm:pt modelId="{8708F59C-97BD-49F0-94C2-2E6B77686615}" type="sibTrans" cxnId="{2DBEF626-70E4-4E34-BAF7-46E4990FE157}">
      <dgm:prSet/>
      <dgm:spPr/>
      <dgm:t>
        <a:bodyPr/>
        <a:lstStyle/>
        <a:p>
          <a:endParaRPr lang="en-US"/>
        </a:p>
      </dgm:t>
    </dgm:pt>
    <dgm:pt modelId="{842F169B-CB67-4146-81A1-12CCE048CBCC}">
      <dgm:prSet/>
      <dgm:spPr/>
      <dgm:t>
        <a:bodyPr/>
        <a:lstStyle/>
        <a:p>
          <a:r>
            <a:rPr lang="en-CA"/>
            <a:t>PID-controlled DC motor.</a:t>
          </a:r>
          <a:endParaRPr lang="en-US"/>
        </a:p>
      </dgm:t>
    </dgm:pt>
    <dgm:pt modelId="{0F347260-3E9E-464F-8B2A-8E8410D7493B}" type="parTrans" cxnId="{F9D17FDD-87AB-4C55-A882-A87EAF9E0C15}">
      <dgm:prSet/>
      <dgm:spPr/>
      <dgm:t>
        <a:bodyPr/>
        <a:lstStyle/>
        <a:p>
          <a:endParaRPr lang="en-US"/>
        </a:p>
      </dgm:t>
    </dgm:pt>
    <dgm:pt modelId="{FA1210EB-9C35-4AC3-8D94-D8DBC511FBFD}" type="sibTrans" cxnId="{F9D17FDD-87AB-4C55-A882-A87EAF9E0C15}">
      <dgm:prSet/>
      <dgm:spPr/>
      <dgm:t>
        <a:bodyPr/>
        <a:lstStyle/>
        <a:p>
          <a:endParaRPr lang="en-US"/>
        </a:p>
      </dgm:t>
    </dgm:pt>
    <dgm:pt modelId="{CA997D3D-6825-48F6-9027-51D0215B199A}">
      <dgm:prSet/>
      <dgm:spPr/>
      <dgm:t>
        <a:bodyPr/>
        <a:lstStyle/>
        <a:p>
          <a:r>
            <a:rPr lang="en-CA"/>
            <a:t>Controller features tunable physical alignment.</a:t>
          </a:r>
          <a:endParaRPr lang="en-US"/>
        </a:p>
      </dgm:t>
    </dgm:pt>
    <dgm:pt modelId="{8F4655B1-5428-4A5A-A61A-CC105A41C5A8}" type="parTrans" cxnId="{6F5C17EE-4C9D-4ED2-A0E0-72DD078BCC08}">
      <dgm:prSet/>
      <dgm:spPr/>
      <dgm:t>
        <a:bodyPr/>
        <a:lstStyle/>
        <a:p>
          <a:endParaRPr lang="en-US"/>
        </a:p>
      </dgm:t>
    </dgm:pt>
    <dgm:pt modelId="{B4D18445-1758-40DD-AAA4-A57913D46E79}" type="sibTrans" cxnId="{6F5C17EE-4C9D-4ED2-A0E0-72DD078BCC08}">
      <dgm:prSet/>
      <dgm:spPr/>
      <dgm:t>
        <a:bodyPr/>
        <a:lstStyle/>
        <a:p>
          <a:endParaRPr lang="en-US"/>
        </a:p>
      </dgm:t>
    </dgm:pt>
    <dgm:pt modelId="{FD4147F2-3A89-4ADF-9644-BB21F127C215}" type="pres">
      <dgm:prSet presAssocID="{0421D1B8-3D5A-45E2-9B59-4F9870B4140F}" presName="root" presStyleCnt="0">
        <dgm:presLayoutVars>
          <dgm:dir/>
          <dgm:resizeHandles val="exact"/>
        </dgm:presLayoutVars>
      </dgm:prSet>
      <dgm:spPr/>
    </dgm:pt>
    <dgm:pt modelId="{BFFB5B9F-51D9-4181-9CBA-6D488FB13AE1}" type="pres">
      <dgm:prSet presAssocID="{BF0E4346-347E-4249-8A97-371C5ADAF487}" presName="compNode" presStyleCnt="0"/>
      <dgm:spPr/>
    </dgm:pt>
    <dgm:pt modelId="{209CB2E8-CD0A-4655-8106-0CB98B0CEE8C}" type="pres">
      <dgm:prSet presAssocID="{BF0E4346-347E-4249-8A97-371C5ADAF48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096FD8E-B7F0-456B-BB84-292C8D4B5EE6}" type="pres">
      <dgm:prSet presAssocID="{BF0E4346-347E-4249-8A97-371C5ADAF487}" presName="spaceRect" presStyleCnt="0"/>
      <dgm:spPr/>
    </dgm:pt>
    <dgm:pt modelId="{568CB1D6-6134-4FB9-96AE-B190532FAB2E}" type="pres">
      <dgm:prSet presAssocID="{BF0E4346-347E-4249-8A97-371C5ADAF487}" presName="textRect" presStyleLbl="revTx" presStyleIdx="0" presStyleCnt="5">
        <dgm:presLayoutVars>
          <dgm:chMax val="1"/>
          <dgm:chPref val="1"/>
        </dgm:presLayoutVars>
      </dgm:prSet>
      <dgm:spPr/>
    </dgm:pt>
    <dgm:pt modelId="{5D3B0F62-08DF-489A-BAFE-1EE1950569F5}" type="pres">
      <dgm:prSet presAssocID="{65152061-D12F-41AD-A531-467D3A30E26C}" presName="sibTrans" presStyleCnt="0"/>
      <dgm:spPr/>
    </dgm:pt>
    <dgm:pt modelId="{B2DEBE9C-AC99-404F-9D0A-E87006A15D53}" type="pres">
      <dgm:prSet presAssocID="{8B78F419-A02D-4315-A8B4-7CBE013FF86C}" presName="compNode" presStyleCnt="0"/>
      <dgm:spPr/>
    </dgm:pt>
    <dgm:pt modelId="{87EB297C-7C21-4E0A-909E-F8AC7EAC312D}" type="pres">
      <dgm:prSet presAssocID="{8B78F419-A02D-4315-A8B4-7CBE013FF86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ell Tower with solid fill"/>
        </a:ext>
      </dgm:extLst>
    </dgm:pt>
    <dgm:pt modelId="{34397A19-280D-4954-9B7C-1FD4007901CF}" type="pres">
      <dgm:prSet presAssocID="{8B78F419-A02D-4315-A8B4-7CBE013FF86C}" presName="spaceRect" presStyleCnt="0"/>
      <dgm:spPr/>
    </dgm:pt>
    <dgm:pt modelId="{1151A64A-2B92-4D4A-99DC-AF66CB0BEFC1}" type="pres">
      <dgm:prSet presAssocID="{8B78F419-A02D-4315-A8B4-7CBE013FF86C}" presName="textRect" presStyleLbl="revTx" presStyleIdx="1" presStyleCnt="5">
        <dgm:presLayoutVars>
          <dgm:chMax val="1"/>
          <dgm:chPref val="1"/>
        </dgm:presLayoutVars>
      </dgm:prSet>
      <dgm:spPr/>
    </dgm:pt>
    <dgm:pt modelId="{4D90B01F-5FEB-42DD-BF22-0EAA51D50C82}" type="pres">
      <dgm:prSet presAssocID="{604B9067-D019-4586-82D7-E20719F2B802}" presName="sibTrans" presStyleCnt="0"/>
      <dgm:spPr/>
    </dgm:pt>
    <dgm:pt modelId="{0A368ED8-52E3-4444-9118-F4D9E477B10C}" type="pres">
      <dgm:prSet presAssocID="{A7D2A4EE-DC3F-4CB6-9B81-9F74A0879755}" presName="compNode" presStyleCnt="0"/>
      <dgm:spPr/>
    </dgm:pt>
    <dgm:pt modelId="{AE7DA574-7BC6-4D6B-A4E7-D33899A7E589}" type="pres">
      <dgm:prSet presAssocID="{A7D2A4EE-DC3F-4CB6-9B81-9F74A087975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s with arrows with solid fill"/>
        </a:ext>
      </dgm:extLst>
    </dgm:pt>
    <dgm:pt modelId="{72609B32-9880-46BE-B499-D546F12D54D3}" type="pres">
      <dgm:prSet presAssocID="{A7D2A4EE-DC3F-4CB6-9B81-9F74A0879755}" presName="spaceRect" presStyleCnt="0"/>
      <dgm:spPr/>
    </dgm:pt>
    <dgm:pt modelId="{2783C055-488B-41CD-886A-6B9B0B6B7B1D}" type="pres">
      <dgm:prSet presAssocID="{A7D2A4EE-DC3F-4CB6-9B81-9F74A0879755}" presName="textRect" presStyleLbl="revTx" presStyleIdx="2" presStyleCnt="5">
        <dgm:presLayoutVars>
          <dgm:chMax val="1"/>
          <dgm:chPref val="1"/>
        </dgm:presLayoutVars>
      </dgm:prSet>
      <dgm:spPr/>
    </dgm:pt>
    <dgm:pt modelId="{36AE1D90-8DC0-47ED-B0FD-A907D26138E0}" type="pres">
      <dgm:prSet presAssocID="{8708F59C-97BD-49F0-94C2-2E6B77686615}" presName="sibTrans" presStyleCnt="0"/>
      <dgm:spPr/>
    </dgm:pt>
    <dgm:pt modelId="{1DE32187-2479-4864-A51F-8C613FB6566B}" type="pres">
      <dgm:prSet presAssocID="{842F169B-CB67-4146-81A1-12CCE048CBCC}" presName="compNode" presStyleCnt="0"/>
      <dgm:spPr/>
    </dgm:pt>
    <dgm:pt modelId="{C53713E0-B2FD-421F-BAC7-9EA0D1E4D89E}" type="pres">
      <dgm:prSet presAssocID="{842F169B-CB67-4146-81A1-12CCE048CBC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inuous Improvement with solid fill"/>
        </a:ext>
      </dgm:extLst>
    </dgm:pt>
    <dgm:pt modelId="{C8CE38A5-0187-4027-8938-598DBB1740CE}" type="pres">
      <dgm:prSet presAssocID="{842F169B-CB67-4146-81A1-12CCE048CBCC}" presName="spaceRect" presStyleCnt="0"/>
      <dgm:spPr/>
    </dgm:pt>
    <dgm:pt modelId="{22E93003-A371-4D6C-A132-4F1D33034140}" type="pres">
      <dgm:prSet presAssocID="{842F169B-CB67-4146-81A1-12CCE048CBCC}" presName="textRect" presStyleLbl="revTx" presStyleIdx="3" presStyleCnt="5">
        <dgm:presLayoutVars>
          <dgm:chMax val="1"/>
          <dgm:chPref val="1"/>
        </dgm:presLayoutVars>
      </dgm:prSet>
      <dgm:spPr/>
    </dgm:pt>
    <dgm:pt modelId="{3243F200-FF85-4B5F-B2CF-5F447BCCF25B}" type="pres">
      <dgm:prSet presAssocID="{FA1210EB-9C35-4AC3-8D94-D8DBC511FBFD}" presName="sibTrans" presStyleCnt="0"/>
      <dgm:spPr/>
    </dgm:pt>
    <dgm:pt modelId="{54D2D99F-EFD1-458B-A437-BA1599AA2DDE}" type="pres">
      <dgm:prSet presAssocID="{CA997D3D-6825-48F6-9027-51D0215B199A}" presName="compNode" presStyleCnt="0"/>
      <dgm:spPr/>
    </dgm:pt>
    <dgm:pt modelId="{31078DB5-90A6-4493-9227-FF62E5F7944C}" type="pres">
      <dgm:prSet presAssocID="{CA997D3D-6825-48F6-9027-51D0215B199A}" presName="iconRect" presStyleLbl="node1" presStyleIdx="4" presStyleCnt="5"/>
      <dgm:spPr>
        <a:blipFill rotWithShape="1"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rewdriver with solid fill"/>
        </a:ext>
      </dgm:extLst>
    </dgm:pt>
    <dgm:pt modelId="{D5202E60-2C3B-4D22-A735-6739602DBFE3}" type="pres">
      <dgm:prSet presAssocID="{CA997D3D-6825-48F6-9027-51D0215B199A}" presName="spaceRect" presStyleCnt="0"/>
      <dgm:spPr/>
    </dgm:pt>
    <dgm:pt modelId="{658EE81C-8770-493B-A694-580DB0D76CCC}" type="pres">
      <dgm:prSet presAssocID="{CA997D3D-6825-48F6-9027-51D0215B199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3C7AB14-0B7B-4798-B95F-E84AF2415E26}" type="presOf" srcId="{A7D2A4EE-DC3F-4CB6-9B81-9F74A0879755}" destId="{2783C055-488B-41CD-886A-6B9B0B6B7B1D}" srcOrd="0" destOrd="0" presId="urn:microsoft.com/office/officeart/2018/2/layout/IconLabelList"/>
    <dgm:cxn modelId="{E5EC6C1E-3456-4DA2-8805-DB61CB88575D}" srcId="{0421D1B8-3D5A-45E2-9B59-4F9870B4140F}" destId="{BF0E4346-347E-4249-8A97-371C5ADAF487}" srcOrd="0" destOrd="0" parTransId="{D7CFFD8C-EC82-481A-A44C-DFAF312A5A36}" sibTransId="{65152061-D12F-41AD-A531-467D3A30E26C}"/>
    <dgm:cxn modelId="{2DBEF626-70E4-4E34-BAF7-46E4990FE157}" srcId="{0421D1B8-3D5A-45E2-9B59-4F9870B4140F}" destId="{A7D2A4EE-DC3F-4CB6-9B81-9F74A0879755}" srcOrd="2" destOrd="0" parTransId="{ABDF1F43-3A34-4B31-BA36-E3FB0C066975}" sibTransId="{8708F59C-97BD-49F0-94C2-2E6B77686615}"/>
    <dgm:cxn modelId="{E09F764A-05F0-4D4A-A1E4-4189ADF65301}" type="presOf" srcId="{0421D1B8-3D5A-45E2-9B59-4F9870B4140F}" destId="{FD4147F2-3A89-4ADF-9644-BB21F127C215}" srcOrd="0" destOrd="0" presId="urn:microsoft.com/office/officeart/2018/2/layout/IconLabelList"/>
    <dgm:cxn modelId="{EA8C4351-4C98-46D2-ADB8-DC7E0E9DE88A}" type="presOf" srcId="{842F169B-CB67-4146-81A1-12CCE048CBCC}" destId="{22E93003-A371-4D6C-A132-4F1D33034140}" srcOrd="0" destOrd="0" presId="urn:microsoft.com/office/officeart/2018/2/layout/IconLabelList"/>
    <dgm:cxn modelId="{E50A2654-3A17-4292-8F47-42933EFAB79B}" type="presOf" srcId="{BF0E4346-347E-4249-8A97-371C5ADAF487}" destId="{568CB1D6-6134-4FB9-96AE-B190532FAB2E}" srcOrd="0" destOrd="0" presId="urn:microsoft.com/office/officeart/2018/2/layout/IconLabelList"/>
    <dgm:cxn modelId="{DDCC9096-9803-4A31-9B33-86C99FC6BB81}" srcId="{0421D1B8-3D5A-45E2-9B59-4F9870B4140F}" destId="{8B78F419-A02D-4315-A8B4-7CBE013FF86C}" srcOrd="1" destOrd="0" parTransId="{315D0A6D-3C1F-42D1-884E-BA0522BFC983}" sibTransId="{604B9067-D019-4586-82D7-E20719F2B802}"/>
    <dgm:cxn modelId="{82FB2DBE-3FDB-4BCF-BF4C-4A7AA54220DE}" type="presOf" srcId="{8B78F419-A02D-4315-A8B4-7CBE013FF86C}" destId="{1151A64A-2B92-4D4A-99DC-AF66CB0BEFC1}" srcOrd="0" destOrd="0" presId="urn:microsoft.com/office/officeart/2018/2/layout/IconLabelList"/>
    <dgm:cxn modelId="{F9D17FDD-87AB-4C55-A882-A87EAF9E0C15}" srcId="{0421D1B8-3D5A-45E2-9B59-4F9870B4140F}" destId="{842F169B-CB67-4146-81A1-12CCE048CBCC}" srcOrd="3" destOrd="0" parTransId="{0F347260-3E9E-464F-8B2A-8E8410D7493B}" sibTransId="{FA1210EB-9C35-4AC3-8D94-D8DBC511FBFD}"/>
    <dgm:cxn modelId="{6F5C17EE-4C9D-4ED2-A0E0-72DD078BCC08}" srcId="{0421D1B8-3D5A-45E2-9B59-4F9870B4140F}" destId="{CA997D3D-6825-48F6-9027-51D0215B199A}" srcOrd="4" destOrd="0" parTransId="{8F4655B1-5428-4A5A-A61A-CC105A41C5A8}" sibTransId="{B4D18445-1758-40DD-AAA4-A57913D46E79}"/>
    <dgm:cxn modelId="{1E8049F8-53A1-4E9E-8FEA-F4A6A73AA54F}" type="presOf" srcId="{CA997D3D-6825-48F6-9027-51D0215B199A}" destId="{658EE81C-8770-493B-A694-580DB0D76CCC}" srcOrd="0" destOrd="0" presId="urn:microsoft.com/office/officeart/2018/2/layout/IconLabelList"/>
    <dgm:cxn modelId="{58E9043F-70CC-49B3-84B8-84BF793802EB}" type="presParOf" srcId="{FD4147F2-3A89-4ADF-9644-BB21F127C215}" destId="{BFFB5B9F-51D9-4181-9CBA-6D488FB13AE1}" srcOrd="0" destOrd="0" presId="urn:microsoft.com/office/officeart/2018/2/layout/IconLabelList"/>
    <dgm:cxn modelId="{C7E17C53-EA3E-4488-92C5-75B73E0B3C7B}" type="presParOf" srcId="{BFFB5B9F-51D9-4181-9CBA-6D488FB13AE1}" destId="{209CB2E8-CD0A-4655-8106-0CB98B0CEE8C}" srcOrd="0" destOrd="0" presId="urn:microsoft.com/office/officeart/2018/2/layout/IconLabelList"/>
    <dgm:cxn modelId="{EB5845B3-A50F-41AD-9840-BDC9F53A89A6}" type="presParOf" srcId="{BFFB5B9F-51D9-4181-9CBA-6D488FB13AE1}" destId="{E096FD8E-B7F0-456B-BB84-292C8D4B5EE6}" srcOrd="1" destOrd="0" presId="urn:microsoft.com/office/officeart/2018/2/layout/IconLabelList"/>
    <dgm:cxn modelId="{061B7575-D611-46CD-A6F1-913A9C1EF9FC}" type="presParOf" srcId="{BFFB5B9F-51D9-4181-9CBA-6D488FB13AE1}" destId="{568CB1D6-6134-4FB9-96AE-B190532FAB2E}" srcOrd="2" destOrd="0" presId="urn:microsoft.com/office/officeart/2018/2/layout/IconLabelList"/>
    <dgm:cxn modelId="{23F7F3FA-F51D-4126-807F-CAFDAD5DBDAA}" type="presParOf" srcId="{FD4147F2-3A89-4ADF-9644-BB21F127C215}" destId="{5D3B0F62-08DF-489A-BAFE-1EE1950569F5}" srcOrd="1" destOrd="0" presId="urn:microsoft.com/office/officeart/2018/2/layout/IconLabelList"/>
    <dgm:cxn modelId="{02191A2F-2D40-43D2-A780-3C504B73B9A3}" type="presParOf" srcId="{FD4147F2-3A89-4ADF-9644-BB21F127C215}" destId="{B2DEBE9C-AC99-404F-9D0A-E87006A15D53}" srcOrd="2" destOrd="0" presId="urn:microsoft.com/office/officeart/2018/2/layout/IconLabelList"/>
    <dgm:cxn modelId="{778E0068-5739-4F6A-A68B-48796B5036B8}" type="presParOf" srcId="{B2DEBE9C-AC99-404F-9D0A-E87006A15D53}" destId="{87EB297C-7C21-4E0A-909E-F8AC7EAC312D}" srcOrd="0" destOrd="0" presId="urn:microsoft.com/office/officeart/2018/2/layout/IconLabelList"/>
    <dgm:cxn modelId="{75F4A5E9-5610-46DD-AEA1-1008F84EDB7E}" type="presParOf" srcId="{B2DEBE9C-AC99-404F-9D0A-E87006A15D53}" destId="{34397A19-280D-4954-9B7C-1FD4007901CF}" srcOrd="1" destOrd="0" presId="urn:microsoft.com/office/officeart/2018/2/layout/IconLabelList"/>
    <dgm:cxn modelId="{6EBDFE42-72A7-4ACD-B7C6-D9AEB1062533}" type="presParOf" srcId="{B2DEBE9C-AC99-404F-9D0A-E87006A15D53}" destId="{1151A64A-2B92-4D4A-99DC-AF66CB0BEFC1}" srcOrd="2" destOrd="0" presId="urn:microsoft.com/office/officeart/2018/2/layout/IconLabelList"/>
    <dgm:cxn modelId="{20E40DB0-236A-4099-B8C7-0D35ED8FCE87}" type="presParOf" srcId="{FD4147F2-3A89-4ADF-9644-BB21F127C215}" destId="{4D90B01F-5FEB-42DD-BF22-0EAA51D50C82}" srcOrd="3" destOrd="0" presId="urn:microsoft.com/office/officeart/2018/2/layout/IconLabelList"/>
    <dgm:cxn modelId="{D0B5BF8A-116D-4873-B964-16D30FCD7CB3}" type="presParOf" srcId="{FD4147F2-3A89-4ADF-9644-BB21F127C215}" destId="{0A368ED8-52E3-4444-9118-F4D9E477B10C}" srcOrd="4" destOrd="0" presId="urn:microsoft.com/office/officeart/2018/2/layout/IconLabelList"/>
    <dgm:cxn modelId="{1DCDF948-208B-4F5E-B1F5-794D09271B15}" type="presParOf" srcId="{0A368ED8-52E3-4444-9118-F4D9E477B10C}" destId="{AE7DA574-7BC6-4D6B-A4E7-D33899A7E589}" srcOrd="0" destOrd="0" presId="urn:microsoft.com/office/officeart/2018/2/layout/IconLabelList"/>
    <dgm:cxn modelId="{8BB7C899-F290-40FD-A22E-72A6640B431E}" type="presParOf" srcId="{0A368ED8-52E3-4444-9118-F4D9E477B10C}" destId="{72609B32-9880-46BE-B499-D546F12D54D3}" srcOrd="1" destOrd="0" presId="urn:microsoft.com/office/officeart/2018/2/layout/IconLabelList"/>
    <dgm:cxn modelId="{D7E2B577-7733-45B2-B107-761F68C6F936}" type="presParOf" srcId="{0A368ED8-52E3-4444-9118-F4D9E477B10C}" destId="{2783C055-488B-41CD-886A-6B9B0B6B7B1D}" srcOrd="2" destOrd="0" presId="urn:microsoft.com/office/officeart/2018/2/layout/IconLabelList"/>
    <dgm:cxn modelId="{F63C204B-1C77-4B29-A3D1-F74E683059FC}" type="presParOf" srcId="{FD4147F2-3A89-4ADF-9644-BB21F127C215}" destId="{36AE1D90-8DC0-47ED-B0FD-A907D26138E0}" srcOrd="5" destOrd="0" presId="urn:microsoft.com/office/officeart/2018/2/layout/IconLabelList"/>
    <dgm:cxn modelId="{FCE9E836-32C3-4DC3-AD3F-A3C5E41DED63}" type="presParOf" srcId="{FD4147F2-3A89-4ADF-9644-BB21F127C215}" destId="{1DE32187-2479-4864-A51F-8C613FB6566B}" srcOrd="6" destOrd="0" presId="urn:microsoft.com/office/officeart/2018/2/layout/IconLabelList"/>
    <dgm:cxn modelId="{49F83F35-19B7-4B86-A682-866483CF3B34}" type="presParOf" srcId="{1DE32187-2479-4864-A51F-8C613FB6566B}" destId="{C53713E0-B2FD-421F-BAC7-9EA0D1E4D89E}" srcOrd="0" destOrd="0" presId="urn:microsoft.com/office/officeart/2018/2/layout/IconLabelList"/>
    <dgm:cxn modelId="{BC86A1DC-7E7C-4683-ADB6-A70A5DFE49F0}" type="presParOf" srcId="{1DE32187-2479-4864-A51F-8C613FB6566B}" destId="{C8CE38A5-0187-4027-8938-598DBB1740CE}" srcOrd="1" destOrd="0" presId="urn:microsoft.com/office/officeart/2018/2/layout/IconLabelList"/>
    <dgm:cxn modelId="{CE705453-0043-4EE5-AAAF-73B89B021ED6}" type="presParOf" srcId="{1DE32187-2479-4864-A51F-8C613FB6566B}" destId="{22E93003-A371-4D6C-A132-4F1D33034140}" srcOrd="2" destOrd="0" presId="urn:microsoft.com/office/officeart/2018/2/layout/IconLabelList"/>
    <dgm:cxn modelId="{BF96DCB5-79A1-4C75-885C-DEE25957D30C}" type="presParOf" srcId="{FD4147F2-3A89-4ADF-9644-BB21F127C215}" destId="{3243F200-FF85-4B5F-B2CF-5F447BCCF25B}" srcOrd="7" destOrd="0" presId="urn:microsoft.com/office/officeart/2018/2/layout/IconLabelList"/>
    <dgm:cxn modelId="{D6D2BCA2-DE50-4C7E-BCED-1A485195FE9E}" type="presParOf" srcId="{FD4147F2-3A89-4ADF-9644-BB21F127C215}" destId="{54D2D99F-EFD1-458B-A437-BA1599AA2DDE}" srcOrd="8" destOrd="0" presId="urn:microsoft.com/office/officeart/2018/2/layout/IconLabelList"/>
    <dgm:cxn modelId="{35FAE9FF-E339-4571-B8C4-6E57BBC56575}" type="presParOf" srcId="{54D2D99F-EFD1-458B-A437-BA1599AA2DDE}" destId="{31078DB5-90A6-4493-9227-FF62E5F7944C}" srcOrd="0" destOrd="0" presId="urn:microsoft.com/office/officeart/2018/2/layout/IconLabelList"/>
    <dgm:cxn modelId="{08B7C306-4E8E-49CB-9E90-6000AE2F4473}" type="presParOf" srcId="{54D2D99F-EFD1-458B-A437-BA1599AA2DDE}" destId="{D5202E60-2C3B-4D22-A735-6739602DBFE3}" srcOrd="1" destOrd="0" presId="urn:microsoft.com/office/officeart/2018/2/layout/IconLabelList"/>
    <dgm:cxn modelId="{FE64FB19-D52C-412A-8DCC-321365867751}" type="presParOf" srcId="{54D2D99F-EFD1-458B-A437-BA1599AA2DDE}" destId="{658EE81C-8770-493B-A694-580DB0D76CC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942414-6227-4465-9CBB-2F6ED9DE856B}">
      <dsp:nvSpPr>
        <dsp:cNvPr id="0" name=""/>
        <dsp:cNvSpPr/>
      </dsp:nvSpPr>
      <dsp:spPr>
        <a:xfrm>
          <a:off x="0" y="0"/>
          <a:ext cx="7744967" cy="724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kern="1200"/>
            <a:t>Posture-recognition software evaluates user.</a:t>
          </a:r>
          <a:endParaRPr lang="en-US" sz="2500" kern="1200"/>
        </a:p>
      </dsp:txBody>
      <dsp:txXfrm>
        <a:off x="21211" y="21211"/>
        <a:ext cx="6878763" cy="681782"/>
      </dsp:txXfrm>
    </dsp:sp>
    <dsp:sp modelId="{E776B7A1-FC9A-4A1E-ACE0-3403C49CB631}">
      <dsp:nvSpPr>
        <dsp:cNvPr id="0" name=""/>
        <dsp:cNvSpPr/>
      </dsp:nvSpPr>
      <dsp:spPr>
        <a:xfrm>
          <a:off x="578358" y="824788"/>
          <a:ext cx="7744967" cy="724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kern="1200"/>
            <a:t>Posture encoded as controller commands. </a:t>
          </a:r>
          <a:endParaRPr lang="en-US" sz="2500" kern="1200"/>
        </a:p>
      </dsp:txBody>
      <dsp:txXfrm>
        <a:off x="599569" y="845999"/>
        <a:ext cx="6653454" cy="681782"/>
      </dsp:txXfrm>
    </dsp:sp>
    <dsp:sp modelId="{6211055D-C0C2-4D94-B7E8-9CAC747ED8A4}">
      <dsp:nvSpPr>
        <dsp:cNvPr id="0" name=""/>
        <dsp:cNvSpPr/>
      </dsp:nvSpPr>
      <dsp:spPr>
        <a:xfrm>
          <a:off x="1156716" y="1649577"/>
          <a:ext cx="7744967" cy="724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kern="1200"/>
            <a:t>Software communicates wirelessly with controller.</a:t>
          </a:r>
          <a:endParaRPr lang="en-US" sz="2500" kern="1200"/>
        </a:p>
      </dsp:txBody>
      <dsp:txXfrm>
        <a:off x="1177927" y="1670788"/>
        <a:ext cx="6653454" cy="681782"/>
      </dsp:txXfrm>
    </dsp:sp>
    <dsp:sp modelId="{063B35A8-1993-4E04-A5F5-872A3A22D7C8}">
      <dsp:nvSpPr>
        <dsp:cNvPr id="0" name=""/>
        <dsp:cNvSpPr/>
      </dsp:nvSpPr>
      <dsp:spPr>
        <a:xfrm>
          <a:off x="1735073" y="2474366"/>
          <a:ext cx="7744967" cy="724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kern="1200"/>
            <a:t>Controller articulates Etch A Sketch.</a:t>
          </a:r>
          <a:endParaRPr lang="en-US" sz="2500" kern="1200"/>
        </a:p>
      </dsp:txBody>
      <dsp:txXfrm>
        <a:off x="1756284" y="2495577"/>
        <a:ext cx="6653454" cy="681782"/>
      </dsp:txXfrm>
    </dsp:sp>
    <dsp:sp modelId="{D3F1BEAA-56EC-4D88-82D3-485B7069E2C6}">
      <dsp:nvSpPr>
        <dsp:cNvPr id="0" name=""/>
        <dsp:cNvSpPr/>
      </dsp:nvSpPr>
      <dsp:spPr>
        <a:xfrm>
          <a:off x="2313432" y="3299155"/>
          <a:ext cx="7744967" cy="724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kern="1200"/>
            <a:t>PID-DC and stepper motors.</a:t>
          </a:r>
          <a:endParaRPr lang="en-US" sz="2500" kern="1200"/>
        </a:p>
      </dsp:txBody>
      <dsp:txXfrm>
        <a:off x="2334643" y="3320366"/>
        <a:ext cx="6653454" cy="681782"/>
      </dsp:txXfrm>
    </dsp:sp>
    <dsp:sp modelId="{93E46EB3-98E1-41D9-908F-C431BD08D4C4}">
      <dsp:nvSpPr>
        <dsp:cNvPr id="0" name=""/>
        <dsp:cNvSpPr/>
      </dsp:nvSpPr>
      <dsp:spPr>
        <a:xfrm>
          <a:off x="7274234" y="529071"/>
          <a:ext cx="470733" cy="47073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380149" y="529071"/>
        <a:ext cx="258903" cy="354227"/>
      </dsp:txXfrm>
    </dsp:sp>
    <dsp:sp modelId="{B2C3493F-2E86-4BDF-A2E0-3946BD246AE3}">
      <dsp:nvSpPr>
        <dsp:cNvPr id="0" name=""/>
        <dsp:cNvSpPr/>
      </dsp:nvSpPr>
      <dsp:spPr>
        <a:xfrm>
          <a:off x="7852592" y="1353860"/>
          <a:ext cx="470733" cy="47073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958507" y="1353860"/>
        <a:ext cx="258903" cy="354227"/>
      </dsp:txXfrm>
    </dsp:sp>
    <dsp:sp modelId="{56D06241-FE1D-43E8-9AC5-F76584A3CD14}">
      <dsp:nvSpPr>
        <dsp:cNvPr id="0" name=""/>
        <dsp:cNvSpPr/>
      </dsp:nvSpPr>
      <dsp:spPr>
        <a:xfrm>
          <a:off x="8430950" y="2166579"/>
          <a:ext cx="470733" cy="47073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8536865" y="2166579"/>
        <a:ext cx="258903" cy="354227"/>
      </dsp:txXfrm>
    </dsp:sp>
    <dsp:sp modelId="{F85BCB5E-5C8D-4D2A-914E-B050A68D6068}">
      <dsp:nvSpPr>
        <dsp:cNvPr id="0" name=""/>
        <dsp:cNvSpPr/>
      </dsp:nvSpPr>
      <dsp:spPr>
        <a:xfrm>
          <a:off x="9009308" y="2999414"/>
          <a:ext cx="470733" cy="47073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9115223" y="2999414"/>
        <a:ext cx="258903" cy="3542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F964CB-EB42-4D5B-9866-F291EADC032F}">
      <dsp:nvSpPr>
        <dsp:cNvPr id="0" name=""/>
        <dsp:cNvSpPr/>
      </dsp:nvSpPr>
      <dsp:spPr>
        <a:xfrm>
          <a:off x="348206" y="835188"/>
          <a:ext cx="1075482" cy="107548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635B59-A90B-4B20-B538-9AF3E697C31A}">
      <dsp:nvSpPr>
        <dsp:cNvPr id="0" name=""/>
        <dsp:cNvSpPr/>
      </dsp:nvSpPr>
      <dsp:spPr>
        <a:xfrm>
          <a:off x="577408" y="1064389"/>
          <a:ext cx="617080" cy="6170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735E25-A816-4488-9F70-538DD3905CBF}">
      <dsp:nvSpPr>
        <dsp:cNvPr id="0" name=""/>
        <dsp:cNvSpPr/>
      </dsp:nvSpPr>
      <dsp:spPr>
        <a:xfrm>
          <a:off x="4405" y="2245657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400" kern="1200"/>
            <a:t>Remote multi-pilot medical robots.</a:t>
          </a:r>
          <a:endParaRPr lang="en-US" sz="1400" kern="1200"/>
        </a:p>
      </dsp:txBody>
      <dsp:txXfrm>
        <a:off x="4405" y="2245657"/>
        <a:ext cx="1763085" cy="705234"/>
      </dsp:txXfrm>
    </dsp:sp>
    <dsp:sp modelId="{070AED8A-FA45-4A7C-8CEC-B91F69E74AA9}">
      <dsp:nvSpPr>
        <dsp:cNvPr id="0" name=""/>
        <dsp:cNvSpPr/>
      </dsp:nvSpPr>
      <dsp:spPr>
        <a:xfrm>
          <a:off x="2419832" y="835188"/>
          <a:ext cx="1075482" cy="107548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8E7B11-F920-4764-8733-FF2DE76F0EBA}">
      <dsp:nvSpPr>
        <dsp:cNvPr id="0" name=""/>
        <dsp:cNvSpPr/>
      </dsp:nvSpPr>
      <dsp:spPr>
        <a:xfrm>
          <a:off x="2649033" y="1064389"/>
          <a:ext cx="617080" cy="6170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B06920-4FE2-481F-96FA-A6F633DBDCC7}">
      <dsp:nvSpPr>
        <dsp:cNvPr id="0" name=""/>
        <dsp:cNvSpPr/>
      </dsp:nvSpPr>
      <dsp:spPr>
        <a:xfrm>
          <a:off x="2076031" y="2245657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400" kern="1200"/>
            <a:t>Exactly-repeated experimental research iterations.</a:t>
          </a:r>
          <a:endParaRPr lang="en-US" sz="1400" kern="1200"/>
        </a:p>
      </dsp:txBody>
      <dsp:txXfrm>
        <a:off x="2076031" y="2245657"/>
        <a:ext cx="1763085" cy="705234"/>
      </dsp:txXfrm>
    </dsp:sp>
    <dsp:sp modelId="{5456D650-109C-4972-9A17-2833B3A1FA51}">
      <dsp:nvSpPr>
        <dsp:cNvPr id="0" name=""/>
        <dsp:cNvSpPr/>
      </dsp:nvSpPr>
      <dsp:spPr>
        <a:xfrm>
          <a:off x="4491458" y="835188"/>
          <a:ext cx="1075482" cy="107548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B648E7-50B4-4BE1-B85A-D00E70D4B0E2}">
      <dsp:nvSpPr>
        <dsp:cNvPr id="0" name=""/>
        <dsp:cNvSpPr/>
      </dsp:nvSpPr>
      <dsp:spPr>
        <a:xfrm>
          <a:off x="4720659" y="1064389"/>
          <a:ext cx="617080" cy="6170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D760B8-90F1-400D-BCBB-5125F1C65FB5}">
      <dsp:nvSpPr>
        <dsp:cNvPr id="0" name=""/>
        <dsp:cNvSpPr/>
      </dsp:nvSpPr>
      <dsp:spPr>
        <a:xfrm>
          <a:off x="4147657" y="2245657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400" kern="1200"/>
            <a:t>Proxy agent for dangerous work.</a:t>
          </a:r>
          <a:endParaRPr lang="en-US" sz="1400" kern="1200"/>
        </a:p>
      </dsp:txBody>
      <dsp:txXfrm>
        <a:off x="4147657" y="2245657"/>
        <a:ext cx="1763085" cy="705234"/>
      </dsp:txXfrm>
    </dsp:sp>
    <dsp:sp modelId="{2A1C65D0-0B9E-4795-8B33-B0486EE07453}">
      <dsp:nvSpPr>
        <dsp:cNvPr id="0" name=""/>
        <dsp:cNvSpPr/>
      </dsp:nvSpPr>
      <dsp:spPr>
        <a:xfrm>
          <a:off x="6563084" y="835188"/>
          <a:ext cx="1075482" cy="107548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79D148-2343-43F0-8C8B-5D3D010FCE38}">
      <dsp:nvSpPr>
        <dsp:cNvPr id="0" name=""/>
        <dsp:cNvSpPr/>
      </dsp:nvSpPr>
      <dsp:spPr>
        <a:xfrm>
          <a:off x="6792285" y="1064389"/>
          <a:ext cx="617080" cy="6170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C39545-024C-4C5C-A57C-3FE39A1F1D82}">
      <dsp:nvSpPr>
        <dsp:cNvPr id="0" name=""/>
        <dsp:cNvSpPr/>
      </dsp:nvSpPr>
      <dsp:spPr>
        <a:xfrm>
          <a:off x="6219283" y="2245657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400" kern="1200"/>
            <a:t>A whimsical home message board.</a:t>
          </a:r>
          <a:endParaRPr lang="en-US" sz="1400" kern="1200"/>
        </a:p>
      </dsp:txBody>
      <dsp:txXfrm>
        <a:off x="6219283" y="2245657"/>
        <a:ext cx="1763085" cy="705234"/>
      </dsp:txXfrm>
    </dsp:sp>
    <dsp:sp modelId="{9104E3B5-0D72-4D07-9F1A-79B2AAF3C430}">
      <dsp:nvSpPr>
        <dsp:cNvPr id="0" name=""/>
        <dsp:cNvSpPr/>
      </dsp:nvSpPr>
      <dsp:spPr>
        <a:xfrm>
          <a:off x="8634710" y="835188"/>
          <a:ext cx="1075482" cy="107548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760E70-7811-4C84-A2A8-F1F751CE230A}">
      <dsp:nvSpPr>
        <dsp:cNvPr id="0" name=""/>
        <dsp:cNvSpPr/>
      </dsp:nvSpPr>
      <dsp:spPr>
        <a:xfrm>
          <a:off x="8863911" y="1064389"/>
          <a:ext cx="617080" cy="61708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0FF239-7840-42F7-9BB2-589EBEAAC94A}">
      <dsp:nvSpPr>
        <dsp:cNvPr id="0" name=""/>
        <dsp:cNvSpPr/>
      </dsp:nvSpPr>
      <dsp:spPr>
        <a:xfrm>
          <a:off x="8290908" y="2245657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400" kern="1200"/>
            <a:t>User-scaling.</a:t>
          </a:r>
          <a:endParaRPr lang="en-US" sz="1400" kern="1200"/>
        </a:p>
      </dsp:txBody>
      <dsp:txXfrm>
        <a:off x="8290908" y="2245657"/>
        <a:ext cx="1763085" cy="7052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296E65-D9C0-4B16-9C4E-CD8C4A3DF59B}">
      <dsp:nvSpPr>
        <dsp:cNvPr id="0" name=""/>
        <dsp:cNvSpPr/>
      </dsp:nvSpPr>
      <dsp:spPr>
        <a:xfrm>
          <a:off x="377190" y="3160"/>
          <a:ext cx="2907506" cy="174450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100" kern="1200"/>
            <a:t>Goal 3: Good Health and Wellbeing.</a:t>
          </a:r>
          <a:endParaRPr lang="en-US" sz="3100" kern="1200"/>
        </a:p>
      </dsp:txBody>
      <dsp:txXfrm>
        <a:off x="377190" y="3160"/>
        <a:ext cx="2907506" cy="1744503"/>
      </dsp:txXfrm>
    </dsp:sp>
    <dsp:sp modelId="{EF724DE9-7D96-48F9-A534-18F3AC46B1D2}">
      <dsp:nvSpPr>
        <dsp:cNvPr id="0" name=""/>
        <dsp:cNvSpPr/>
      </dsp:nvSpPr>
      <dsp:spPr>
        <a:xfrm>
          <a:off x="3575446" y="3160"/>
          <a:ext cx="2907506" cy="1744503"/>
        </a:xfrm>
        <a:prstGeom prst="rect">
          <a:avLst/>
        </a:prstGeom>
        <a:solidFill>
          <a:schemeClr val="accent5">
            <a:hueOff val="93942"/>
            <a:satOff val="9000"/>
            <a:lumOff val="220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100" kern="1200"/>
            <a:t>Goal 4: Quality Education.</a:t>
          </a:r>
          <a:endParaRPr lang="en-US" sz="3100" kern="1200"/>
        </a:p>
      </dsp:txBody>
      <dsp:txXfrm>
        <a:off x="3575446" y="3160"/>
        <a:ext cx="2907506" cy="1744503"/>
      </dsp:txXfrm>
    </dsp:sp>
    <dsp:sp modelId="{9894BE2D-056F-4822-91A1-73BD0E54BA9C}">
      <dsp:nvSpPr>
        <dsp:cNvPr id="0" name=""/>
        <dsp:cNvSpPr/>
      </dsp:nvSpPr>
      <dsp:spPr>
        <a:xfrm>
          <a:off x="6773703" y="3160"/>
          <a:ext cx="2907506" cy="1744503"/>
        </a:xfrm>
        <a:prstGeom prst="rect">
          <a:avLst/>
        </a:prstGeom>
        <a:solidFill>
          <a:schemeClr val="accent5">
            <a:hueOff val="187884"/>
            <a:satOff val="18001"/>
            <a:lumOff val="441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100" kern="1200"/>
            <a:t>Goal 9: Industry, Innovation, and Infrastructure.</a:t>
          </a:r>
          <a:endParaRPr lang="en-US" sz="3100" kern="1200"/>
        </a:p>
      </dsp:txBody>
      <dsp:txXfrm>
        <a:off x="6773703" y="3160"/>
        <a:ext cx="2907506" cy="1744503"/>
      </dsp:txXfrm>
    </dsp:sp>
    <dsp:sp modelId="{00EC1F86-8205-4AB6-B198-38E5D77A7771}">
      <dsp:nvSpPr>
        <dsp:cNvPr id="0" name=""/>
        <dsp:cNvSpPr/>
      </dsp:nvSpPr>
      <dsp:spPr>
        <a:xfrm>
          <a:off x="1976318" y="2038415"/>
          <a:ext cx="2907506" cy="1744503"/>
        </a:xfrm>
        <a:prstGeom prst="rect">
          <a:avLst/>
        </a:prstGeom>
        <a:solidFill>
          <a:schemeClr val="accent5">
            <a:hueOff val="281825"/>
            <a:satOff val="27001"/>
            <a:lumOff val="661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100" kern="1200"/>
            <a:t>Goal 10: Reduced Inequalities.</a:t>
          </a:r>
          <a:endParaRPr lang="en-US" sz="3100" kern="1200"/>
        </a:p>
      </dsp:txBody>
      <dsp:txXfrm>
        <a:off x="1976318" y="2038415"/>
        <a:ext cx="2907506" cy="1744503"/>
      </dsp:txXfrm>
    </dsp:sp>
    <dsp:sp modelId="{6D244760-04CB-4CFE-A7B7-8368529A9B04}">
      <dsp:nvSpPr>
        <dsp:cNvPr id="0" name=""/>
        <dsp:cNvSpPr/>
      </dsp:nvSpPr>
      <dsp:spPr>
        <a:xfrm>
          <a:off x="5174575" y="2038415"/>
          <a:ext cx="2907506" cy="1744503"/>
        </a:xfrm>
        <a:prstGeom prst="rect">
          <a:avLst/>
        </a:prstGeom>
        <a:solidFill>
          <a:schemeClr val="accent5">
            <a:hueOff val="375767"/>
            <a:satOff val="36001"/>
            <a:lumOff val="882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100" kern="1200"/>
            <a:t>Goal 17: Partnerships for the Goals.</a:t>
          </a:r>
          <a:endParaRPr lang="en-US" sz="3100" kern="1200"/>
        </a:p>
      </dsp:txBody>
      <dsp:txXfrm>
        <a:off x="5174575" y="2038415"/>
        <a:ext cx="2907506" cy="17445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E9D20C-C6D4-4199-808D-73331B376F78}">
      <dsp:nvSpPr>
        <dsp:cNvPr id="0" name=""/>
        <dsp:cNvSpPr/>
      </dsp:nvSpPr>
      <dsp:spPr>
        <a:xfrm>
          <a:off x="377190" y="3160"/>
          <a:ext cx="2907506" cy="17445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700" kern="1200"/>
            <a:t>RPi 5 and STM32F303RE</a:t>
          </a:r>
          <a:endParaRPr lang="en-US" sz="2700" kern="1200"/>
        </a:p>
      </dsp:txBody>
      <dsp:txXfrm>
        <a:off x="377190" y="3160"/>
        <a:ext cx="2907506" cy="1744503"/>
      </dsp:txXfrm>
    </dsp:sp>
    <dsp:sp modelId="{2F0B2F38-EBDE-4D9E-B3B1-34E9867EE430}">
      <dsp:nvSpPr>
        <dsp:cNvPr id="0" name=""/>
        <dsp:cNvSpPr/>
      </dsp:nvSpPr>
      <dsp:spPr>
        <a:xfrm>
          <a:off x="3575446" y="3160"/>
          <a:ext cx="2907506" cy="1744503"/>
        </a:xfrm>
        <a:prstGeom prst="rect">
          <a:avLst/>
        </a:prstGeom>
        <a:solidFill>
          <a:schemeClr val="accent2">
            <a:hueOff val="810023"/>
            <a:satOff val="113"/>
            <a:lumOff val="9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700" kern="1200"/>
            <a:t>Webcam, NRF24L01+, SSD1306, TL082, TL084</a:t>
          </a:r>
          <a:endParaRPr lang="en-US" sz="2700" kern="1200"/>
        </a:p>
      </dsp:txBody>
      <dsp:txXfrm>
        <a:off x="3575446" y="3160"/>
        <a:ext cx="2907506" cy="1744503"/>
      </dsp:txXfrm>
    </dsp:sp>
    <dsp:sp modelId="{A7507362-3739-4577-A020-43958AD093EC}">
      <dsp:nvSpPr>
        <dsp:cNvPr id="0" name=""/>
        <dsp:cNvSpPr/>
      </dsp:nvSpPr>
      <dsp:spPr>
        <a:xfrm>
          <a:off x="6773703" y="3160"/>
          <a:ext cx="2907506" cy="1744503"/>
        </a:xfrm>
        <a:prstGeom prst="rect">
          <a:avLst/>
        </a:prstGeom>
        <a:solidFill>
          <a:schemeClr val="accent2">
            <a:hueOff val="1620045"/>
            <a:satOff val="225"/>
            <a:lumOff val="19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700" kern="1200"/>
            <a:t>L293D and A4899</a:t>
          </a:r>
          <a:endParaRPr lang="en-US" sz="2700" kern="1200"/>
        </a:p>
      </dsp:txBody>
      <dsp:txXfrm>
        <a:off x="6773703" y="3160"/>
        <a:ext cx="2907506" cy="1744503"/>
      </dsp:txXfrm>
    </dsp:sp>
    <dsp:sp modelId="{F4BD9B74-251C-433A-B96B-06C0D46BDBB8}">
      <dsp:nvSpPr>
        <dsp:cNvPr id="0" name=""/>
        <dsp:cNvSpPr/>
      </dsp:nvSpPr>
      <dsp:spPr>
        <a:xfrm>
          <a:off x="1976318" y="2038415"/>
          <a:ext cx="2907506" cy="1744503"/>
        </a:xfrm>
        <a:prstGeom prst="rect">
          <a:avLst/>
        </a:prstGeom>
        <a:solidFill>
          <a:schemeClr val="accent2">
            <a:hueOff val="2430068"/>
            <a:satOff val="338"/>
            <a:lumOff val="29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700" kern="1200"/>
            <a:t>FIT0185 and 17HS4401S</a:t>
          </a:r>
          <a:endParaRPr lang="en-US" sz="2700" kern="1200"/>
        </a:p>
      </dsp:txBody>
      <dsp:txXfrm>
        <a:off x="1976318" y="2038415"/>
        <a:ext cx="2907506" cy="1744503"/>
      </dsp:txXfrm>
    </dsp:sp>
    <dsp:sp modelId="{234FABB3-4E9F-4712-880D-5F223A99FB30}">
      <dsp:nvSpPr>
        <dsp:cNvPr id="0" name=""/>
        <dsp:cNvSpPr/>
      </dsp:nvSpPr>
      <dsp:spPr>
        <a:xfrm>
          <a:off x="5174575" y="2038415"/>
          <a:ext cx="2907506" cy="1744503"/>
        </a:xfrm>
        <a:prstGeom prst="rect">
          <a:avLst/>
        </a:prstGeom>
        <a:solidFill>
          <a:schemeClr val="accent2">
            <a:hueOff val="3240090"/>
            <a:satOff val="451"/>
            <a:lumOff val="39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700" kern="1200"/>
            <a:t>Etch A Sketch – Large, Red</a:t>
          </a:r>
          <a:endParaRPr lang="en-US" sz="2700" kern="1200"/>
        </a:p>
      </dsp:txBody>
      <dsp:txXfrm>
        <a:off x="5174575" y="2038415"/>
        <a:ext cx="2907506" cy="174450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9CB2E8-CD0A-4655-8106-0CB98B0CEE8C}">
      <dsp:nvSpPr>
        <dsp:cNvPr id="0" name=""/>
        <dsp:cNvSpPr/>
      </dsp:nvSpPr>
      <dsp:spPr>
        <a:xfrm>
          <a:off x="489253" y="1011400"/>
          <a:ext cx="793388" cy="7933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8CB1D6-6134-4FB9-96AE-B190532FAB2E}">
      <dsp:nvSpPr>
        <dsp:cNvPr id="0" name=""/>
        <dsp:cNvSpPr/>
      </dsp:nvSpPr>
      <dsp:spPr>
        <a:xfrm>
          <a:off x="4405" y="2069445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Raspbian Linux video capture/DSP.</a:t>
          </a:r>
          <a:endParaRPr lang="en-US" sz="1600" kern="1200"/>
        </a:p>
      </dsp:txBody>
      <dsp:txXfrm>
        <a:off x="4405" y="2069445"/>
        <a:ext cx="1763085" cy="705234"/>
      </dsp:txXfrm>
    </dsp:sp>
    <dsp:sp modelId="{87EB297C-7C21-4E0A-909E-F8AC7EAC312D}">
      <dsp:nvSpPr>
        <dsp:cNvPr id="0" name=""/>
        <dsp:cNvSpPr/>
      </dsp:nvSpPr>
      <dsp:spPr>
        <a:xfrm>
          <a:off x="2560879" y="1011400"/>
          <a:ext cx="793388" cy="7933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51A64A-2B92-4D4A-99DC-AF66CB0BEFC1}">
      <dsp:nvSpPr>
        <dsp:cNvPr id="0" name=""/>
        <dsp:cNvSpPr/>
      </dsp:nvSpPr>
      <dsp:spPr>
        <a:xfrm>
          <a:off x="2076031" y="2069445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RPi 5 and controller communicate bidirectionally.</a:t>
          </a:r>
          <a:endParaRPr lang="en-US" sz="1600" kern="1200"/>
        </a:p>
      </dsp:txBody>
      <dsp:txXfrm>
        <a:off x="2076031" y="2069445"/>
        <a:ext cx="1763085" cy="705234"/>
      </dsp:txXfrm>
    </dsp:sp>
    <dsp:sp modelId="{AE7DA574-7BC6-4D6B-A4E7-D33899A7E589}">
      <dsp:nvSpPr>
        <dsp:cNvPr id="0" name=""/>
        <dsp:cNvSpPr/>
      </dsp:nvSpPr>
      <dsp:spPr>
        <a:xfrm>
          <a:off x="4632505" y="1011400"/>
          <a:ext cx="793388" cy="7933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83C055-488B-41CD-886A-6B9B0B6B7B1D}">
      <dsp:nvSpPr>
        <dsp:cNvPr id="0" name=""/>
        <dsp:cNvSpPr/>
      </dsp:nvSpPr>
      <dsp:spPr>
        <a:xfrm>
          <a:off x="4147657" y="2069445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C-coded finite state machine.</a:t>
          </a:r>
          <a:endParaRPr lang="en-US" sz="1600" kern="1200"/>
        </a:p>
      </dsp:txBody>
      <dsp:txXfrm>
        <a:off x="4147657" y="2069445"/>
        <a:ext cx="1763085" cy="705234"/>
      </dsp:txXfrm>
    </dsp:sp>
    <dsp:sp modelId="{C53713E0-B2FD-421F-BAC7-9EA0D1E4D89E}">
      <dsp:nvSpPr>
        <dsp:cNvPr id="0" name=""/>
        <dsp:cNvSpPr/>
      </dsp:nvSpPr>
      <dsp:spPr>
        <a:xfrm>
          <a:off x="6704131" y="1011400"/>
          <a:ext cx="793388" cy="7933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E93003-A371-4D6C-A132-4F1D33034140}">
      <dsp:nvSpPr>
        <dsp:cNvPr id="0" name=""/>
        <dsp:cNvSpPr/>
      </dsp:nvSpPr>
      <dsp:spPr>
        <a:xfrm>
          <a:off x="6219283" y="2069445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PID-controlled DC motor.</a:t>
          </a:r>
          <a:endParaRPr lang="en-US" sz="1600" kern="1200"/>
        </a:p>
      </dsp:txBody>
      <dsp:txXfrm>
        <a:off x="6219283" y="2069445"/>
        <a:ext cx="1763085" cy="705234"/>
      </dsp:txXfrm>
    </dsp:sp>
    <dsp:sp modelId="{31078DB5-90A6-4493-9227-FF62E5F7944C}">
      <dsp:nvSpPr>
        <dsp:cNvPr id="0" name=""/>
        <dsp:cNvSpPr/>
      </dsp:nvSpPr>
      <dsp:spPr>
        <a:xfrm>
          <a:off x="8775757" y="1011400"/>
          <a:ext cx="793388" cy="793388"/>
        </a:xfrm>
        <a:prstGeom prst="rect">
          <a:avLst/>
        </a:prstGeom>
        <a:blipFill rotWithShape="1"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8EE81C-8770-493B-A694-580DB0D76CCC}">
      <dsp:nvSpPr>
        <dsp:cNvPr id="0" name=""/>
        <dsp:cNvSpPr/>
      </dsp:nvSpPr>
      <dsp:spPr>
        <a:xfrm>
          <a:off x="8290908" y="2069445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Controller features tunable physical alignment.</a:t>
          </a:r>
          <a:endParaRPr lang="en-US" sz="1600" kern="1200"/>
        </a:p>
      </dsp:txBody>
      <dsp:txXfrm>
        <a:off x="8290908" y="2069445"/>
        <a:ext cx="1763085" cy="7052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FE31F-FC1B-4851-BFE1-5060776806FE}" type="datetimeFigureOut">
              <a:rPr lang="en-CA" smtClean="0"/>
              <a:t>2025-11-05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4B6-74A1-4CC3-B034-C034CCB3BBCA}" type="slidenum">
              <a:rPr lang="en-CA" smtClean="0"/>
              <a:t>‹#›</a:t>
            </a:fld>
            <a:endParaRPr lang="en-C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82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FE31F-FC1B-4851-BFE1-5060776806FE}" type="datetimeFigureOut">
              <a:rPr lang="en-CA" smtClean="0"/>
              <a:t>2025-11-05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4B6-74A1-4CC3-B034-C034CCB3BBC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1865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FE31F-FC1B-4851-BFE1-5060776806FE}" type="datetimeFigureOut">
              <a:rPr lang="en-CA" smtClean="0"/>
              <a:t>2025-11-05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4B6-74A1-4CC3-B034-C034CCB3BBCA}" type="slidenum">
              <a:rPr lang="en-CA" smtClean="0"/>
              <a:t>‹#›</a:t>
            </a:fld>
            <a:endParaRPr lang="en-C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984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FE31F-FC1B-4851-BFE1-5060776806FE}" type="datetimeFigureOut">
              <a:rPr lang="en-CA" smtClean="0"/>
              <a:t>2025-11-05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4B6-74A1-4CC3-B034-C034CCB3BBC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3237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FE31F-FC1B-4851-BFE1-5060776806FE}" type="datetimeFigureOut">
              <a:rPr lang="en-CA" smtClean="0"/>
              <a:t>2025-11-05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4B6-74A1-4CC3-B034-C034CCB3BBC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847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FE31F-FC1B-4851-BFE1-5060776806FE}" type="datetimeFigureOut">
              <a:rPr lang="en-CA" smtClean="0"/>
              <a:t>2025-11-05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4B6-74A1-4CC3-B034-C034CCB3BBC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2547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FE31F-FC1B-4851-BFE1-5060776806FE}" type="datetimeFigureOut">
              <a:rPr lang="en-CA" smtClean="0"/>
              <a:t>2025-11-05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4B6-74A1-4CC3-B034-C034CCB3BBC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6427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DFFE31F-FC1B-4851-BFE1-5060776806FE}" type="datetimeFigureOut">
              <a:rPr lang="en-CA" smtClean="0"/>
              <a:t>2025-11-05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2244B6-74A1-4CC3-B034-C034CCB3BBC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6753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FE31F-FC1B-4851-BFE1-5060776806FE}" type="datetimeFigureOut">
              <a:rPr lang="en-CA" smtClean="0"/>
              <a:t>2025-11-05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4B6-74A1-4CC3-B034-C034CCB3BBC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947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FE31F-FC1B-4851-BFE1-5060776806FE}" type="datetimeFigureOut">
              <a:rPr lang="en-CA" smtClean="0"/>
              <a:t>2025-11-05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4B6-74A1-4CC3-B034-C034CCB3BBC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1817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FE31F-FC1B-4851-BFE1-5060776806FE}" type="datetimeFigureOut">
              <a:rPr lang="en-CA" smtClean="0"/>
              <a:t>2025-11-05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4B6-74A1-4CC3-B034-C034CCB3BBC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1666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DFFE31F-FC1B-4851-BFE1-5060776806FE}" type="datetimeFigureOut">
              <a:rPr lang="en-CA" smtClean="0"/>
              <a:t>2025-11-05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62244B6-74A1-4CC3-B034-C034CCB3BBCA}" type="slidenum">
              <a:rPr lang="en-CA" smtClean="0"/>
              <a:t>‹#›</a:t>
            </a:fld>
            <a:endParaRPr lang="en-CA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9270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6A6711-621D-BF24-1F55-7E76CAED4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>
            <a:normAutofit/>
          </a:bodyPr>
          <a:lstStyle/>
          <a:p>
            <a:r>
              <a:rPr lang="en-CA" sz="7400"/>
              <a:t>ESE Engineering Project V</a:t>
            </a:r>
            <a:br>
              <a:rPr lang="en-CA" sz="7400"/>
            </a:br>
            <a:r>
              <a:rPr lang="en-CA" sz="7400"/>
              <a:t>Project 3:</a:t>
            </a:r>
            <a:br>
              <a:rPr lang="en-CA" sz="7400"/>
            </a:br>
            <a:r>
              <a:rPr lang="en-CA" sz="7400"/>
              <a:t>Etch </a:t>
            </a:r>
            <a:r>
              <a:rPr lang="en-CA" sz="7400" i="1"/>
              <a:t>Auto</a:t>
            </a:r>
            <a:r>
              <a:rPr lang="en-CA" sz="7400"/>
              <a:t> Sketch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FDCD42-C90A-1ACA-3D79-40B3B6359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Fergus Page</a:t>
            </a:r>
          </a:p>
          <a:p>
            <a:r>
              <a:rPr lang="en-CA">
                <a:solidFill>
                  <a:srgbClr val="FFFFFF"/>
                </a:solidFill>
              </a:rPr>
              <a:t>November 5</a:t>
            </a:r>
            <a:r>
              <a:rPr lang="en-CA" baseline="30000">
                <a:solidFill>
                  <a:srgbClr val="FFFFFF"/>
                </a:solidFill>
              </a:rPr>
              <a:t>th</a:t>
            </a:r>
            <a:r>
              <a:rPr lang="en-CA">
                <a:solidFill>
                  <a:srgbClr val="FFFFFF"/>
                </a:solidFill>
              </a:rPr>
              <a:t>, 2025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5384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8ECC6F21-E92D-070D-9B87-8F0C3321B61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0287E58-BFA2-4780-8829-AAA140F4AF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6C7417E-131B-5EA6-92D8-B9D9BAB63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CA"/>
              <a:t>Project Overview:</a:t>
            </a:r>
            <a:endParaRPr lang="en-CA" dirty="0"/>
          </a:p>
        </p:txBody>
      </p:sp>
      <p:graphicFrame>
        <p:nvGraphicFramePr>
          <p:cNvPr id="40" name="Content Placeholder 2">
            <a:extLst>
              <a:ext uri="{FF2B5EF4-FFF2-40B4-BE49-F238E27FC236}">
                <a16:creationId xmlns:a16="http://schemas.microsoft.com/office/drawing/2014/main" id="{E41CB649-B31B-A83D-8FCB-073E6A47F98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1" name="Rectangle 40">
            <a:extLst>
              <a:ext uri="{FF2B5EF4-FFF2-40B4-BE49-F238E27FC236}">
                <a16:creationId xmlns:a16="http://schemas.microsoft.com/office/drawing/2014/main" id="{6FA44386-17EF-471B-BBDB-C20ACD5A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6C4828D-6EB3-42F1-B844-8F3B0D0E1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219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6A68A-8943-84AC-D983-DB615941B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CA"/>
              <a:t>Extended Applications</a:t>
            </a:r>
            <a:endParaRPr lang="en-CA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028A626-7FDC-0255-D9AD-2542F2A3E9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6255738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623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DA9AE-6DD7-C7A3-F3DE-07A518EE9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CA" sz="4000" dirty="0"/>
              <a:t>United Nations Sustainable Development Goals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D4BE46-2604-A0E8-1C0A-A542EF6EF3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9876787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0130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E4BFB-062B-7E0D-C350-A9BAFD542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CA"/>
              <a:t>System Overview</a:t>
            </a:r>
            <a:endParaRPr lang="en-CA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E83457-AAE9-C1E4-4B25-198C083841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984269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0711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525D1-72BF-711F-FF5B-68E8B496D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CA" dirty="0"/>
              <a:t>Software and Control Considerations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8C939E-FBB9-B6AB-ED6E-6ADCC75C84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0185263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8826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9B9B1-6433-2314-2831-DFBD16386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98CE7-2042-BC18-E231-C3334C98F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3500840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62</TotalTime>
  <Words>181</Words>
  <Application>Microsoft Office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Calibri</vt:lpstr>
      <vt:lpstr>Calibri Light</vt:lpstr>
      <vt:lpstr>Retrospect</vt:lpstr>
      <vt:lpstr>ESE Engineering Project V Project 3: Etch Auto Sketch</vt:lpstr>
      <vt:lpstr>Project Overview:</vt:lpstr>
      <vt:lpstr>Extended Applications</vt:lpstr>
      <vt:lpstr>United Nations Sustainable Development Goals</vt:lpstr>
      <vt:lpstr>System Overview</vt:lpstr>
      <vt:lpstr>Software and Control Considerations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Fergus Page</dc:creator>
  <cp:lastModifiedBy>Fergus Page</cp:lastModifiedBy>
  <cp:revision>14</cp:revision>
  <dcterms:created xsi:type="dcterms:W3CDTF">2025-11-06T00:47:42Z</dcterms:created>
  <dcterms:modified xsi:type="dcterms:W3CDTF">2025-11-06T01:50:13Z</dcterms:modified>
</cp:coreProperties>
</file>