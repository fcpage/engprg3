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ink/ink1.xml" ContentType="application/inkml+xml"/>
  <Override PartName="/ppt/ink/ink2.xml" ContentType="application/inkml+xml"/>
  <Override PartName="/ppt/ink/ink3.xml" ContentType="application/inkml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66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75" r:id="rId8"/>
    <p:sldId id="263" r:id="rId9"/>
    <p:sldId id="274" r:id="rId10"/>
    <p:sldId id="264" r:id="rId11"/>
    <p:sldId id="270" r:id="rId12"/>
    <p:sldId id="272" r:id="rId13"/>
    <p:sldId id="273" r:id="rId14"/>
    <p:sldId id="265" r:id="rId15"/>
    <p:sldId id="271" r:id="rId16"/>
    <p:sldId id="266" r:id="rId17"/>
    <p:sldId id="269" r:id="rId18"/>
    <p:sldId id="267" r:id="rId19"/>
    <p:sldId id="268" r:id="rId20"/>
    <p:sldId id="276" r:id="rId21"/>
    <p:sldId id="277" r:id="rId2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>
        <p:scale>
          <a:sx n="75" d="100"/>
          <a:sy n="75" d="100"/>
        </p:scale>
        <p:origin x="472" y="5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diagrams/_rels/data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10" Type="http://schemas.openxmlformats.org/officeDocument/2006/relationships/image" Target="../media/image11.svg"/><Relationship Id="rId4" Type="http://schemas.openxmlformats.org/officeDocument/2006/relationships/image" Target="../media/image5.svg"/><Relationship Id="rId9" Type="http://schemas.openxmlformats.org/officeDocument/2006/relationships/image" Target="../media/image10.png"/></Relationships>
</file>

<file path=ppt/diagrams/_rels/data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sv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image" Target="../media/image13.svg"/><Relationship Id="rId1" Type="http://schemas.openxmlformats.org/officeDocument/2006/relationships/image" Target="../media/image12.png"/><Relationship Id="rId6" Type="http://schemas.openxmlformats.org/officeDocument/2006/relationships/image" Target="../media/image17.svg"/><Relationship Id="rId5" Type="http://schemas.openxmlformats.org/officeDocument/2006/relationships/image" Target="../media/image16.png"/><Relationship Id="rId10" Type="http://schemas.openxmlformats.org/officeDocument/2006/relationships/image" Target="../media/image21.svg"/><Relationship Id="rId4" Type="http://schemas.openxmlformats.org/officeDocument/2006/relationships/image" Target="../media/image15.svg"/><Relationship Id="rId9" Type="http://schemas.openxmlformats.org/officeDocument/2006/relationships/image" Target="../media/image20.png"/></Relationships>
</file>

<file path=ppt/diagrams/_rels/data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svg"/><Relationship Id="rId3" Type="http://schemas.openxmlformats.org/officeDocument/2006/relationships/image" Target="../media/image24.png"/><Relationship Id="rId7" Type="http://schemas.openxmlformats.org/officeDocument/2006/relationships/image" Target="../media/image28.png"/><Relationship Id="rId2" Type="http://schemas.openxmlformats.org/officeDocument/2006/relationships/image" Target="../media/image23.svg"/><Relationship Id="rId1" Type="http://schemas.openxmlformats.org/officeDocument/2006/relationships/image" Target="../media/image22.png"/><Relationship Id="rId6" Type="http://schemas.openxmlformats.org/officeDocument/2006/relationships/image" Target="../media/image27.svg"/><Relationship Id="rId5" Type="http://schemas.openxmlformats.org/officeDocument/2006/relationships/image" Target="../media/image26.png"/><Relationship Id="rId10" Type="http://schemas.openxmlformats.org/officeDocument/2006/relationships/image" Target="../media/image31.svg"/><Relationship Id="rId4" Type="http://schemas.openxmlformats.org/officeDocument/2006/relationships/image" Target="../media/image25.svg"/><Relationship Id="rId9" Type="http://schemas.openxmlformats.org/officeDocument/2006/relationships/image" Target="../media/image30.png"/></Relationships>
</file>

<file path=ppt/diagrams/_rels/data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svg"/><Relationship Id="rId3" Type="http://schemas.openxmlformats.org/officeDocument/2006/relationships/image" Target="../media/image39.png"/><Relationship Id="rId7" Type="http://schemas.openxmlformats.org/officeDocument/2006/relationships/image" Target="../media/image43.png"/><Relationship Id="rId2" Type="http://schemas.openxmlformats.org/officeDocument/2006/relationships/image" Target="../media/image38.svg"/><Relationship Id="rId1" Type="http://schemas.openxmlformats.org/officeDocument/2006/relationships/image" Target="../media/image37.png"/><Relationship Id="rId6" Type="http://schemas.openxmlformats.org/officeDocument/2006/relationships/image" Target="../media/image42.svg"/><Relationship Id="rId5" Type="http://schemas.openxmlformats.org/officeDocument/2006/relationships/image" Target="../media/image41.png"/><Relationship Id="rId4" Type="http://schemas.openxmlformats.org/officeDocument/2006/relationships/image" Target="../media/image40.svg"/></Relationships>
</file>

<file path=ppt/diagrams/_rels/data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9.svg"/><Relationship Id="rId3" Type="http://schemas.openxmlformats.org/officeDocument/2006/relationships/image" Target="../media/image64.png"/><Relationship Id="rId7" Type="http://schemas.openxmlformats.org/officeDocument/2006/relationships/image" Target="../media/image68.png"/><Relationship Id="rId2" Type="http://schemas.openxmlformats.org/officeDocument/2006/relationships/image" Target="../media/image63.svg"/><Relationship Id="rId1" Type="http://schemas.openxmlformats.org/officeDocument/2006/relationships/image" Target="../media/image62.png"/><Relationship Id="rId6" Type="http://schemas.openxmlformats.org/officeDocument/2006/relationships/image" Target="../media/image67.svg"/><Relationship Id="rId5" Type="http://schemas.openxmlformats.org/officeDocument/2006/relationships/image" Target="../media/image66.png"/><Relationship Id="rId10" Type="http://schemas.openxmlformats.org/officeDocument/2006/relationships/image" Target="../media/image71.svg"/><Relationship Id="rId4" Type="http://schemas.openxmlformats.org/officeDocument/2006/relationships/image" Target="../media/image65.svg"/><Relationship Id="rId9" Type="http://schemas.openxmlformats.org/officeDocument/2006/relationships/image" Target="../media/image70.png"/></Relationships>
</file>

<file path=ppt/diagrams/_rels/data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9.svg"/><Relationship Id="rId3" Type="http://schemas.openxmlformats.org/officeDocument/2006/relationships/image" Target="../media/image74.png"/><Relationship Id="rId7" Type="http://schemas.openxmlformats.org/officeDocument/2006/relationships/image" Target="../media/image78.png"/><Relationship Id="rId2" Type="http://schemas.openxmlformats.org/officeDocument/2006/relationships/image" Target="../media/image73.svg"/><Relationship Id="rId1" Type="http://schemas.openxmlformats.org/officeDocument/2006/relationships/image" Target="../media/image72.png"/><Relationship Id="rId6" Type="http://schemas.openxmlformats.org/officeDocument/2006/relationships/image" Target="../media/image77.svg"/><Relationship Id="rId5" Type="http://schemas.openxmlformats.org/officeDocument/2006/relationships/image" Target="../media/image76.png"/><Relationship Id="rId10" Type="http://schemas.openxmlformats.org/officeDocument/2006/relationships/image" Target="../media/image81.svg"/><Relationship Id="rId4" Type="http://schemas.openxmlformats.org/officeDocument/2006/relationships/image" Target="../media/image75.svg"/><Relationship Id="rId9" Type="http://schemas.openxmlformats.org/officeDocument/2006/relationships/image" Target="../media/image80.png"/></Relationships>
</file>

<file path=ppt/diagrams/_rels/drawing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10" Type="http://schemas.openxmlformats.org/officeDocument/2006/relationships/image" Target="../media/image11.svg"/><Relationship Id="rId4" Type="http://schemas.openxmlformats.org/officeDocument/2006/relationships/image" Target="../media/image5.svg"/><Relationship Id="rId9" Type="http://schemas.openxmlformats.org/officeDocument/2006/relationships/image" Target="../media/image10.png"/></Relationships>
</file>

<file path=ppt/diagrams/_rels/drawing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sv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image" Target="../media/image13.svg"/><Relationship Id="rId1" Type="http://schemas.openxmlformats.org/officeDocument/2006/relationships/image" Target="../media/image12.png"/><Relationship Id="rId6" Type="http://schemas.openxmlformats.org/officeDocument/2006/relationships/image" Target="../media/image17.svg"/><Relationship Id="rId5" Type="http://schemas.openxmlformats.org/officeDocument/2006/relationships/image" Target="../media/image16.png"/><Relationship Id="rId10" Type="http://schemas.openxmlformats.org/officeDocument/2006/relationships/image" Target="../media/image21.svg"/><Relationship Id="rId4" Type="http://schemas.openxmlformats.org/officeDocument/2006/relationships/image" Target="../media/image15.svg"/><Relationship Id="rId9" Type="http://schemas.openxmlformats.org/officeDocument/2006/relationships/image" Target="../media/image20.png"/></Relationships>
</file>

<file path=ppt/diagrams/_rels/drawing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svg"/><Relationship Id="rId3" Type="http://schemas.openxmlformats.org/officeDocument/2006/relationships/image" Target="../media/image24.png"/><Relationship Id="rId7" Type="http://schemas.openxmlformats.org/officeDocument/2006/relationships/image" Target="../media/image28.png"/><Relationship Id="rId2" Type="http://schemas.openxmlformats.org/officeDocument/2006/relationships/image" Target="../media/image23.svg"/><Relationship Id="rId1" Type="http://schemas.openxmlformats.org/officeDocument/2006/relationships/image" Target="../media/image22.png"/><Relationship Id="rId6" Type="http://schemas.openxmlformats.org/officeDocument/2006/relationships/image" Target="../media/image27.svg"/><Relationship Id="rId5" Type="http://schemas.openxmlformats.org/officeDocument/2006/relationships/image" Target="../media/image26.png"/><Relationship Id="rId10" Type="http://schemas.openxmlformats.org/officeDocument/2006/relationships/image" Target="../media/image31.svg"/><Relationship Id="rId4" Type="http://schemas.openxmlformats.org/officeDocument/2006/relationships/image" Target="../media/image25.svg"/><Relationship Id="rId9" Type="http://schemas.openxmlformats.org/officeDocument/2006/relationships/image" Target="../media/image30.png"/></Relationships>
</file>

<file path=ppt/diagrams/_rels/drawing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svg"/><Relationship Id="rId3" Type="http://schemas.openxmlformats.org/officeDocument/2006/relationships/image" Target="../media/image39.png"/><Relationship Id="rId7" Type="http://schemas.openxmlformats.org/officeDocument/2006/relationships/image" Target="../media/image43.png"/><Relationship Id="rId2" Type="http://schemas.openxmlformats.org/officeDocument/2006/relationships/image" Target="../media/image38.svg"/><Relationship Id="rId1" Type="http://schemas.openxmlformats.org/officeDocument/2006/relationships/image" Target="../media/image37.png"/><Relationship Id="rId6" Type="http://schemas.openxmlformats.org/officeDocument/2006/relationships/image" Target="../media/image42.svg"/><Relationship Id="rId5" Type="http://schemas.openxmlformats.org/officeDocument/2006/relationships/image" Target="../media/image41.png"/><Relationship Id="rId4" Type="http://schemas.openxmlformats.org/officeDocument/2006/relationships/image" Target="../media/image40.svg"/></Relationships>
</file>

<file path=ppt/diagrams/_rels/drawing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9.svg"/><Relationship Id="rId3" Type="http://schemas.openxmlformats.org/officeDocument/2006/relationships/image" Target="../media/image64.png"/><Relationship Id="rId7" Type="http://schemas.openxmlformats.org/officeDocument/2006/relationships/image" Target="../media/image68.png"/><Relationship Id="rId2" Type="http://schemas.openxmlformats.org/officeDocument/2006/relationships/image" Target="../media/image63.svg"/><Relationship Id="rId1" Type="http://schemas.openxmlformats.org/officeDocument/2006/relationships/image" Target="../media/image62.png"/><Relationship Id="rId6" Type="http://schemas.openxmlformats.org/officeDocument/2006/relationships/image" Target="../media/image67.svg"/><Relationship Id="rId5" Type="http://schemas.openxmlformats.org/officeDocument/2006/relationships/image" Target="../media/image66.png"/><Relationship Id="rId10" Type="http://schemas.openxmlformats.org/officeDocument/2006/relationships/image" Target="../media/image71.svg"/><Relationship Id="rId4" Type="http://schemas.openxmlformats.org/officeDocument/2006/relationships/image" Target="../media/image65.svg"/><Relationship Id="rId9" Type="http://schemas.openxmlformats.org/officeDocument/2006/relationships/image" Target="../media/image70.png"/></Relationships>
</file>

<file path=ppt/diagrams/_rels/drawing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9.svg"/><Relationship Id="rId3" Type="http://schemas.openxmlformats.org/officeDocument/2006/relationships/image" Target="../media/image74.png"/><Relationship Id="rId7" Type="http://schemas.openxmlformats.org/officeDocument/2006/relationships/image" Target="../media/image78.png"/><Relationship Id="rId2" Type="http://schemas.openxmlformats.org/officeDocument/2006/relationships/image" Target="../media/image73.svg"/><Relationship Id="rId1" Type="http://schemas.openxmlformats.org/officeDocument/2006/relationships/image" Target="../media/image72.png"/><Relationship Id="rId6" Type="http://schemas.openxmlformats.org/officeDocument/2006/relationships/image" Target="../media/image77.svg"/><Relationship Id="rId5" Type="http://schemas.openxmlformats.org/officeDocument/2006/relationships/image" Target="../media/image76.png"/><Relationship Id="rId10" Type="http://schemas.openxmlformats.org/officeDocument/2006/relationships/image" Target="../media/image81.svg"/><Relationship Id="rId4" Type="http://schemas.openxmlformats.org/officeDocument/2006/relationships/image" Target="../media/image75.svg"/><Relationship Id="rId9" Type="http://schemas.openxmlformats.org/officeDocument/2006/relationships/image" Target="../media/image80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18/5/colors/Iconchunking_neutralicon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bg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6C2A089-58BB-4708-977C-1A8354A7273B}" type="doc">
      <dgm:prSet loTypeId="urn:microsoft.com/office/officeart/2005/8/layout/vProcess5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A64E7634-5526-4BA6-9AD6-B48CA1E85702}">
      <dgm:prSet/>
      <dgm:spPr/>
      <dgm:t>
        <a:bodyPr/>
        <a:lstStyle/>
        <a:p>
          <a:r>
            <a:rPr lang="en-CA"/>
            <a:t>Posture-recognition software evaluates user.</a:t>
          </a:r>
          <a:endParaRPr lang="en-US"/>
        </a:p>
      </dgm:t>
    </dgm:pt>
    <dgm:pt modelId="{08387F5E-84A0-4163-B523-F3FF95F72F98}" type="parTrans" cxnId="{7BFC2A45-B1E2-4E5D-8954-3B3E8B7B92F1}">
      <dgm:prSet/>
      <dgm:spPr/>
      <dgm:t>
        <a:bodyPr/>
        <a:lstStyle/>
        <a:p>
          <a:endParaRPr lang="en-US"/>
        </a:p>
      </dgm:t>
    </dgm:pt>
    <dgm:pt modelId="{61EF7718-BA7B-4C6A-BCF4-9E76DD6854D3}" type="sibTrans" cxnId="{7BFC2A45-B1E2-4E5D-8954-3B3E8B7B92F1}">
      <dgm:prSet/>
      <dgm:spPr/>
      <dgm:t>
        <a:bodyPr/>
        <a:lstStyle/>
        <a:p>
          <a:endParaRPr lang="en-US"/>
        </a:p>
      </dgm:t>
    </dgm:pt>
    <dgm:pt modelId="{339259BF-F85A-4509-8EAC-F2C019B0E3F5}">
      <dgm:prSet/>
      <dgm:spPr/>
      <dgm:t>
        <a:bodyPr/>
        <a:lstStyle/>
        <a:p>
          <a:r>
            <a:rPr lang="en-CA"/>
            <a:t>Posture encoded as controller commands. </a:t>
          </a:r>
          <a:endParaRPr lang="en-US"/>
        </a:p>
      </dgm:t>
    </dgm:pt>
    <dgm:pt modelId="{1467AF96-C0D8-4C37-A1AD-CEA3447C096F}" type="parTrans" cxnId="{73B2363B-0A8B-4D75-890B-6B1F0B19320E}">
      <dgm:prSet/>
      <dgm:spPr/>
      <dgm:t>
        <a:bodyPr/>
        <a:lstStyle/>
        <a:p>
          <a:endParaRPr lang="en-US"/>
        </a:p>
      </dgm:t>
    </dgm:pt>
    <dgm:pt modelId="{4D68B03A-38CB-47B7-A586-3F0477C4589A}" type="sibTrans" cxnId="{73B2363B-0A8B-4D75-890B-6B1F0B19320E}">
      <dgm:prSet/>
      <dgm:spPr/>
      <dgm:t>
        <a:bodyPr/>
        <a:lstStyle/>
        <a:p>
          <a:endParaRPr lang="en-US"/>
        </a:p>
      </dgm:t>
    </dgm:pt>
    <dgm:pt modelId="{002252C6-2A9C-445F-A0CD-CF57148D5546}">
      <dgm:prSet/>
      <dgm:spPr/>
      <dgm:t>
        <a:bodyPr/>
        <a:lstStyle/>
        <a:p>
          <a:r>
            <a:rPr lang="en-CA"/>
            <a:t>Software communicates wirelessly with controller.</a:t>
          </a:r>
          <a:endParaRPr lang="en-US"/>
        </a:p>
      </dgm:t>
    </dgm:pt>
    <dgm:pt modelId="{863163E4-E08C-4ED3-9D40-6DB236786E23}" type="parTrans" cxnId="{860FFBA2-98E5-4609-9B62-733F03E3F3FC}">
      <dgm:prSet/>
      <dgm:spPr/>
      <dgm:t>
        <a:bodyPr/>
        <a:lstStyle/>
        <a:p>
          <a:endParaRPr lang="en-US"/>
        </a:p>
      </dgm:t>
    </dgm:pt>
    <dgm:pt modelId="{D3A3C471-4476-42D1-B703-FC6C6331FBFB}" type="sibTrans" cxnId="{860FFBA2-98E5-4609-9B62-733F03E3F3FC}">
      <dgm:prSet/>
      <dgm:spPr/>
      <dgm:t>
        <a:bodyPr/>
        <a:lstStyle/>
        <a:p>
          <a:endParaRPr lang="en-US"/>
        </a:p>
      </dgm:t>
    </dgm:pt>
    <dgm:pt modelId="{099E9C58-C513-4F02-9882-C640B4109EDA}">
      <dgm:prSet/>
      <dgm:spPr/>
      <dgm:t>
        <a:bodyPr/>
        <a:lstStyle/>
        <a:p>
          <a:r>
            <a:rPr lang="en-CA"/>
            <a:t>Controller articulates Etch A Sketch.</a:t>
          </a:r>
          <a:endParaRPr lang="en-US"/>
        </a:p>
      </dgm:t>
    </dgm:pt>
    <dgm:pt modelId="{8C5ABB4F-126A-495E-90AD-78AA655DD590}" type="parTrans" cxnId="{3650AF02-5E14-4601-A8D4-F4D580EF86AC}">
      <dgm:prSet/>
      <dgm:spPr/>
      <dgm:t>
        <a:bodyPr/>
        <a:lstStyle/>
        <a:p>
          <a:endParaRPr lang="en-US"/>
        </a:p>
      </dgm:t>
    </dgm:pt>
    <dgm:pt modelId="{00D8FE9D-D595-48F8-8836-EEAE8BCCCEA0}" type="sibTrans" cxnId="{3650AF02-5E14-4601-A8D4-F4D580EF86AC}">
      <dgm:prSet/>
      <dgm:spPr/>
      <dgm:t>
        <a:bodyPr/>
        <a:lstStyle/>
        <a:p>
          <a:endParaRPr lang="en-US"/>
        </a:p>
      </dgm:t>
    </dgm:pt>
    <dgm:pt modelId="{08407AC3-BBEA-4E33-A133-33927FE130F9}">
      <dgm:prSet/>
      <dgm:spPr/>
      <dgm:t>
        <a:bodyPr/>
        <a:lstStyle/>
        <a:p>
          <a:r>
            <a:rPr lang="en-CA" dirty="0"/>
            <a:t>PI-Controlled DC, stepper motors.</a:t>
          </a:r>
          <a:endParaRPr lang="en-US" dirty="0"/>
        </a:p>
      </dgm:t>
    </dgm:pt>
    <dgm:pt modelId="{DFE2FFA8-4B12-44FC-93C6-955930E14C35}" type="parTrans" cxnId="{0BBE5EEE-399D-412B-9A68-8C8B8C79183D}">
      <dgm:prSet/>
      <dgm:spPr/>
      <dgm:t>
        <a:bodyPr/>
        <a:lstStyle/>
        <a:p>
          <a:endParaRPr lang="en-US"/>
        </a:p>
      </dgm:t>
    </dgm:pt>
    <dgm:pt modelId="{514205C9-849D-4C0D-9240-0711EDE238D4}" type="sibTrans" cxnId="{0BBE5EEE-399D-412B-9A68-8C8B8C79183D}">
      <dgm:prSet/>
      <dgm:spPr/>
      <dgm:t>
        <a:bodyPr/>
        <a:lstStyle/>
        <a:p>
          <a:endParaRPr lang="en-US"/>
        </a:p>
      </dgm:t>
    </dgm:pt>
    <dgm:pt modelId="{1BCB73D4-5C20-4DB7-B62F-E34B1CDAA31E}" type="pres">
      <dgm:prSet presAssocID="{96C2A089-58BB-4708-977C-1A8354A7273B}" presName="outerComposite" presStyleCnt="0">
        <dgm:presLayoutVars>
          <dgm:chMax val="5"/>
          <dgm:dir/>
          <dgm:resizeHandles val="exact"/>
        </dgm:presLayoutVars>
      </dgm:prSet>
      <dgm:spPr/>
    </dgm:pt>
    <dgm:pt modelId="{B224E195-5DA9-44EA-B1E4-F08FA3CB266A}" type="pres">
      <dgm:prSet presAssocID="{96C2A089-58BB-4708-977C-1A8354A7273B}" presName="dummyMaxCanvas" presStyleCnt="0">
        <dgm:presLayoutVars/>
      </dgm:prSet>
      <dgm:spPr/>
    </dgm:pt>
    <dgm:pt modelId="{42942414-6227-4465-9CBB-2F6ED9DE856B}" type="pres">
      <dgm:prSet presAssocID="{96C2A089-58BB-4708-977C-1A8354A7273B}" presName="FiveNodes_1" presStyleLbl="node1" presStyleIdx="0" presStyleCnt="5">
        <dgm:presLayoutVars>
          <dgm:bulletEnabled val="1"/>
        </dgm:presLayoutVars>
      </dgm:prSet>
      <dgm:spPr/>
    </dgm:pt>
    <dgm:pt modelId="{E776B7A1-FC9A-4A1E-ACE0-3403C49CB631}" type="pres">
      <dgm:prSet presAssocID="{96C2A089-58BB-4708-977C-1A8354A7273B}" presName="FiveNodes_2" presStyleLbl="node1" presStyleIdx="1" presStyleCnt="5">
        <dgm:presLayoutVars>
          <dgm:bulletEnabled val="1"/>
        </dgm:presLayoutVars>
      </dgm:prSet>
      <dgm:spPr/>
    </dgm:pt>
    <dgm:pt modelId="{6211055D-C0C2-4D94-B7E8-9CAC747ED8A4}" type="pres">
      <dgm:prSet presAssocID="{96C2A089-58BB-4708-977C-1A8354A7273B}" presName="FiveNodes_3" presStyleLbl="node1" presStyleIdx="2" presStyleCnt="5">
        <dgm:presLayoutVars>
          <dgm:bulletEnabled val="1"/>
        </dgm:presLayoutVars>
      </dgm:prSet>
      <dgm:spPr/>
    </dgm:pt>
    <dgm:pt modelId="{063B35A8-1993-4E04-A5F5-872A3A22D7C8}" type="pres">
      <dgm:prSet presAssocID="{96C2A089-58BB-4708-977C-1A8354A7273B}" presName="FiveNodes_4" presStyleLbl="node1" presStyleIdx="3" presStyleCnt="5">
        <dgm:presLayoutVars>
          <dgm:bulletEnabled val="1"/>
        </dgm:presLayoutVars>
      </dgm:prSet>
      <dgm:spPr/>
    </dgm:pt>
    <dgm:pt modelId="{D3F1BEAA-56EC-4D88-82D3-485B7069E2C6}" type="pres">
      <dgm:prSet presAssocID="{96C2A089-58BB-4708-977C-1A8354A7273B}" presName="FiveNodes_5" presStyleLbl="node1" presStyleIdx="4" presStyleCnt="5">
        <dgm:presLayoutVars>
          <dgm:bulletEnabled val="1"/>
        </dgm:presLayoutVars>
      </dgm:prSet>
      <dgm:spPr/>
    </dgm:pt>
    <dgm:pt modelId="{93E46EB3-98E1-41D9-908F-C431BD08D4C4}" type="pres">
      <dgm:prSet presAssocID="{96C2A089-58BB-4708-977C-1A8354A7273B}" presName="FiveConn_1-2" presStyleLbl="fgAccFollowNode1" presStyleIdx="0" presStyleCnt="4">
        <dgm:presLayoutVars>
          <dgm:bulletEnabled val="1"/>
        </dgm:presLayoutVars>
      </dgm:prSet>
      <dgm:spPr/>
    </dgm:pt>
    <dgm:pt modelId="{B2C3493F-2E86-4BDF-A2E0-3946BD246AE3}" type="pres">
      <dgm:prSet presAssocID="{96C2A089-58BB-4708-977C-1A8354A7273B}" presName="FiveConn_2-3" presStyleLbl="fgAccFollowNode1" presStyleIdx="1" presStyleCnt="4">
        <dgm:presLayoutVars>
          <dgm:bulletEnabled val="1"/>
        </dgm:presLayoutVars>
      </dgm:prSet>
      <dgm:spPr/>
    </dgm:pt>
    <dgm:pt modelId="{56D06241-FE1D-43E8-9AC5-F76584A3CD14}" type="pres">
      <dgm:prSet presAssocID="{96C2A089-58BB-4708-977C-1A8354A7273B}" presName="FiveConn_3-4" presStyleLbl="fgAccFollowNode1" presStyleIdx="2" presStyleCnt="4">
        <dgm:presLayoutVars>
          <dgm:bulletEnabled val="1"/>
        </dgm:presLayoutVars>
      </dgm:prSet>
      <dgm:spPr/>
    </dgm:pt>
    <dgm:pt modelId="{F85BCB5E-5C8D-4D2A-914E-B050A68D6068}" type="pres">
      <dgm:prSet presAssocID="{96C2A089-58BB-4708-977C-1A8354A7273B}" presName="FiveConn_4-5" presStyleLbl="fgAccFollowNode1" presStyleIdx="3" presStyleCnt="4">
        <dgm:presLayoutVars>
          <dgm:bulletEnabled val="1"/>
        </dgm:presLayoutVars>
      </dgm:prSet>
      <dgm:spPr/>
    </dgm:pt>
    <dgm:pt modelId="{D7F17E3D-2C9F-4D92-9F40-5263C4A907DC}" type="pres">
      <dgm:prSet presAssocID="{96C2A089-58BB-4708-977C-1A8354A7273B}" presName="FiveNodes_1_text" presStyleLbl="node1" presStyleIdx="4" presStyleCnt="5">
        <dgm:presLayoutVars>
          <dgm:bulletEnabled val="1"/>
        </dgm:presLayoutVars>
      </dgm:prSet>
      <dgm:spPr/>
    </dgm:pt>
    <dgm:pt modelId="{9EEAAC4D-AFDD-4AF5-A1F8-6AD6F83B0D71}" type="pres">
      <dgm:prSet presAssocID="{96C2A089-58BB-4708-977C-1A8354A7273B}" presName="FiveNodes_2_text" presStyleLbl="node1" presStyleIdx="4" presStyleCnt="5">
        <dgm:presLayoutVars>
          <dgm:bulletEnabled val="1"/>
        </dgm:presLayoutVars>
      </dgm:prSet>
      <dgm:spPr/>
    </dgm:pt>
    <dgm:pt modelId="{B3AB2C90-23CE-4353-A176-8F3512A76AD3}" type="pres">
      <dgm:prSet presAssocID="{96C2A089-58BB-4708-977C-1A8354A7273B}" presName="FiveNodes_3_text" presStyleLbl="node1" presStyleIdx="4" presStyleCnt="5">
        <dgm:presLayoutVars>
          <dgm:bulletEnabled val="1"/>
        </dgm:presLayoutVars>
      </dgm:prSet>
      <dgm:spPr/>
    </dgm:pt>
    <dgm:pt modelId="{EB938BD1-ED2A-46BD-9A72-176FE7553086}" type="pres">
      <dgm:prSet presAssocID="{96C2A089-58BB-4708-977C-1A8354A7273B}" presName="FiveNodes_4_text" presStyleLbl="node1" presStyleIdx="4" presStyleCnt="5">
        <dgm:presLayoutVars>
          <dgm:bulletEnabled val="1"/>
        </dgm:presLayoutVars>
      </dgm:prSet>
      <dgm:spPr/>
    </dgm:pt>
    <dgm:pt modelId="{D2A08E0C-4325-46E3-93B1-E5F3CF6089AF}" type="pres">
      <dgm:prSet presAssocID="{96C2A089-58BB-4708-977C-1A8354A7273B}" presName="FiveNodes_5_text" presStyleLbl="node1" presStyleIdx="4" presStyleCnt="5">
        <dgm:presLayoutVars>
          <dgm:bulletEnabled val="1"/>
        </dgm:presLayoutVars>
      </dgm:prSet>
      <dgm:spPr/>
    </dgm:pt>
  </dgm:ptLst>
  <dgm:cxnLst>
    <dgm:cxn modelId="{3650AF02-5E14-4601-A8D4-F4D580EF86AC}" srcId="{96C2A089-58BB-4708-977C-1A8354A7273B}" destId="{099E9C58-C513-4F02-9882-C640B4109EDA}" srcOrd="3" destOrd="0" parTransId="{8C5ABB4F-126A-495E-90AD-78AA655DD590}" sibTransId="{00D8FE9D-D595-48F8-8836-EEAE8BCCCEA0}"/>
    <dgm:cxn modelId="{5CD21024-27A8-432B-838C-43E7E9724833}" type="presOf" srcId="{A64E7634-5526-4BA6-9AD6-B48CA1E85702}" destId="{42942414-6227-4465-9CBB-2F6ED9DE856B}" srcOrd="0" destOrd="0" presId="urn:microsoft.com/office/officeart/2005/8/layout/vProcess5"/>
    <dgm:cxn modelId="{73B2363B-0A8B-4D75-890B-6B1F0B19320E}" srcId="{96C2A089-58BB-4708-977C-1A8354A7273B}" destId="{339259BF-F85A-4509-8EAC-F2C019B0E3F5}" srcOrd="1" destOrd="0" parTransId="{1467AF96-C0D8-4C37-A1AD-CEA3447C096F}" sibTransId="{4D68B03A-38CB-47B7-A586-3F0477C4589A}"/>
    <dgm:cxn modelId="{0A147760-F6F1-4BDD-92B9-5D35CC2ED890}" type="presOf" srcId="{96C2A089-58BB-4708-977C-1A8354A7273B}" destId="{1BCB73D4-5C20-4DB7-B62F-E34B1CDAA31E}" srcOrd="0" destOrd="0" presId="urn:microsoft.com/office/officeart/2005/8/layout/vProcess5"/>
    <dgm:cxn modelId="{7BFC2A45-B1E2-4E5D-8954-3B3E8B7B92F1}" srcId="{96C2A089-58BB-4708-977C-1A8354A7273B}" destId="{A64E7634-5526-4BA6-9AD6-B48CA1E85702}" srcOrd="0" destOrd="0" parTransId="{08387F5E-84A0-4163-B523-F3FF95F72F98}" sibTransId="{61EF7718-BA7B-4C6A-BCF4-9E76DD6854D3}"/>
    <dgm:cxn modelId="{114F926A-0E6F-4127-B225-BE9FBAA49AE4}" type="presOf" srcId="{00D8FE9D-D595-48F8-8836-EEAE8BCCCEA0}" destId="{F85BCB5E-5C8D-4D2A-914E-B050A68D6068}" srcOrd="0" destOrd="0" presId="urn:microsoft.com/office/officeart/2005/8/layout/vProcess5"/>
    <dgm:cxn modelId="{5917AC4E-FA48-400F-8CD9-786ACD99BA0C}" type="presOf" srcId="{002252C6-2A9C-445F-A0CD-CF57148D5546}" destId="{B3AB2C90-23CE-4353-A176-8F3512A76AD3}" srcOrd="1" destOrd="0" presId="urn:microsoft.com/office/officeart/2005/8/layout/vProcess5"/>
    <dgm:cxn modelId="{CC0C1256-22E3-40EA-9147-E30E25F332FE}" type="presOf" srcId="{339259BF-F85A-4509-8EAC-F2C019B0E3F5}" destId="{9EEAAC4D-AFDD-4AF5-A1F8-6AD6F83B0D71}" srcOrd="1" destOrd="0" presId="urn:microsoft.com/office/officeart/2005/8/layout/vProcess5"/>
    <dgm:cxn modelId="{60BCAA8D-9A55-4E3E-AD6D-32854B80AFF1}" type="presOf" srcId="{099E9C58-C513-4F02-9882-C640B4109EDA}" destId="{EB938BD1-ED2A-46BD-9A72-176FE7553086}" srcOrd="1" destOrd="0" presId="urn:microsoft.com/office/officeart/2005/8/layout/vProcess5"/>
    <dgm:cxn modelId="{860FFBA2-98E5-4609-9B62-733F03E3F3FC}" srcId="{96C2A089-58BB-4708-977C-1A8354A7273B}" destId="{002252C6-2A9C-445F-A0CD-CF57148D5546}" srcOrd="2" destOrd="0" parTransId="{863163E4-E08C-4ED3-9D40-6DB236786E23}" sibTransId="{D3A3C471-4476-42D1-B703-FC6C6331FBFB}"/>
    <dgm:cxn modelId="{102EFCB8-2EBE-4A48-AC62-8A54A4FC9A5C}" type="presOf" srcId="{61EF7718-BA7B-4C6A-BCF4-9E76DD6854D3}" destId="{93E46EB3-98E1-41D9-908F-C431BD08D4C4}" srcOrd="0" destOrd="0" presId="urn:microsoft.com/office/officeart/2005/8/layout/vProcess5"/>
    <dgm:cxn modelId="{F4CF4BBE-67ED-4FBE-937B-59AF8D23744A}" type="presOf" srcId="{A64E7634-5526-4BA6-9AD6-B48CA1E85702}" destId="{D7F17E3D-2C9F-4D92-9F40-5263C4A907DC}" srcOrd="1" destOrd="0" presId="urn:microsoft.com/office/officeart/2005/8/layout/vProcess5"/>
    <dgm:cxn modelId="{0B5E95C0-12E2-436A-87C3-929B4C5559DB}" type="presOf" srcId="{08407AC3-BBEA-4E33-A133-33927FE130F9}" destId="{D2A08E0C-4325-46E3-93B1-E5F3CF6089AF}" srcOrd="1" destOrd="0" presId="urn:microsoft.com/office/officeart/2005/8/layout/vProcess5"/>
    <dgm:cxn modelId="{8C5985D1-27B7-44A6-B5A0-9CF414405410}" type="presOf" srcId="{08407AC3-BBEA-4E33-A133-33927FE130F9}" destId="{D3F1BEAA-56EC-4D88-82D3-485B7069E2C6}" srcOrd="0" destOrd="0" presId="urn:microsoft.com/office/officeart/2005/8/layout/vProcess5"/>
    <dgm:cxn modelId="{995AA9D5-61E0-449F-9C4E-6906E94BFB5C}" type="presOf" srcId="{099E9C58-C513-4F02-9882-C640B4109EDA}" destId="{063B35A8-1993-4E04-A5F5-872A3A22D7C8}" srcOrd="0" destOrd="0" presId="urn:microsoft.com/office/officeart/2005/8/layout/vProcess5"/>
    <dgm:cxn modelId="{BC8376D6-E490-47A5-91DD-F9D8438CD823}" type="presOf" srcId="{339259BF-F85A-4509-8EAC-F2C019B0E3F5}" destId="{E776B7A1-FC9A-4A1E-ACE0-3403C49CB631}" srcOrd="0" destOrd="0" presId="urn:microsoft.com/office/officeart/2005/8/layout/vProcess5"/>
    <dgm:cxn modelId="{A4F1E3D7-5926-4833-B673-778CD3CBC7D4}" type="presOf" srcId="{D3A3C471-4476-42D1-B703-FC6C6331FBFB}" destId="{56D06241-FE1D-43E8-9AC5-F76584A3CD14}" srcOrd="0" destOrd="0" presId="urn:microsoft.com/office/officeart/2005/8/layout/vProcess5"/>
    <dgm:cxn modelId="{0BBE5EEE-399D-412B-9A68-8C8B8C79183D}" srcId="{96C2A089-58BB-4708-977C-1A8354A7273B}" destId="{08407AC3-BBEA-4E33-A133-33927FE130F9}" srcOrd="4" destOrd="0" parTransId="{DFE2FFA8-4B12-44FC-93C6-955930E14C35}" sibTransId="{514205C9-849D-4C0D-9240-0711EDE238D4}"/>
    <dgm:cxn modelId="{2FF3F5F2-85A4-4C45-A504-CE1D45EF7170}" type="presOf" srcId="{4D68B03A-38CB-47B7-A586-3F0477C4589A}" destId="{B2C3493F-2E86-4BDF-A2E0-3946BD246AE3}" srcOrd="0" destOrd="0" presId="urn:microsoft.com/office/officeart/2005/8/layout/vProcess5"/>
    <dgm:cxn modelId="{90C8B5FE-3EB9-40AE-9367-17F1ED163751}" type="presOf" srcId="{002252C6-2A9C-445F-A0CD-CF57148D5546}" destId="{6211055D-C0C2-4D94-B7E8-9CAC747ED8A4}" srcOrd="0" destOrd="0" presId="urn:microsoft.com/office/officeart/2005/8/layout/vProcess5"/>
    <dgm:cxn modelId="{C8CC881F-24D6-482B-A422-5027A299BFC1}" type="presParOf" srcId="{1BCB73D4-5C20-4DB7-B62F-E34B1CDAA31E}" destId="{B224E195-5DA9-44EA-B1E4-F08FA3CB266A}" srcOrd="0" destOrd="0" presId="urn:microsoft.com/office/officeart/2005/8/layout/vProcess5"/>
    <dgm:cxn modelId="{88E68E3F-AAF8-44C4-BF4B-62E581BD4992}" type="presParOf" srcId="{1BCB73D4-5C20-4DB7-B62F-E34B1CDAA31E}" destId="{42942414-6227-4465-9CBB-2F6ED9DE856B}" srcOrd="1" destOrd="0" presId="urn:microsoft.com/office/officeart/2005/8/layout/vProcess5"/>
    <dgm:cxn modelId="{559AAC2F-14DA-483F-B736-CAD6D4D32B43}" type="presParOf" srcId="{1BCB73D4-5C20-4DB7-B62F-E34B1CDAA31E}" destId="{E776B7A1-FC9A-4A1E-ACE0-3403C49CB631}" srcOrd="2" destOrd="0" presId="urn:microsoft.com/office/officeart/2005/8/layout/vProcess5"/>
    <dgm:cxn modelId="{7D9685BB-264E-49C2-8FD1-1429DF2C3D7C}" type="presParOf" srcId="{1BCB73D4-5C20-4DB7-B62F-E34B1CDAA31E}" destId="{6211055D-C0C2-4D94-B7E8-9CAC747ED8A4}" srcOrd="3" destOrd="0" presId="urn:microsoft.com/office/officeart/2005/8/layout/vProcess5"/>
    <dgm:cxn modelId="{0D4623AC-6D83-425A-84DE-6CC3292BC0BB}" type="presParOf" srcId="{1BCB73D4-5C20-4DB7-B62F-E34B1CDAA31E}" destId="{063B35A8-1993-4E04-A5F5-872A3A22D7C8}" srcOrd="4" destOrd="0" presId="urn:microsoft.com/office/officeart/2005/8/layout/vProcess5"/>
    <dgm:cxn modelId="{302293D2-4B51-42E3-8522-FAAFF0358B41}" type="presParOf" srcId="{1BCB73D4-5C20-4DB7-B62F-E34B1CDAA31E}" destId="{D3F1BEAA-56EC-4D88-82D3-485B7069E2C6}" srcOrd="5" destOrd="0" presId="urn:microsoft.com/office/officeart/2005/8/layout/vProcess5"/>
    <dgm:cxn modelId="{768CCDEB-4F94-4294-9DEF-88ADC85707CE}" type="presParOf" srcId="{1BCB73D4-5C20-4DB7-B62F-E34B1CDAA31E}" destId="{93E46EB3-98E1-41D9-908F-C431BD08D4C4}" srcOrd="6" destOrd="0" presId="urn:microsoft.com/office/officeart/2005/8/layout/vProcess5"/>
    <dgm:cxn modelId="{79BE5BBC-0ADC-4BEC-B714-93B36B90ABD6}" type="presParOf" srcId="{1BCB73D4-5C20-4DB7-B62F-E34B1CDAA31E}" destId="{B2C3493F-2E86-4BDF-A2E0-3946BD246AE3}" srcOrd="7" destOrd="0" presId="urn:microsoft.com/office/officeart/2005/8/layout/vProcess5"/>
    <dgm:cxn modelId="{BF836970-1C88-455A-899E-5603D565D2BF}" type="presParOf" srcId="{1BCB73D4-5C20-4DB7-B62F-E34B1CDAA31E}" destId="{56D06241-FE1D-43E8-9AC5-F76584A3CD14}" srcOrd="8" destOrd="0" presId="urn:microsoft.com/office/officeart/2005/8/layout/vProcess5"/>
    <dgm:cxn modelId="{6C62A4F7-39DB-42D5-A901-DF207444DD16}" type="presParOf" srcId="{1BCB73D4-5C20-4DB7-B62F-E34B1CDAA31E}" destId="{F85BCB5E-5C8D-4D2A-914E-B050A68D6068}" srcOrd="9" destOrd="0" presId="urn:microsoft.com/office/officeart/2005/8/layout/vProcess5"/>
    <dgm:cxn modelId="{3E36CBB0-C339-4927-8761-C9E04750F93A}" type="presParOf" srcId="{1BCB73D4-5C20-4DB7-B62F-E34B1CDAA31E}" destId="{D7F17E3D-2C9F-4D92-9F40-5263C4A907DC}" srcOrd="10" destOrd="0" presId="urn:microsoft.com/office/officeart/2005/8/layout/vProcess5"/>
    <dgm:cxn modelId="{39CE537C-BC71-48EC-8768-F3DDEE27F8D3}" type="presParOf" srcId="{1BCB73D4-5C20-4DB7-B62F-E34B1CDAA31E}" destId="{9EEAAC4D-AFDD-4AF5-A1F8-6AD6F83B0D71}" srcOrd="11" destOrd="0" presId="urn:microsoft.com/office/officeart/2005/8/layout/vProcess5"/>
    <dgm:cxn modelId="{3E77B069-7C61-442B-9E58-7CD2FE6C44EF}" type="presParOf" srcId="{1BCB73D4-5C20-4DB7-B62F-E34B1CDAA31E}" destId="{B3AB2C90-23CE-4353-A176-8F3512A76AD3}" srcOrd="12" destOrd="0" presId="urn:microsoft.com/office/officeart/2005/8/layout/vProcess5"/>
    <dgm:cxn modelId="{DEFC29C7-14E4-4C9E-BF86-46CE8A9755A9}" type="presParOf" srcId="{1BCB73D4-5C20-4DB7-B62F-E34B1CDAA31E}" destId="{EB938BD1-ED2A-46BD-9A72-176FE7553086}" srcOrd="13" destOrd="0" presId="urn:microsoft.com/office/officeart/2005/8/layout/vProcess5"/>
    <dgm:cxn modelId="{8ED41376-9303-4256-BC9E-B78379E8ADD0}" type="presParOf" srcId="{1BCB73D4-5C20-4DB7-B62F-E34B1CDAA31E}" destId="{D2A08E0C-4325-46E3-93B1-E5F3CF6089AF}" srcOrd="14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115056F4-F1C4-4420-8B3E-BDE07BAB2DBA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1A52CB32-B4E5-4AF4-B1AA-AED854940A97}">
      <dgm:prSet/>
      <dgm:spPr/>
      <dgm:t>
        <a:bodyPr/>
        <a:lstStyle/>
        <a:p>
          <a:pPr>
            <a:defRPr cap="all"/>
          </a:pPr>
          <a:r>
            <a:rPr lang="en-CA" dirty="0"/>
            <a:t>Remote, multi-pilot medical robots.</a:t>
          </a:r>
          <a:endParaRPr lang="en-US" dirty="0"/>
        </a:p>
      </dgm:t>
    </dgm:pt>
    <dgm:pt modelId="{0A83507D-108A-47CA-A541-F52A1724FA78}" type="parTrans" cxnId="{770D78AF-9A50-4569-9D84-455E616A30AC}">
      <dgm:prSet/>
      <dgm:spPr/>
      <dgm:t>
        <a:bodyPr/>
        <a:lstStyle/>
        <a:p>
          <a:endParaRPr lang="en-US"/>
        </a:p>
      </dgm:t>
    </dgm:pt>
    <dgm:pt modelId="{44463B05-4EB0-4985-8D26-360BFF929AD9}" type="sibTrans" cxnId="{770D78AF-9A50-4569-9D84-455E616A30AC}">
      <dgm:prSet/>
      <dgm:spPr/>
      <dgm:t>
        <a:bodyPr/>
        <a:lstStyle/>
        <a:p>
          <a:endParaRPr lang="en-US"/>
        </a:p>
      </dgm:t>
    </dgm:pt>
    <dgm:pt modelId="{11702F50-ACEC-4906-AD41-BA5964C306B2}">
      <dgm:prSet/>
      <dgm:spPr/>
      <dgm:t>
        <a:bodyPr/>
        <a:lstStyle/>
        <a:p>
          <a:pPr>
            <a:defRPr cap="all"/>
          </a:pPr>
          <a:r>
            <a:rPr lang="en-CA"/>
            <a:t>Exactly-repeated experimental research iterations.</a:t>
          </a:r>
          <a:endParaRPr lang="en-US"/>
        </a:p>
      </dgm:t>
    </dgm:pt>
    <dgm:pt modelId="{F1D5E845-8C83-4EB1-8316-B4F70DEF61E5}" type="parTrans" cxnId="{A561403D-C0D4-475F-9021-8E2612C88D3D}">
      <dgm:prSet/>
      <dgm:spPr/>
      <dgm:t>
        <a:bodyPr/>
        <a:lstStyle/>
        <a:p>
          <a:endParaRPr lang="en-US"/>
        </a:p>
      </dgm:t>
    </dgm:pt>
    <dgm:pt modelId="{EA418C40-3C16-4304-A78F-336784218829}" type="sibTrans" cxnId="{A561403D-C0D4-475F-9021-8E2612C88D3D}">
      <dgm:prSet/>
      <dgm:spPr/>
      <dgm:t>
        <a:bodyPr/>
        <a:lstStyle/>
        <a:p>
          <a:endParaRPr lang="en-US"/>
        </a:p>
      </dgm:t>
    </dgm:pt>
    <dgm:pt modelId="{F160A6CA-7AB7-42A1-8BA9-44849FBE72C0}">
      <dgm:prSet/>
      <dgm:spPr/>
      <dgm:t>
        <a:bodyPr/>
        <a:lstStyle/>
        <a:p>
          <a:pPr>
            <a:defRPr cap="all"/>
          </a:pPr>
          <a:r>
            <a:rPr lang="en-CA"/>
            <a:t>Proxy agent for dangerous work.</a:t>
          </a:r>
          <a:endParaRPr lang="en-US"/>
        </a:p>
      </dgm:t>
    </dgm:pt>
    <dgm:pt modelId="{403F0BD8-B3F7-41E0-B369-EABCDCF083A9}" type="parTrans" cxnId="{8D689024-9ACC-4FC0-897E-7F218DF8FF35}">
      <dgm:prSet/>
      <dgm:spPr/>
      <dgm:t>
        <a:bodyPr/>
        <a:lstStyle/>
        <a:p>
          <a:endParaRPr lang="en-US"/>
        </a:p>
      </dgm:t>
    </dgm:pt>
    <dgm:pt modelId="{D33FAA4F-5856-4D07-B58A-16BAE1B86B05}" type="sibTrans" cxnId="{8D689024-9ACC-4FC0-897E-7F218DF8FF35}">
      <dgm:prSet/>
      <dgm:spPr/>
      <dgm:t>
        <a:bodyPr/>
        <a:lstStyle/>
        <a:p>
          <a:endParaRPr lang="en-US"/>
        </a:p>
      </dgm:t>
    </dgm:pt>
    <dgm:pt modelId="{AC94F8D5-BC08-495D-B8C8-4ED9C10856C1}">
      <dgm:prSet/>
      <dgm:spPr/>
      <dgm:t>
        <a:bodyPr/>
        <a:lstStyle/>
        <a:p>
          <a:pPr>
            <a:defRPr cap="all"/>
          </a:pPr>
          <a:r>
            <a:rPr lang="en-CA"/>
            <a:t>A whimsical home message board.</a:t>
          </a:r>
          <a:endParaRPr lang="en-US"/>
        </a:p>
      </dgm:t>
    </dgm:pt>
    <dgm:pt modelId="{FA704ABA-73B4-4FAC-A805-4DA0E58FB823}" type="parTrans" cxnId="{5D9D4870-7459-413C-A98D-79952ABE3215}">
      <dgm:prSet/>
      <dgm:spPr/>
      <dgm:t>
        <a:bodyPr/>
        <a:lstStyle/>
        <a:p>
          <a:endParaRPr lang="en-US"/>
        </a:p>
      </dgm:t>
    </dgm:pt>
    <dgm:pt modelId="{A3C27995-BB7A-4B51-8C82-C4B4EB9F97EA}" type="sibTrans" cxnId="{5D9D4870-7459-413C-A98D-79952ABE3215}">
      <dgm:prSet/>
      <dgm:spPr/>
      <dgm:t>
        <a:bodyPr/>
        <a:lstStyle/>
        <a:p>
          <a:endParaRPr lang="en-US"/>
        </a:p>
      </dgm:t>
    </dgm:pt>
    <dgm:pt modelId="{1FA32870-0920-4739-9D74-B371037CD5EA}">
      <dgm:prSet/>
      <dgm:spPr/>
      <dgm:t>
        <a:bodyPr/>
        <a:lstStyle/>
        <a:p>
          <a:pPr>
            <a:defRPr cap="all"/>
          </a:pPr>
          <a:r>
            <a:rPr lang="en-CA" dirty="0"/>
            <a:t>User-scaling APPLICATIONS &amp; COMBINATIONAL CONTROL.</a:t>
          </a:r>
          <a:endParaRPr lang="en-US" dirty="0"/>
        </a:p>
      </dgm:t>
    </dgm:pt>
    <dgm:pt modelId="{789506F8-1C82-43F3-92A7-791202BA62DA}" type="parTrans" cxnId="{DC59461E-DF1D-470A-9DD3-3AD612EA894B}">
      <dgm:prSet/>
      <dgm:spPr/>
      <dgm:t>
        <a:bodyPr/>
        <a:lstStyle/>
        <a:p>
          <a:endParaRPr lang="en-US"/>
        </a:p>
      </dgm:t>
    </dgm:pt>
    <dgm:pt modelId="{AD7E4ED3-5C5D-4C52-9ECD-E5B0F8D8BC44}" type="sibTrans" cxnId="{DC59461E-DF1D-470A-9DD3-3AD612EA894B}">
      <dgm:prSet/>
      <dgm:spPr/>
      <dgm:t>
        <a:bodyPr/>
        <a:lstStyle/>
        <a:p>
          <a:endParaRPr lang="en-US"/>
        </a:p>
      </dgm:t>
    </dgm:pt>
    <dgm:pt modelId="{F116F288-6211-4C41-B9C9-FE4AC158EB20}" type="pres">
      <dgm:prSet presAssocID="{115056F4-F1C4-4420-8B3E-BDE07BAB2DBA}" presName="root" presStyleCnt="0">
        <dgm:presLayoutVars>
          <dgm:dir/>
          <dgm:resizeHandles val="exact"/>
        </dgm:presLayoutVars>
      </dgm:prSet>
      <dgm:spPr/>
    </dgm:pt>
    <dgm:pt modelId="{99687329-39E5-473B-ACA6-96E56FBA72B2}" type="pres">
      <dgm:prSet presAssocID="{1A52CB32-B4E5-4AF4-B1AA-AED854940A97}" presName="compNode" presStyleCnt="0"/>
      <dgm:spPr/>
    </dgm:pt>
    <dgm:pt modelId="{1FF964CB-EB42-4D5B-9866-F291EADC032F}" type="pres">
      <dgm:prSet presAssocID="{1A52CB32-B4E5-4AF4-B1AA-AED854940A97}" presName="iconBgRect" presStyleLbl="bgShp" presStyleIdx="0" presStyleCnt="5"/>
      <dgm:spPr/>
    </dgm:pt>
    <dgm:pt modelId="{CE635B59-A90B-4B20-B538-9AF3E697C31A}" type="pres">
      <dgm:prSet presAssocID="{1A52CB32-B4E5-4AF4-B1AA-AED854940A97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obot"/>
        </a:ext>
      </dgm:extLst>
    </dgm:pt>
    <dgm:pt modelId="{5E741F15-B575-4BA8-9FEC-1822A13A3796}" type="pres">
      <dgm:prSet presAssocID="{1A52CB32-B4E5-4AF4-B1AA-AED854940A97}" presName="spaceRect" presStyleCnt="0"/>
      <dgm:spPr/>
    </dgm:pt>
    <dgm:pt modelId="{B4735E25-A816-4488-9F70-538DD3905CBF}" type="pres">
      <dgm:prSet presAssocID="{1A52CB32-B4E5-4AF4-B1AA-AED854940A97}" presName="textRect" presStyleLbl="revTx" presStyleIdx="0" presStyleCnt="5">
        <dgm:presLayoutVars>
          <dgm:chMax val="1"/>
          <dgm:chPref val="1"/>
        </dgm:presLayoutVars>
      </dgm:prSet>
      <dgm:spPr/>
    </dgm:pt>
    <dgm:pt modelId="{9C558AFD-22EA-4EB1-85CD-EFC18D0DAC6F}" type="pres">
      <dgm:prSet presAssocID="{44463B05-4EB0-4985-8D26-360BFF929AD9}" presName="sibTrans" presStyleCnt="0"/>
      <dgm:spPr/>
    </dgm:pt>
    <dgm:pt modelId="{088DEC87-5AF5-4D5C-A27F-FFF107347B1B}" type="pres">
      <dgm:prSet presAssocID="{11702F50-ACEC-4906-AD41-BA5964C306B2}" presName="compNode" presStyleCnt="0"/>
      <dgm:spPr/>
    </dgm:pt>
    <dgm:pt modelId="{070AED8A-FA45-4A7C-8CEC-B91F69E74AA9}" type="pres">
      <dgm:prSet presAssocID="{11702F50-ACEC-4906-AD41-BA5964C306B2}" presName="iconBgRect" presStyleLbl="bgShp" presStyleIdx="1" presStyleCnt="5"/>
      <dgm:spPr/>
    </dgm:pt>
    <dgm:pt modelId="{798E7B11-F920-4764-8733-FF2DE76F0EBA}" type="pres">
      <dgm:prSet presAssocID="{11702F50-ACEC-4906-AD41-BA5964C306B2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gnifying glass with solid fill"/>
        </a:ext>
      </dgm:extLst>
    </dgm:pt>
    <dgm:pt modelId="{9A587B97-982A-40A1-8DB3-A6FF15923997}" type="pres">
      <dgm:prSet presAssocID="{11702F50-ACEC-4906-AD41-BA5964C306B2}" presName="spaceRect" presStyleCnt="0"/>
      <dgm:spPr/>
    </dgm:pt>
    <dgm:pt modelId="{B6B06920-4FE2-481F-96FA-A6F633DBDCC7}" type="pres">
      <dgm:prSet presAssocID="{11702F50-ACEC-4906-AD41-BA5964C306B2}" presName="textRect" presStyleLbl="revTx" presStyleIdx="1" presStyleCnt="5">
        <dgm:presLayoutVars>
          <dgm:chMax val="1"/>
          <dgm:chPref val="1"/>
        </dgm:presLayoutVars>
      </dgm:prSet>
      <dgm:spPr/>
    </dgm:pt>
    <dgm:pt modelId="{961EF35B-10E6-4048-A468-C1BAD1AEC1BF}" type="pres">
      <dgm:prSet presAssocID="{EA418C40-3C16-4304-A78F-336784218829}" presName="sibTrans" presStyleCnt="0"/>
      <dgm:spPr/>
    </dgm:pt>
    <dgm:pt modelId="{61AEDCE3-70E5-4CAC-AC08-1F3CD5D7B03A}" type="pres">
      <dgm:prSet presAssocID="{F160A6CA-7AB7-42A1-8BA9-44849FBE72C0}" presName="compNode" presStyleCnt="0"/>
      <dgm:spPr/>
    </dgm:pt>
    <dgm:pt modelId="{5456D650-109C-4972-9A17-2833B3A1FA51}" type="pres">
      <dgm:prSet presAssocID="{F160A6CA-7AB7-42A1-8BA9-44849FBE72C0}" presName="iconBgRect" presStyleLbl="bgShp" presStyleIdx="2" presStyleCnt="5"/>
      <dgm:spPr/>
    </dgm:pt>
    <dgm:pt modelId="{2EB648E7-50B4-4BE1-B85A-D00E70D4B0E2}" type="pres">
      <dgm:prSet presAssocID="{F160A6CA-7AB7-42A1-8BA9-44849FBE72C0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irector's Chair with solid fill"/>
        </a:ext>
      </dgm:extLst>
    </dgm:pt>
    <dgm:pt modelId="{2F86BA3D-D27C-4525-9523-0EDC6F60E920}" type="pres">
      <dgm:prSet presAssocID="{F160A6CA-7AB7-42A1-8BA9-44849FBE72C0}" presName="spaceRect" presStyleCnt="0"/>
      <dgm:spPr/>
    </dgm:pt>
    <dgm:pt modelId="{15D760B8-90F1-400D-BCBB-5125F1C65FB5}" type="pres">
      <dgm:prSet presAssocID="{F160A6CA-7AB7-42A1-8BA9-44849FBE72C0}" presName="textRect" presStyleLbl="revTx" presStyleIdx="2" presStyleCnt="5">
        <dgm:presLayoutVars>
          <dgm:chMax val="1"/>
          <dgm:chPref val="1"/>
        </dgm:presLayoutVars>
      </dgm:prSet>
      <dgm:spPr/>
    </dgm:pt>
    <dgm:pt modelId="{C6929B57-B08C-421C-8D61-0DF0424D67DC}" type="pres">
      <dgm:prSet presAssocID="{D33FAA4F-5856-4D07-B58A-16BAE1B86B05}" presName="sibTrans" presStyleCnt="0"/>
      <dgm:spPr/>
    </dgm:pt>
    <dgm:pt modelId="{9644DCF8-B32A-4DE7-8028-728C49E61E4F}" type="pres">
      <dgm:prSet presAssocID="{AC94F8D5-BC08-495D-B8C8-4ED9C10856C1}" presName="compNode" presStyleCnt="0"/>
      <dgm:spPr/>
    </dgm:pt>
    <dgm:pt modelId="{2A1C65D0-0B9E-4795-8B33-B0486EE07453}" type="pres">
      <dgm:prSet presAssocID="{AC94F8D5-BC08-495D-B8C8-4ED9C10856C1}" presName="iconBgRect" presStyleLbl="bgShp" presStyleIdx="3" presStyleCnt="5"/>
      <dgm:spPr/>
    </dgm:pt>
    <dgm:pt modelId="{5879D148-2343-43F0-8C8B-5D3D010FCE38}" type="pres">
      <dgm:prSet presAssocID="{AC94F8D5-BC08-495D-B8C8-4ED9C10856C1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losed quotation mark with solid fill"/>
        </a:ext>
      </dgm:extLst>
    </dgm:pt>
    <dgm:pt modelId="{43BED5EF-E240-4208-AE15-F51B1C4FC402}" type="pres">
      <dgm:prSet presAssocID="{AC94F8D5-BC08-495D-B8C8-4ED9C10856C1}" presName="spaceRect" presStyleCnt="0"/>
      <dgm:spPr/>
    </dgm:pt>
    <dgm:pt modelId="{DEC39545-024C-4C5C-A57C-3FE39A1F1D82}" type="pres">
      <dgm:prSet presAssocID="{AC94F8D5-BC08-495D-B8C8-4ED9C10856C1}" presName="textRect" presStyleLbl="revTx" presStyleIdx="3" presStyleCnt="5">
        <dgm:presLayoutVars>
          <dgm:chMax val="1"/>
          <dgm:chPref val="1"/>
        </dgm:presLayoutVars>
      </dgm:prSet>
      <dgm:spPr/>
    </dgm:pt>
    <dgm:pt modelId="{BB1B077C-7B26-4544-A1A2-BE7F995D047E}" type="pres">
      <dgm:prSet presAssocID="{A3C27995-BB7A-4B51-8C82-C4B4EB9F97EA}" presName="sibTrans" presStyleCnt="0"/>
      <dgm:spPr/>
    </dgm:pt>
    <dgm:pt modelId="{8371D020-C653-4B95-B99B-E6339DFDB5C6}" type="pres">
      <dgm:prSet presAssocID="{1FA32870-0920-4739-9D74-B371037CD5EA}" presName="compNode" presStyleCnt="0"/>
      <dgm:spPr/>
    </dgm:pt>
    <dgm:pt modelId="{9104E3B5-0D72-4D07-9F1A-79B2AAF3C430}" type="pres">
      <dgm:prSet presAssocID="{1FA32870-0920-4739-9D74-B371037CD5EA}" presName="iconBgRect" presStyleLbl="bgShp" presStyleIdx="4" presStyleCnt="5"/>
      <dgm:spPr/>
    </dgm:pt>
    <dgm:pt modelId="{74760E70-7811-4C84-A2A8-F1F751CE230A}" type="pres">
      <dgm:prSet presAssocID="{1FA32870-0920-4739-9D74-B371037CD5EA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rawing Figure with solid fill"/>
        </a:ext>
      </dgm:extLst>
    </dgm:pt>
    <dgm:pt modelId="{29A139BD-BA51-4A88-8344-D182DC6045E9}" type="pres">
      <dgm:prSet presAssocID="{1FA32870-0920-4739-9D74-B371037CD5EA}" presName="spaceRect" presStyleCnt="0"/>
      <dgm:spPr/>
    </dgm:pt>
    <dgm:pt modelId="{6C0FF239-7840-42F7-9BB2-589EBEAAC94A}" type="pres">
      <dgm:prSet presAssocID="{1FA32870-0920-4739-9D74-B371037CD5EA}" presName="textRect" presStyleLbl="revTx" presStyleIdx="4" presStyleCnt="5">
        <dgm:presLayoutVars>
          <dgm:chMax val="1"/>
          <dgm:chPref val="1"/>
        </dgm:presLayoutVars>
      </dgm:prSet>
      <dgm:spPr/>
    </dgm:pt>
  </dgm:ptLst>
  <dgm:cxnLst>
    <dgm:cxn modelId="{DC59461E-DF1D-470A-9DD3-3AD612EA894B}" srcId="{115056F4-F1C4-4420-8B3E-BDE07BAB2DBA}" destId="{1FA32870-0920-4739-9D74-B371037CD5EA}" srcOrd="4" destOrd="0" parTransId="{789506F8-1C82-43F3-92A7-791202BA62DA}" sibTransId="{AD7E4ED3-5C5D-4C52-9ECD-E5B0F8D8BC44}"/>
    <dgm:cxn modelId="{8D689024-9ACC-4FC0-897E-7F218DF8FF35}" srcId="{115056F4-F1C4-4420-8B3E-BDE07BAB2DBA}" destId="{F160A6CA-7AB7-42A1-8BA9-44849FBE72C0}" srcOrd="2" destOrd="0" parTransId="{403F0BD8-B3F7-41E0-B369-EABCDCF083A9}" sibTransId="{D33FAA4F-5856-4D07-B58A-16BAE1B86B05}"/>
    <dgm:cxn modelId="{A561403D-C0D4-475F-9021-8E2612C88D3D}" srcId="{115056F4-F1C4-4420-8B3E-BDE07BAB2DBA}" destId="{11702F50-ACEC-4906-AD41-BA5964C306B2}" srcOrd="1" destOrd="0" parTransId="{F1D5E845-8C83-4EB1-8316-B4F70DEF61E5}" sibTransId="{EA418C40-3C16-4304-A78F-336784218829}"/>
    <dgm:cxn modelId="{FD71236D-DB73-44F6-B23F-D15D407EA316}" type="presOf" srcId="{1FA32870-0920-4739-9D74-B371037CD5EA}" destId="{6C0FF239-7840-42F7-9BB2-589EBEAAC94A}" srcOrd="0" destOrd="0" presId="urn:microsoft.com/office/officeart/2018/5/layout/IconCircleLabelList"/>
    <dgm:cxn modelId="{5D9D4870-7459-413C-A98D-79952ABE3215}" srcId="{115056F4-F1C4-4420-8B3E-BDE07BAB2DBA}" destId="{AC94F8D5-BC08-495D-B8C8-4ED9C10856C1}" srcOrd="3" destOrd="0" parTransId="{FA704ABA-73B4-4FAC-A805-4DA0E58FB823}" sibTransId="{A3C27995-BB7A-4B51-8C82-C4B4EB9F97EA}"/>
    <dgm:cxn modelId="{D8DC6358-D2CC-4F7E-B581-B694AD99C66F}" type="presOf" srcId="{AC94F8D5-BC08-495D-B8C8-4ED9C10856C1}" destId="{DEC39545-024C-4C5C-A57C-3FE39A1F1D82}" srcOrd="0" destOrd="0" presId="urn:microsoft.com/office/officeart/2018/5/layout/IconCircleLabelList"/>
    <dgm:cxn modelId="{0B9A8C91-C126-435F-BB30-B56E6A40AA4C}" type="presOf" srcId="{F160A6CA-7AB7-42A1-8BA9-44849FBE72C0}" destId="{15D760B8-90F1-400D-BCBB-5125F1C65FB5}" srcOrd="0" destOrd="0" presId="urn:microsoft.com/office/officeart/2018/5/layout/IconCircleLabelList"/>
    <dgm:cxn modelId="{8514E192-B83E-4A97-8779-62255D0DEEA6}" type="presOf" srcId="{11702F50-ACEC-4906-AD41-BA5964C306B2}" destId="{B6B06920-4FE2-481F-96FA-A6F633DBDCC7}" srcOrd="0" destOrd="0" presId="urn:microsoft.com/office/officeart/2018/5/layout/IconCircleLabelList"/>
    <dgm:cxn modelId="{E1D60C97-3723-466D-8D98-ACC53A2D7A3F}" type="presOf" srcId="{1A52CB32-B4E5-4AF4-B1AA-AED854940A97}" destId="{B4735E25-A816-4488-9F70-538DD3905CBF}" srcOrd="0" destOrd="0" presId="urn:microsoft.com/office/officeart/2018/5/layout/IconCircleLabelList"/>
    <dgm:cxn modelId="{B835979D-69C1-4334-A3CC-F10CB6B45B97}" type="presOf" srcId="{115056F4-F1C4-4420-8B3E-BDE07BAB2DBA}" destId="{F116F288-6211-4C41-B9C9-FE4AC158EB20}" srcOrd="0" destOrd="0" presId="urn:microsoft.com/office/officeart/2018/5/layout/IconCircleLabelList"/>
    <dgm:cxn modelId="{770D78AF-9A50-4569-9D84-455E616A30AC}" srcId="{115056F4-F1C4-4420-8B3E-BDE07BAB2DBA}" destId="{1A52CB32-B4E5-4AF4-B1AA-AED854940A97}" srcOrd="0" destOrd="0" parTransId="{0A83507D-108A-47CA-A541-F52A1724FA78}" sibTransId="{44463B05-4EB0-4985-8D26-360BFF929AD9}"/>
    <dgm:cxn modelId="{EE18EF89-EC22-4255-B8E7-367889B7660A}" type="presParOf" srcId="{F116F288-6211-4C41-B9C9-FE4AC158EB20}" destId="{99687329-39E5-473B-ACA6-96E56FBA72B2}" srcOrd="0" destOrd="0" presId="urn:microsoft.com/office/officeart/2018/5/layout/IconCircleLabelList"/>
    <dgm:cxn modelId="{B46B96CA-1530-4B95-95BA-9C72EEDC2DA9}" type="presParOf" srcId="{99687329-39E5-473B-ACA6-96E56FBA72B2}" destId="{1FF964CB-EB42-4D5B-9866-F291EADC032F}" srcOrd="0" destOrd="0" presId="urn:microsoft.com/office/officeart/2018/5/layout/IconCircleLabelList"/>
    <dgm:cxn modelId="{5491AF14-8563-47DA-88BF-EB312BBEF608}" type="presParOf" srcId="{99687329-39E5-473B-ACA6-96E56FBA72B2}" destId="{CE635B59-A90B-4B20-B538-9AF3E697C31A}" srcOrd="1" destOrd="0" presId="urn:microsoft.com/office/officeart/2018/5/layout/IconCircleLabelList"/>
    <dgm:cxn modelId="{EAA801E8-DA2F-4C3D-BFC5-B36D313AD2E8}" type="presParOf" srcId="{99687329-39E5-473B-ACA6-96E56FBA72B2}" destId="{5E741F15-B575-4BA8-9FEC-1822A13A3796}" srcOrd="2" destOrd="0" presId="urn:microsoft.com/office/officeart/2018/5/layout/IconCircleLabelList"/>
    <dgm:cxn modelId="{9A933C7C-2093-4582-B357-C5C9540DF8EE}" type="presParOf" srcId="{99687329-39E5-473B-ACA6-96E56FBA72B2}" destId="{B4735E25-A816-4488-9F70-538DD3905CBF}" srcOrd="3" destOrd="0" presId="urn:microsoft.com/office/officeart/2018/5/layout/IconCircleLabelList"/>
    <dgm:cxn modelId="{77B935B2-CC60-4C62-9A57-5FD7FEF82546}" type="presParOf" srcId="{F116F288-6211-4C41-B9C9-FE4AC158EB20}" destId="{9C558AFD-22EA-4EB1-85CD-EFC18D0DAC6F}" srcOrd="1" destOrd="0" presId="urn:microsoft.com/office/officeart/2018/5/layout/IconCircleLabelList"/>
    <dgm:cxn modelId="{965ED7D3-8EEA-4EF9-AFAD-4BF586E5C1CC}" type="presParOf" srcId="{F116F288-6211-4C41-B9C9-FE4AC158EB20}" destId="{088DEC87-5AF5-4D5C-A27F-FFF107347B1B}" srcOrd="2" destOrd="0" presId="urn:microsoft.com/office/officeart/2018/5/layout/IconCircleLabelList"/>
    <dgm:cxn modelId="{C4BE7761-2F57-4333-A4EA-54EC22F850F0}" type="presParOf" srcId="{088DEC87-5AF5-4D5C-A27F-FFF107347B1B}" destId="{070AED8A-FA45-4A7C-8CEC-B91F69E74AA9}" srcOrd="0" destOrd="0" presId="urn:microsoft.com/office/officeart/2018/5/layout/IconCircleLabelList"/>
    <dgm:cxn modelId="{A5BC91F3-D74F-4C71-AAFC-ACD93F2D46F8}" type="presParOf" srcId="{088DEC87-5AF5-4D5C-A27F-FFF107347B1B}" destId="{798E7B11-F920-4764-8733-FF2DE76F0EBA}" srcOrd="1" destOrd="0" presId="urn:microsoft.com/office/officeart/2018/5/layout/IconCircleLabelList"/>
    <dgm:cxn modelId="{7C7CE494-6914-4D3F-B14C-B4C53EA9DF3B}" type="presParOf" srcId="{088DEC87-5AF5-4D5C-A27F-FFF107347B1B}" destId="{9A587B97-982A-40A1-8DB3-A6FF15923997}" srcOrd="2" destOrd="0" presId="urn:microsoft.com/office/officeart/2018/5/layout/IconCircleLabelList"/>
    <dgm:cxn modelId="{A1CF0892-F6F4-4A01-82CE-DD9355185D4C}" type="presParOf" srcId="{088DEC87-5AF5-4D5C-A27F-FFF107347B1B}" destId="{B6B06920-4FE2-481F-96FA-A6F633DBDCC7}" srcOrd="3" destOrd="0" presId="urn:microsoft.com/office/officeart/2018/5/layout/IconCircleLabelList"/>
    <dgm:cxn modelId="{0280F132-5D25-48BF-964B-A180F9078797}" type="presParOf" srcId="{F116F288-6211-4C41-B9C9-FE4AC158EB20}" destId="{961EF35B-10E6-4048-A468-C1BAD1AEC1BF}" srcOrd="3" destOrd="0" presId="urn:microsoft.com/office/officeart/2018/5/layout/IconCircleLabelList"/>
    <dgm:cxn modelId="{E9868E9A-A2B6-4D7F-91AB-112CD638DF90}" type="presParOf" srcId="{F116F288-6211-4C41-B9C9-FE4AC158EB20}" destId="{61AEDCE3-70E5-4CAC-AC08-1F3CD5D7B03A}" srcOrd="4" destOrd="0" presId="urn:microsoft.com/office/officeart/2018/5/layout/IconCircleLabelList"/>
    <dgm:cxn modelId="{A2C9DCF4-78FD-4E59-BE07-029B8EF5864A}" type="presParOf" srcId="{61AEDCE3-70E5-4CAC-AC08-1F3CD5D7B03A}" destId="{5456D650-109C-4972-9A17-2833B3A1FA51}" srcOrd="0" destOrd="0" presId="urn:microsoft.com/office/officeart/2018/5/layout/IconCircleLabelList"/>
    <dgm:cxn modelId="{7BE384AA-D180-4E7D-92F7-CDA3B9A443BF}" type="presParOf" srcId="{61AEDCE3-70E5-4CAC-AC08-1F3CD5D7B03A}" destId="{2EB648E7-50B4-4BE1-B85A-D00E70D4B0E2}" srcOrd="1" destOrd="0" presId="urn:microsoft.com/office/officeart/2018/5/layout/IconCircleLabelList"/>
    <dgm:cxn modelId="{2AFA8157-6288-412F-B228-B661BD144080}" type="presParOf" srcId="{61AEDCE3-70E5-4CAC-AC08-1F3CD5D7B03A}" destId="{2F86BA3D-D27C-4525-9523-0EDC6F60E920}" srcOrd="2" destOrd="0" presId="urn:microsoft.com/office/officeart/2018/5/layout/IconCircleLabelList"/>
    <dgm:cxn modelId="{24BD3504-7F8E-4C86-9F88-4014C4708C01}" type="presParOf" srcId="{61AEDCE3-70E5-4CAC-AC08-1F3CD5D7B03A}" destId="{15D760B8-90F1-400D-BCBB-5125F1C65FB5}" srcOrd="3" destOrd="0" presId="urn:microsoft.com/office/officeart/2018/5/layout/IconCircleLabelList"/>
    <dgm:cxn modelId="{9DD59083-7897-43C5-BCD4-FE6091B2D70E}" type="presParOf" srcId="{F116F288-6211-4C41-B9C9-FE4AC158EB20}" destId="{C6929B57-B08C-421C-8D61-0DF0424D67DC}" srcOrd="5" destOrd="0" presId="urn:microsoft.com/office/officeart/2018/5/layout/IconCircleLabelList"/>
    <dgm:cxn modelId="{49CB712B-5DC4-4357-B5F9-5084537D57AA}" type="presParOf" srcId="{F116F288-6211-4C41-B9C9-FE4AC158EB20}" destId="{9644DCF8-B32A-4DE7-8028-728C49E61E4F}" srcOrd="6" destOrd="0" presId="urn:microsoft.com/office/officeart/2018/5/layout/IconCircleLabelList"/>
    <dgm:cxn modelId="{7CD46A9F-6DE5-4487-B1B0-7E0C75E92F42}" type="presParOf" srcId="{9644DCF8-B32A-4DE7-8028-728C49E61E4F}" destId="{2A1C65D0-0B9E-4795-8B33-B0486EE07453}" srcOrd="0" destOrd="0" presId="urn:microsoft.com/office/officeart/2018/5/layout/IconCircleLabelList"/>
    <dgm:cxn modelId="{0CBACA3D-7D4F-4859-8A2B-F831F8235B14}" type="presParOf" srcId="{9644DCF8-B32A-4DE7-8028-728C49E61E4F}" destId="{5879D148-2343-43F0-8C8B-5D3D010FCE38}" srcOrd="1" destOrd="0" presId="urn:microsoft.com/office/officeart/2018/5/layout/IconCircleLabelList"/>
    <dgm:cxn modelId="{594659F3-7D79-430B-AA9C-E5EF09BFD2FD}" type="presParOf" srcId="{9644DCF8-B32A-4DE7-8028-728C49E61E4F}" destId="{43BED5EF-E240-4208-AE15-F51B1C4FC402}" srcOrd="2" destOrd="0" presId="urn:microsoft.com/office/officeart/2018/5/layout/IconCircleLabelList"/>
    <dgm:cxn modelId="{1189C1D3-66F5-49B4-9CC6-97C344FFEB8A}" type="presParOf" srcId="{9644DCF8-B32A-4DE7-8028-728C49E61E4F}" destId="{DEC39545-024C-4C5C-A57C-3FE39A1F1D82}" srcOrd="3" destOrd="0" presId="urn:microsoft.com/office/officeart/2018/5/layout/IconCircleLabelList"/>
    <dgm:cxn modelId="{9C1DCDD3-5871-4F9C-8A84-88C2E358BA13}" type="presParOf" srcId="{F116F288-6211-4C41-B9C9-FE4AC158EB20}" destId="{BB1B077C-7B26-4544-A1A2-BE7F995D047E}" srcOrd="7" destOrd="0" presId="urn:microsoft.com/office/officeart/2018/5/layout/IconCircleLabelList"/>
    <dgm:cxn modelId="{424CAE98-9A89-459C-A9EC-1ADDD41AA001}" type="presParOf" srcId="{F116F288-6211-4C41-B9C9-FE4AC158EB20}" destId="{8371D020-C653-4B95-B99B-E6339DFDB5C6}" srcOrd="8" destOrd="0" presId="urn:microsoft.com/office/officeart/2018/5/layout/IconCircleLabelList"/>
    <dgm:cxn modelId="{23BFA1AA-1CBF-45DF-8DD0-613E0542C777}" type="presParOf" srcId="{8371D020-C653-4B95-B99B-E6339DFDB5C6}" destId="{9104E3B5-0D72-4D07-9F1A-79B2AAF3C430}" srcOrd="0" destOrd="0" presId="urn:microsoft.com/office/officeart/2018/5/layout/IconCircleLabelList"/>
    <dgm:cxn modelId="{C9B017E5-5F48-4389-8015-33B81C508A53}" type="presParOf" srcId="{8371D020-C653-4B95-B99B-E6339DFDB5C6}" destId="{74760E70-7811-4C84-A2A8-F1F751CE230A}" srcOrd="1" destOrd="0" presId="urn:microsoft.com/office/officeart/2018/5/layout/IconCircleLabelList"/>
    <dgm:cxn modelId="{FFB7DE90-3A62-4025-861B-F6BA71C28AA8}" type="presParOf" srcId="{8371D020-C653-4B95-B99B-E6339DFDB5C6}" destId="{29A139BD-BA51-4A88-8344-D182DC6045E9}" srcOrd="2" destOrd="0" presId="urn:microsoft.com/office/officeart/2018/5/layout/IconCircleLabelList"/>
    <dgm:cxn modelId="{56EB60B8-F58A-4AF4-A79B-2BC73C779F81}" type="presParOf" srcId="{8371D020-C653-4B95-B99B-E6339DFDB5C6}" destId="{6C0FF239-7840-42F7-9BB2-589EBEAAC94A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0B5178C3-1B4B-4213-9219-47CE59AA3DC9}" type="doc">
      <dgm:prSet loTypeId="urn:microsoft.com/office/officeart/2005/8/layout/default" loCatId="list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469D7E1D-A6EA-42B7-BE62-43E791018471}">
      <dgm:prSet/>
      <dgm:spPr/>
      <dgm:t>
        <a:bodyPr/>
        <a:lstStyle/>
        <a:p>
          <a:r>
            <a:rPr lang="en-CA"/>
            <a:t>Goal 3: Good Health and Wellbeing.</a:t>
          </a:r>
          <a:endParaRPr lang="en-US"/>
        </a:p>
      </dgm:t>
    </dgm:pt>
    <dgm:pt modelId="{7933DFD5-5E64-44A1-A906-33347FF03B2D}" type="parTrans" cxnId="{9B6E355B-D0F3-4E2E-B74B-D6E7569C50DC}">
      <dgm:prSet/>
      <dgm:spPr/>
      <dgm:t>
        <a:bodyPr/>
        <a:lstStyle/>
        <a:p>
          <a:endParaRPr lang="en-US"/>
        </a:p>
      </dgm:t>
    </dgm:pt>
    <dgm:pt modelId="{877DD86D-F383-470F-94DD-6B8876A92274}" type="sibTrans" cxnId="{9B6E355B-D0F3-4E2E-B74B-D6E7569C50DC}">
      <dgm:prSet/>
      <dgm:spPr/>
      <dgm:t>
        <a:bodyPr/>
        <a:lstStyle/>
        <a:p>
          <a:endParaRPr lang="en-US"/>
        </a:p>
      </dgm:t>
    </dgm:pt>
    <dgm:pt modelId="{B6BD538D-FC19-4A26-A623-5161EEC95775}">
      <dgm:prSet/>
      <dgm:spPr/>
      <dgm:t>
        <a:bodyPr/>
        <a:lstStyle/>
        <a:p>
          <a:r>
            <a:rPr lang="en-CA"/>
            <a:t>Goal 4: Quality Education.</a:t>
          </a:r>
          <a:endParaRPr lang="en-US"/>
        </a:p>
      </dgm:t>
    </dgm:pt>
    <dgm:pt modelId="{422DAFF2-AA71-4217-9A5C-F1DC148D0397}" type="parTrans" cxnId="{9396166B-B7AB-4633-B86D-F721DEBDE12C}">
      <dgm:prSet/>
      <dgm:spPr/>
      <dgm:t>
        <a:bodyPr/>
        <a:lstStyle/>
        <a:p>
          <a:endParaRPr lang="en-US"/>
        </a:p>
      </dgm:t>
    </dgm:pt>
    <dgm:pt modelId="{6E5B0079-136B-4220-8559-87C3C4E026F8}" type="sibTrans" cxnId="{9396166B-B7AB-4633-B86D-F721DEBDE12C}">
      <dgm:prSet/>
      <dgm:spPr/>
      <dgm:t>
        <a:bodyPr/>
        <a:lstStyle/>
        <a:p>
          <a:endParaRPr lang="en-US"/>
        </a:p>
      </dgm:t>
    </dgm:pt>
    <dgm:pt modelId="{1ED0FAF3-A3E1-48B8-9076-142DA26E7156}">
      <dgm:prSet/>
      <dgm:spPr/>
      <dgm:t>
        <a:bodyPr/>
        <a:lstStyle/>
        <a:p>
          <a:r>
            <a:rPr lang="en-CA"/>
            <a:t>Goal 9: Industry, Innovation, and Infrastructure.</a:t>
          </a:r>
          <a:endParaRPr lang="en-US"/>
        </a:p>
      </dgm:t>
    </dgm:pt>
    <dgm:pt modelId="{11F6577E-1321-4E76-BBD2-BBFCE2B376DC}" type="parTrans" cxnId="{2951A1C4-ACF0-4901-A4C1-94324DB1051E}">
      <dgm:prSet/>
      <dgm:spPr/>
      <dgm:t>
        <a:bodyPr/>
        <a:lstStyle/>
        <a:p>
          <a:endParaRPr lang="en-US"/>
        </a:p>
      </dgm:t>
    </dgm:pt>
    <dgm:pt modelId="{F6214295-E4B0-4488-A522-5D13C931A130}" type="sibTrans" cxnId="{2951A1C4-ACF0-4901-A4C1-94324DB1051E}">
      <dgm:prSet/>
      <dgm:spPr/>
      <dgm:t>
        <a:bodyPr/>
        <a:lstStyle/>
        <a:p>
          <a:endParaRPr lang="en-US"/>
        </a:p>
      </dgm:t>
    </dgm:pt>
    <dgm:pt modelId="{9B996176-173D-4261-85B5-1C56D343B577}">
      <dgm:prSet/>
      <dgm:spPr/>
      <dgm:t>
        <a:bodyPr/>
        <a:lstStyle/>
        <a:p>
          <a:r>
            <a:rPr lang="en-CA"/>
            <a:t>Goal 10: Reduced Inequalities.</a:t>
          </a:r>
          <a:endParaRPr lang="en-US"/>
        </a:p>
      </dgm:t>
    </dgm:pt>
    <dgm:pt modelId="{A32CE319-83F6-426A-8313-4BEC561D92B2}" type="parTrans" cxnId="{5CD1F9B1-1E7B-4DDA-8411-01F111BF6D64}">
      <dgm:prSet/>
      <dgm:spPr/>
      <dgm:t>
        <a:bodyPr/>
        <a:lstStyle/>
        <a:p>
          <a:endParaRPr lang="en-US"/>
        </a:p>
      </dgm:t>
    </dgm:pt>
    <dgm:pt modelId="{E47AB5EB-6082-47AE-8744-41A742BC4768}" type="sibTrans" cxnId="{5CD1F9B1-1E7B-4DDA-8411-01F111BF6D64}">
      <dgm:prSet/>
      <dgm:spPr/>
      <dgm:t>
        <a:bodyPr/>
        <a:lstStyle/>
        <a:p>
          <a:endParaRPr lang="en-US"/>
        </a:p>
      </dgm:t>
    </dgm:pt>
    <dgm:pt modelId="{6AB77C2B-0176-433C-B5BC-F83736EE6693}">
      <dgm:prSet/>
      <dgm:spPr/>
      <dgm:t>
        <a:bodyPr/>
        <a:lstStyle/>
        <a:p>
          <a:r>
            <a:rPr lang="en-CA"/>
            <a:t>Goal 17: Partnerships for the Goals.</a:t>
          </a:r>
          <a:endParaRPr lang="en-US"/>
        </a:p>
      </dgm:t>
    </dgm:pt>
    <dgm:pt modelId="{D8B4469A-0D97-4A94-A5F2-72E750401C20}" type="parTrans" cxnId="{84EADF24-B3E9-408D-90ED-A0BEC5E9F8FE}">
      <dgm:prSet/>
      <dgm:spPr/>
      <dgm:t>
        <a:bodyPr/>
        <a:lstStyle/>
        <a:p>
          <a:endParaRPr lang="en-US"/>
        </a:p>
      </dgm:t>
    </dgm:pt>
    <dgm:pt modelId="{8737C6B8-BC63-4F64-B179-424D3D829FA2}" type="sibTrans" cxnId="{84EADF24-B3E9-408D-90ED-A0BEC5E9F8FE}">
      <dgm:prSet/>
      <dgm:spPr/>
      <dgm:t>
        <a:bodyPr/>
        <a:lstStyle/>
        <a:p>
          <a:endParaRPr lang="en-US"/>
        </a:p>
      </dgm:t>
    </dgm:pt>
    <dgm:pt modelId="{31FF23E4-3084-4FA6-8BB1-BFA6232E3E62}" type="pres">
      <dgm:prSet presAssocID="{0B5178C3-1B4B-4213-9219-47CE59AA3DC9}" presName="diagram" presStyleCnt="0">
        <dgm:presLayoutVars>
          <dgm:dir/>
          <dgm:resizeHandles val="exact"/>
        </dgm:presLayoutVars>
      </dgm:prSet>
      <dgm:spPr/>
    </dgm:pt>
    <dgm:pt modelId="{D0296E65-D9C0-4B16-9C4E-CD8C4A3DF59B}" type="pres">
      <dgm:prSet presAssocID="{469D7E1D-A6EA-42B7-BE62-43E791018471}" presName="node" presStyleLbl="node1" presStyleIdx="0" presStyleCnt="5">
        <dgm:presLayoutVars>
          <dgm:bulletEnabled val="1"/>
        </dgm:presLayoutVars>
      </dgm:prSet>
      <dgm:spPr/>
    </dgm:pt>
    <dgm:pt modelId="{3957CD02-2EEB-46B8-91AD-8E8D7BB4EAD4}" type="pres">
      <dgm:prSet presAssocID="{877DD86D-F383-470F-94DD-6B8876A92274}" presName="sibTrans" presStyleCnt="0"/>
      <dgm:spPr/>
    </dgm:pt>
    <dgm:pt modelId="{EF724DE9-7D96-48F9-A534-18F3AC46B1D2}" type="pres">
      <dgm:prSet presAssocID="{B6BD538D-FC19-4A26-A623-5161EEC95775}" presName="node" presStyleLbl="node1" presStyleIdx="1" presStyleCnt="5">
        <dgm:presLayoutVars>
          <dgm:bulletEnabled val="1"/>
        </dgm:presLayoutVars>
      </dgm:prSet>
      <dgm:spPr/>
    </dgm:pt>
    <dgm:pt modelId="{648B2B38-5D8D-4D33-A9D7-FD94994719CA}" type="pres">
      <dgm:prSet presAssocID="{6E5B0079-136B-4220-8559-87C3C4E026F8}" presName="sibTrans" presStyleCnt="0"/>
      <dgm:spPr/>
    </dgm:pt>
    <dgm:pt modelId="{9894BE2D-056F-4822-91A1-73BD0E54BA9C}" type="pres">
      <dgm:prSet presAssocID="{1ED0FAF3-A3E1-48B8-9076-142DA26E7156}" presName="node" presStyleLbl="node1" presStyleIdx="2" presStyleCnt="5">
        <dgm:presLayoutVars>
          <dgm:bulletEnabled val="1"/>
        </dgm:presLayoutVars>
      </dgm:prSet>
      <dgm:spPr/>
    </dgm:pt>
    <dgm:pt modelId="{44CC0272-174E-4F0E-A84A-83DFC758351A}" type="pres">
      <dgm:prSet presAssocID="{F6214295-E4B0-4488-A522-5D13C931A130}" presName="sibTrans" presStyleCnt="0"/>
      <dgm:spPr/>
    </dgm:pt>
    <dgm:pt modelId="{00EC1F86-8205-4AB6-B198-38E5D77A7771}" type="pres">
      <dgm:prSet presAssocID="{9B996176-173D-4261-85B5-1C56D343B577}" presName="node" presStyleLbl="node1" presStyleIdx="3" presStyleCnt="5">
        <dgm:presLayoutVars>
          <dgm:bulletEnabled val="1"/>
        </dgm:presLayoutVars>
      </dgm:prSet>
      <dgm:spPr/>
    </dgm:pt>
    <dgm:pt modelId="{A24F242B-AE6F-4C36-B23D-A05CCF34AE86}" type="pres">
      <dgm:prSet presAssocID="{E47AB5EB-6082-47AE-8744-41A742BC4768}" presName="sibTrans" presStyleCnt="0"/>
      <dgm:spPr/>
    </dgm:pt>
    <dgm:pt modelId="{6D244760-04CB-4CFE-A7B7-8368529A9B04}" type="pres">
      <dgm:prSet presAssocID="{6AB77C2B-0176-433C-B5BC-F83736EE6693}" presName="node" presStyleLbl="node1" presStyleIdx="4" presStyleCnt="5">
        <dgm:presLayoutVars>
          <dgm:bulletEnabled val="1"/>
        </dgm:presLayoutVars>
      </dgm:prSet>
      <dgm:spPr/>
    </dgm:pt>
  </dgm:ptLst>
  <dgm:cxnLst>
    <dgm:cxn modelId="{324ECB12-9002-4B70-A960-FA4D2F407F57}" type="presOf" srcId="{469D7E1D-A6EA-42B7-BE62-43E791018471}" destId="{D0296E65-D9C0-4B16-9C4E-CD8C4A3DF59B}" srcOrd="0" destOrd="0" presId="urn:microsoft.com/office/officeart/2005/8/layout/default"/>
    <dgm:cxn modelId="{84EADF24-B3E9-408D-90ED-A0BEC5E9F8FE}" srcId="{0B5178C3-1B4B-4213-9219-47CE59AA3DC9}" destId="{6AB77C2B-0176-433C-B5BC-F83736EE6693}" srcOrd="4" destOrd="0" parTransId="{D8B4469A-0D97-4A94-A5F2-72E750401C20}" sibTransId="{8737C6B8-BC63-4F64-B179-424D3D829FA2}"/>
    <dgm:cxn modelId="{00099639-484C-46D6-9EE9-6FC4BF61E8B8}" type="presOf" srcId="{B6BD538D-FC19-4A26-A623-5161EEC95775}" destId="{EF724DE9-7D96-48F9-A534-18F3AC46B1D2}" srcOrd="0" destOrd="0" presId="urn:microsoft.com/office/officeart/2005/8/layout/default"/>
    <dgm:cxn modelId="{66ED553B-72DE-4357-B240-6CCE48CF69B6}" type="presOf" srcId="{6AB77C2B-0176-433C-B5BC-F83736EE6693}" destId="{6D244760-04CB-4CFE-A7B7-8368529A9B04}" srcOrd="0" destOrd="0" presId="urn:microsoft.com/office/officeart/2005/8/layout/default"/>
    <dgm:cxn modelId="{9B6E355B-D0F3-4E2E-B74B-D6E7569C50DC}" srcId="{0B5178C3-1B4B-4213-9219-47CE59AA3DC9}" destId="{469D7E1D-A6EA-42B7-BE62-43E791018471}" srcOrd="0" destOrd="0" parTransId="{7933DFD5-5E64-44A1-A906-33347FF03B2D}" sibTransId="{877DD86D-F383-470F-94DD-6B8876A92274}"/>
    <dgm:cxn modelId="{B7110366-DA03-4B16-9D30-9CB519D67BD0}" type="presOf" srcId="{9B996176-173D-4261-85B5-1C56D343B577}" destId="{00EC1F86-8205-4AB6-B198-38E5D77A7771}" srcOrd="0" destOrd="0" presId="urn:microsoft.com/office/officeart/2005/8/layout/default"/>
    <dgm:cxn modelId="{9396166B-B7AB-4633-B86D-F721DEBDE12C}" srcId="{0B5178C3-1B4B-4213-9219-47CE59AA3DC9}" destId="{B6BD538D-FC19-4A26-A623-5161EEC95775}" srcOrd="1" destOrd="0" parTransId="{422DAFF2-AA71-4217-9A5C-F1DC148D0397}" sibTransId="{6E5B0079-136B-4220-8559-87C3C4E026F8}"/>
    <dgm:cxn modelId="{5CD1F9B1-1E7B-4DDA-8411-01F111BF6D64}" srcId="{0B5178C3-1B4B-4213-9219-47CE59AA3DC9}" destId="{9B996176-173D-4261-85B5-1C56D343B577}" srcOrd="3" destOrd="0" parTransId="{A32CE319-83F6-426A-8313-4BEC561D92B2}" sibTransId="{E47AB5EB-6082-47AE-8744-41A742BC4768}"/>
    <dgm:cxn modelId="{8FDECDBC-2BF6-4A03-AE82-059A3C27A5D6}" type="presOf" srcId="{0B5178C3-1B4B-4213-9219-47CE59AA3DC9}" destId="{31FF23E4-3084-4FA6-8BB1-BFA6232E3E62}" srcOrd="0" destOrd="0" presId="urn:microsoft.com/office/officeart/2005/8/layout/default"/>
    <dgm:cxn modelId="{2951A1C4-ACF0-4901-A4C1-94324DB1051E}" srcId="{0B5178C3-1B4B-4213-9219-47CE59AA3DC9}" destId="{1ED0FAF3-A3E1-48B8-9076-142DA26E7156}" srcOrd="2" destOrd="0" parTransId="{11F6577E-1321-4E76-BBD2-BBFCE2B376DC}" sibTransId="{F6214295-E4B0-4488-A522-5D13C931A130}"/>
    <dgm:cxn modelId="{F6744CD3-7C68-4034-8C53-847118623E08}" type="presOf" srcId="{1ED0FAF3-A3E1-48B8-9076-142DA26E7156}" destId="{9894BE2D-056F-4822-91A1-73BD0E54BA9C}" srcOrd="0" destOrd="0" presId="urn:microsoft.com/office/officeart/2005/8/layout/default"/>
    <dgm:cxn modelId="{D89860BD-3AE9-4767-A112-BB04F69AADC5}" type="presParOf" srcId="{31FF23E4-3084-4FA6-8BB1-BFA6232E3E62}" destId="{D0296E65-D9C0-4B16-9C4E-CD8C4A3DF59B}" srcOrd="0" destOrd="0" presId="urn:microsoft.com/office/officeart/2005/8/layout/default"/>
    <dgm:cxn modelId="{CFD5AD00-B53D-486B-81A0-9E699577A974}" type="presParOf" srcId="{31FF23E4-3084-4FA6-8BB1-BFA6232E3E62}" destId="{3957CD02-2EEB-46B8-91AD-8E8D7BB4EAD4}" srcOrd="1" destOrd="0" presId="urn:microsoft.com/office/officeart/2005/8/layout/default"/>
    <dgm:cxn modelId="{0987C6C1-45EE-40AE-8ED4-4C204627419C}" type="presParOf" srcId="{31FF23E4-3084-4FA6-8BB1-BFA6232E3E62}" destId="{EF724DE9-7D96-48F9-A534-18F3AC46B1D2}" srcOrd="2" destOrd="0" presId="urn:microsoft.com/office/officeart/2005/8/layout/default"/>
    <dgm:cxn modelId="{00D7DFF2-22AD-40CC-9787-0C0E603F8C7A}" type="presParOf" srcId="{31FF23E4-3084-4FA6-8BB1-BFA6232E3E62}" destId="{648B2B38-5D8D-4D33-A9D7-FD94994719CA}" srcOrd="3" destOrd="0" presId="urn:microsoft.com/office/officeart/2005/8/layout/default"/>
    <dgm:cxn modelId="{5E1B98A1-C3D9-41F2-9C74-043B58A0B683}" type="presParOf" srcId="{31FF23E4-3084-4FA6-8BB1-BFA6232E3E62}" destId="{9894BE2D-056F-4822-91A1-73BD0E54BA9C}" srcOrd="4" destOrd="0" presId="urn:microsoft.com/office/officeart/2005/8/layout/default"/>
    <dgm:cxn modelId="{B700CA87-1293-404D-8617-8DCAA031982E}" type="presParOf" srcId="{31FF23E4-3084-4FA6-8BB1-BFA6232E3E62}" destId="{44CC0272-174E-4F0E-A84A-83DFC758351A}" srcOrd="5" destOrd="0" presId="urn:microsoft.com/office/officeart/2005/8/layout/default"/>
    <dgm:cxn modelId="{848D528E-AB75-4BAF-A650-E7B70A3447E8}" type="presParOf" srcId="{31FF23E4-3084-4FA6-8BB1-BFA6232E3E62}" destId="{00EC1F86-8205-4AB6-B198-38E5D77A7771}" srcOrd="6" destOrd="0" presId="urn:microsoft.com/office/officeart/2005/8/layout/default"/>
    <dgm:cxn modelId="{BD81EF72-5107-415D-A2EF-302BF647AEE4}" type="presParOf" srcId="{31FF23E4-3084-4FA6-8BB1-BFA6232E3E62}" destId="{A24F242B-AE6F-4C36-B23D-A05CCF34AE86}" srcOrd="7" destOrd="0" presId="urn:microsoft.com/office/officeart/2005/8/layout/default"/>
    <dgm:cxn modelId="{771DFBBF-E469-41DE-B4F9-22A2A1A1C17D}" type="presParOf" srcId="{31FF23E4-3084-4FA6-8BB1-BFA6232E3E62}" destId="{6D244760-04CB-4CFE-A7B7-8368529A9B04}" srcOrd="8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DC542C50-E912-407F-9941-377EE8B5CCC9}" type="doc">
      <dgm:prSet loTypeId="urn:microsoft.com/office/officeart/2005/8/layout/default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340E0571-4D77-400A-8ACA-47FBE1894F9C}">
      <dgm:prSet/>
      <dgm:spPr/>
      <dgm:t>
        <a:bodyPr/>
        <a:lstStyle/>
        <a:p>
          <a:r>
            <a:rPr lang="en-CA"/>
            <a:t>RPi 5 and STM32F303RE</a:t>
          </a:r>
          <a:endParaRPr lang="en-US"/>
        </a:p>
      </dgm:t>
    </dgm:pt>
    <dgm:pt modelId="{FED0638C-563A-496B-A77F-67ED72BF9A10}" type="parTrans" cxnId="{85F3C4C2-19D2-4016-B008-73AA8701ECB6}">
      <dgm:prSet/>
      <dgm:spPr/>
      <dgm:t>
        <a:bodyPr/>
        <a:lstStyle/>
        <a:p>
          <a:endParaRPr lang="en-US"/>
        </a:p>
      </dgm:t>
    </dgm:pt>
    <dgm:pt modelId="{0D11F5EF-BA77-4C30-8D4E-7649937B2E96}" type="sibTrans" cxnId="{85F3C4C2-19D2-4016-B008-73AA8701ECB6}">
      <dgm:prSet/>
      <dgm:spPr/>
      <dgm:t>
        <a:bodyPr/>
        <a:lstStyle/>
        <a:p>
          <a:endParaRPr lang="en-US"/>
        </a:p>
      </dgm:t>
    </dgm:pt>
    <dgm:pt modelId="{F95E67D1-8D59-402E-84BE-E118679AB5B3}">
      <dgm:prSet/>
      <dgm:spPr/>
      <dgm:t>
        <a:bodyPr/>
        <a:lstStyle/>
        <a:p>
          <a:r>
            <a:rPr lang="en-CA"/>
            <a:t>Webcam, NRF24L01+, SSD1306, TL082, TL084</a:t>
          </a:r>
          <a:endParaRPr lang="en-US"/>
        </a:p>
      </dgm:t>
    </dgm:pt>
    <dgm:pt modelId="{4B28227D-1455-4D69-B588-447F6117FF24}" type="parTrans" cxnId="{4CFE2528-2E22-488C-97EE-C2E2A8E00E92}">
      <dgm:prSet/>
      <dgm:spPr/>
      <dgm:t>
        <a:bodyPr/>
        <a:lstStyle/>
        <a:p>
          <a:endParaRPr lang="en-US"/>
        </a:p>
      </dgm:t>
    </dgm:pt>
    <dgm:pt modelId="{2CF78489-AC65-4E22-8A85-795DA8AD9154}" type="sibTrans" cxnId="{4CFE2528-2E22-488C-97EE-C2E2A8E00E92}">
      <dgm:prSet/>
      <dgm:spPr/>
      <dgm:t>
        <a:bodyPr/>
        <a:lstStyle/>
        <a:p>
          <a:endParaRPr lang="en-US"/>
        </a:p>
      </dgm:t>
    </dgm:pt>
    <dgm:pt modelId="{31FF4F47-09AF-4602-8702-80AA6A5A2432}">
      <dgm:prSet/>
      <dgm:spPr/>
      <dgm:t>
        <a:bodyPr/>
        <a:lstStyle/>
        <a:p>
          <a:r>
            <a:rPr lang="en-CA"/>
            <a:t>L293D and A4899</a:t>
          </a:r>
          <a:endParaRPr lang="en-US"/>
        </a:p>
      </dgm:t>
    </dgm:pt>
    <dgm:pt modelId="{4F037623-1CD4-41AB-B176-739D0D7BFC64}" type="parTrans" cxnId="{CB6762C0-2671-4DA6-80F9-E08C5F6202B6}">
      <dgm:prSet/>
      <dgm:spPr/>
      <dgm:t>
        <a:bodyPr/>
        <a:lstStyle/>
        <a:p>
          <a:endParaRPr lang="en-US"/>
        </a:p>
      </dgm:t>
    </dgm:pt>
    <dgm:pt modelId="{BAE55708-0AB0-431E-9183-604EF17236F0}" type="sibTrans" cxnId="{CB6762C0-2671-4DA6-80F9-E08C5F6202B6}">
      <dgm:prSet/>
      <dgm:spPr/>
      <dgm:t>
        <a:bodyPr/>
        <a:lstStyle/>
        <a:p>
          <a:endParaRPr lang="en-US"/>
        </a:p>
      </dgm:t>
    </dgm:pt>
    <dgm:pt modelId="{294777E3-C457-4259-BB6D-A5BA01971200}">
      <dgm:prSet/>
      <dgm:spPr/>
      <dgm:t>
        <a:bodyPr/>
        <a:lstStyle/>
        <a:p>
          <a:r>
            <a:rPr lang="en-CA"/>
            <a:t>FIT0185 and 17HS4401S</a:t>
          </a:r>
          <a:endParaRPr lang="en-US"/>
        </a:p>
      </dgm:t>
    </dgm:pt>
    <dgm:pt modelId="{37B59439-6AFC-42A4-9550-050974E3590B}" type="parTrans" cxnId="{643A3603-1CBB-418E-99FC-C094D2027121}">
      <dgm:prSet/>
      <dgm:spPr/>
      <dgm:t>
        <a:bodyPr/>
        <a:lstStyle/>
        <a:p>
          <a:endParaRPr lang="en-US"/>
        </a:p>
      </dgm:t>
    </dgm:pt>
    <dgm:pt modelId="{12053161-E873-4430-BBF0-925AEE3B15FD}" type="sibTrans" cxnId="{643A3603-1CBB-418E-99FC-C094D2027121}">
      <dgm:prSet/>
      <dgm:spPr/>
      <dgm:t>
        <a:bodyPr/>
        <a:lstStyle/>
        <a:p>
          <a:endParaRPr lang="en-US"/>
        </a:p>
      </dgm:t>
    </dgm:pt>
    <dgm:pt modelId="{9BAB7820-BEC8-4834-AAEF-D30C17CF07E7}">
      <dgm:prSet/>
      <dgm:spPr/>
      <dgm:t>
        <a:bodyPr/>
        <a:lstStyle/>
        <a:p>
          <a:r>
            <a:rPr lang="en-CA"/>
            <a:t>Etch A Sketch – Large, Red</a:t>
          </a:r>
          <a:endParaRPr lang="en-US"/>
        </a:p>
      </dgm:t>
    </dgm:pt>
    <dgm:pt modelId="{FE80181E-E1D4-47F4-A806-BE967A132F66}" type="parTrans" cxnId="{B9408EF9-5F13-45C7-9651-601088D02C5F}">
      <dgm:prSet/>
      <dgm:spPr/>
      <dgm:t>
        <a:bodyPr/>
        <a:lstStyle/>
        <a:p>
          <a:endParaRPr lang="en-US"/>
        </a:p>
      </dgm:t>
    </dgm:pt>
    <dgm:pt modelId="{1A47AEBA-F8EE-4E56-8042-AF3C63A243A1}" type="sibTrans" cxnId="{B9408EF9-5F13-45C7-9651-601088D02C5F}">
      <dgm:prSet/>
      <dgm:spPr/>
      <dgm:t>
        <a:bodyPr/>
        <a:lstStyle/>
        <a:p>
          <a:endParaRPr lang="en-US"/>
        </a:p>
      </dgm:t>
    </dgm:pt>
    <dgm:pt modelId="{A9503350-9BEF-4941-AE66-3F8EB315143A}" type="pres">
      <dgm:prSet presAssocID="{DC542C50-E912-407F-9941-377EE8B5CCC9}" presName="diagram" presStyleCnt="0">
        <dgm:presLayoutVars>
          <dgm:dir/>
          <dgm:resizeHandles val="exact"/>
        </dgm:presLayoutVars>
      </dgm:prSet>
      <dgm:spPr/>
    </dgm:pt>
    <dgm:pt modelId="{31E9D20C-C6D4-4199-808D-73331B376F78}" type="pres">
      <dgm:prSet presAssocID="{340E0571-4D77-400A-8ACA-47FBE1894F9C}" presName="node" presStyleLbl="node1" presStyleIdx="0" presStyleCnt="5">
        <dgm:presLayoutVars>
          <dgm:bulletEnabled val="1"/>
        </dgm:presLayoutVars>
      </dgm:prSet>
      <dgm:spPr/>
    </dgm:pt>
    <dgm:pt modelId="{D8A9C2DF-F8E7-47A0-B1FB-A3F3FDE49115}" type="pres">
      <dgm:prSet presAssocID="{0D11F5EF-BA77-4C30-8D4E-7649937B2E96}" presName="sibTrans" presStyleCnt="0"/>
      <dgm:spPr/>
    </dgm:pt>
    <dgm:pt modelId="{2F0B2F38-EBDE-4D9E-B3B1-34E9867EE430}" type="pres">
      <dgm:prSet presAssocID="{F95E67D1-8D59-402E-84BE-E118679AB5B3}" presName="node" presStyleLbl="node1" presStyleIdx="1" presStyleCnt="5">
        <dgm:presLayoutVars>
          <dgm:bulletEnabled val="1"/>
        </dgm:presLayoutVars>
      </dgm:prSet>
      <dgm:spPr/>
    </dgm:pt>
    <dgm:pt modelId="{2432AA09-234C-43AA-B0A1-2AE4AFA96967}" type="pres">
      <dgm:prSet presAssocID="{2CF78489-AC65-4E22-8A85-795DA8AD9154}" presName="sibTrans" presStyleCnt="0"/>
      <dgm:spPr/>
    </dgm:pt>
    <dgm:pt modelId="{A7507362-3739-4577-A020-43958AD093EC}" type="pres">
      <dgm:prSet presAssocID="{31FF4F47-09AF-4602-8702-80AA6A5A2432}" presName="node" presStyleLbl="node1" presStyleIdx="2" presStyleCnt="5">
        <dgm:presLayoutVars>
          <dgm:bulletEnabled val="1"/>
        </dgm:presLayoutVars>
      </dgm:prSet>
      <dgm:spPr/>
    </dgm:pt>
    <dgm:pt modelId="{A7913859-474D-41F5-840C-C014688D8114}" type="pres">
      <dgm:prSet presAssocID="{BAE55708-0AB0-431E-9183-604EF17236F0}" presName="sibTrans" presStyleCnt="0"/>
      <dgm:spPr/>
    </dgm:pt>
    <dgm:pt modelId="{F4BD9B74-251C-433A-B96B-06C0D46BDBB8}" type="pres">
      <dgm:prSet presAssocID="{294777E3-C457-4259-BB6D-A5BA01971200}" presName="node" presStyleLbl="node1" presStyleIdx="3" presStyleCnt="5">
        <dgm:presLayoutVars>
          <dgm:bulletEnabled val="1"/>
        </dgm:presLayoutVars>
      </dgm:prSet>
      <dgm:spPr/>
    </dgm:pt>
    <dgm:pt modelId="{583BD435-453B-472C-BF83-B3D3CAB31955}" type="pres">
      <dgm:prSet presAssocID="{12053161-E873-4430-BBF0-925AEE3B15FD}" presName="sibTrans" presStyleCnt="0"/>
      <dgm:spPr/>
    </dgm:pt>
    <dgm:pt modelId="{234FABB3-4E9F-4712-880D-5F223A99FB30}" type="pres">
      <dgm:prSet presAssocID="{9BAB7820-BEC8-4834-AAEF-D30C17CF07E7}" presName="node" presStyleLbl="node1" presStyleIdx="4" presStyleCnt="5">
        <dgm:presLayoutVars>
          <dgm:bulletEnabled val="1"/>
        </dgm:presLayoutVars>
      </dgm:prSet>
      <dgm:spPr/>
    </dgm:pt>
  </dgm:ptLst>
  <dgm:cxnLst>
    <dgm:cxn modelId="{643A3603-1CBB-418E-99FC-C094D2027121}" srcId="{DC542C50-E912-407F-9941-377EE8B5CCC9}" destId="{294777E3-C457-4259-BB6D-A5BA01971200}" srcOrd="3" destOrd="0" parTransId="{37B59439-6AFC-42A4-9550-050974E3590B}" sibTransId="{12053161-E873-4430-BBF0-925AEE3B15FD}"/>
    <dgm:cxn modelId="{0B70DC17-AE2B-4203-88D6-BE80E0792FB0}" type="presOf" srcId="{F95E67D1-8D59-402E-84BE-E118679AB5B3}" destId="{2F0B2F38-EBDE-4D9E-B3B1-34E9867EE430}" srcOrd="0" destOrd="0" presId="urn:microsoft.com/office/officeart/2005/8/layout/default"/>
    <dgm:cxn modelId="{A9C20A19-FF67-4B49-9993-872637E30A86}" type="presOf" srcId="{9BAB7820-BEC8-4834-AAEF-D30C17CF07E7}" destId="{234FABB3-4E9F-4712-880D-5F223A99FB30}" srcOrd="0" destOrd="0" presId="urn:microsoft.com/office/officeart/2005/8/layout/default"/>
    <dgm:cxn modelId="{4CFE2528-2E22-488C-97EE-C2E2A8E00E92}" srcId="{DC542C50-E912-407F-9941-377EE8B5CCC9}" destId="{F95E67D1-8D59-402E-84BE-E118679AB5B3}" srcOrd="1" destOrd="0" parTransId="{4B28227D-1455-4D69-B588-447F6117FF24}" sibTransId="{2CF78489-AC65-4E22-8A85-795DA8AD9154}"/>
    <dgm:cxn modelId="{1682E061-B913-438E-93EF-9E38855E91FE}" type="presOf" srcId="{294777E3-C457-4259-BB6D-A5BA01971200}" destId="{F4BD9B74-251C-433A-B96B-06C0D46BDBB8}" srcOrd="0" destOrd="0" presId="urn:microsoft.com/office/officeart/2005/8/layout/default"/>
    <dgm:cxn modelId="{27DF0251-AC14-41BE-A2DD-B0DF0A745C29}" type="presOf" srcId="{31FF4F47-09AF-4602-8702-80AA6A5A2432}" destId="{A7507362-3739-4577-A020-43958AD093EC}" srcOrd="0" destOrd="0" presId="urn:microsoft.com/office/officeart/2005/8/layout/default"/>
    <dgm:cxn modelId="{E5024D8B-96E8-4ACD-ADEA-11125DCF1593}" type="presOf" srcId="{340E0571-4D77-400A-8ACA-47FBE1894F9C}" destId="{31E9D20C-C6D4-4199-808D-73331B376F78}" srcOrd="0" destOrd="0" presId="urn:microsoft.com/office/officeart/2005/8/layout/default"/>
    <dgm:cxn modelId="{AD160798-0C65-4394-B305-EE383547E9FE}" type="presOf" srcId="{DC542C50-E912-407F-9941-377EE8B5CCC9}" destId="{A9503350-9BEF-4941-AE66-3F8EB315143A}" srcOrd="0" destOrd="0" presId="urn:microsoft.com/office/officeart/2005/8/layout/default"/>
    <dgm:cxn modelId="{CB6762C0-2671-4DA6-80F9-E08C5F6202B6}" srcId="{DC542C50-E912-407F-9941-377EE8B5CCC9}" destId="{31FF4F47-09AF-4602-8702-80AA6A5A2432}" srcOrd="2" destOrd="0" parTransId="{4F037623-1CD4-41AB-B176-739D0D7BFC64}" sibTransId="{BAE55708-0AB0-431E-9183-604EF17236F0}"/>
    <dgm:cxn modelId="{85F3C4C2-19D2-4016-B008-73AA8701ECB6}" srcId="{DC542C50-E912-407F-9941-377EE8B5CCC9}" destId="{340E0571-4D77-400A-8ACA-47FBE1894F9C}" srcOrd="0" destOrd="0" parTransId="{FED0638C-563A-496B-A77F-67ED72BF9A10}" sibTransId="{0D11F5EF-BA77-4C30-8D4E-7649937B2E96}"/>
    <dgm:cxn modelId="{B9408EF9-5F13-45C7-9651-601088D02C5F}" srcId="{DC542C50-E912-407F-9941-377EE8B5CCC9}" destId="{9BAB7820-BEC8-4834-AAEF-D30C17CF07E7}" srcOrd="4" destOrd="0" parTransId="{FE80181E-E1D4-47F4-A806-BE967A132F66}" sibTransId="{1A47AEBA-F8EE-4E56-8042-AF3C63A243A1}"/>
    <dgm:cxn modelId="{58658FC3-523E-4686-AD18-4AE562A982AE}" type="presParOf" srcId="{A9503350-9BEF-4941-AE66-3F8EB315143A}" destId="{31E9D20C-C6D4-4199-808D-73331B376F78}" srcOrd="0" destOrd="0" presId="urn:microsoft.com/office/officeart/2005/8/layout/default"/>
    <dgm:cxn modelId="{5F319997-D101-4D25-817E-19718DD574D9}" type="presParOf" srcId="{A9503350-9BEF-4941-AE66-3F8EB315143A}" destId="{D8A9C2DF-F8E7-47A0-B1FB-A3F3FDE49115}" srcOrd="1" destOrd="0" presId="urn:microsoft.com/office/officeart/2005/8/layout/default"/>
    <dgm:cxn modelId="{BEB39F26-2D93-4D94-A223-A129C1A8C76C}" type="presParOf" srcId="{A9503350-9BEF-4941-AE66-3F8EB315143A}" destId="{2F0B2F38-EBDE-4D9E-B3B1-34E9867EE430}" srcOrd="2" destOrd="0" presId="urn:microsoft.com/office/officeart/2005/8/layout/default"/>
    <dgm:cxn modelId="{3F575E89-C960-404A-A12B-FFA978EA6DC6}" type="presParOf" srcId="{A9503350-9BEF-4941-AE66-3F8EB315143A}" destId="{2432AA09-234C-43AA-B0A1-2AE4AFA96967}" srcOrd="3" destOrd="0" presId="urn:microsoft.com/office/officeart/2005/8/layout/default"/>
    <dgm:cxn modelId="{0BB21637-2353-4347-AD9E-D7A0F9695AF1}" type="presParOf" srcId="{A9503350-9BEF-4941-AE66-3F8EB315143A}" destId="{A7507362-3739-4577-A020-43958AD093EC}" srcOrd="4" destOrd="0" presId="urn:microsoft.com/office/officeart/2005/8/layout/default"/>
    <dgm:cxn modelId="{9B77250E-6B43-42D3-9582-736F4D3764A9}" type="presParOf" srcId="{A9503350-9BEF-4941-AE66-3F8EB315143A}" destId="{A7913859-474D-41F5-840C-C014688D8114}" srcOrd="5" destOrd="0" presId="urn:microsoft.com/office/officeart/2005/8/layout/default"/>
    <dgm:cxn modelId="{FF4739CD-EEA7-4EBC-A1C5-C629CB674A15}" type="presParOf" srcId="{A9503350-9BEF-4941-AE66-3F8EB315143A}" destId="{F4BD9B74-251C-433A-B96B-06C0D46BDBB8}" srcOrd="6" destOrd="0" presId="urn:microsoft.com/office/officeart/2005/8/layout/default"/>
    <dgm:cxn modelId="{6D0E158C-2C79-4A7D-A3C7-1BF3464C1FE5}" type="presParOf" srcId="{A9503350-9BEF-4941-AE66-3F8EB315143A}" destId="{583BD435-453B-472C-BF83-B3D3CAB31955}" srcOrd="7" destOrd="0" presId="urn:microsoft.com/office/officeart/2005/8/layout/default"/>
    <dgm:cxn modelId="{9D633F25-14D9-40BB-9ACD-86A02CE3F8CE}" type="presParOf" srcId="{A9503350-9BEF-4941-AE66-3F8EB315143A}" destId="{234FABB3-4E9F-4712-880D-5F223A99FB30}" srcOrd="8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0421D1B8-3D5A-45E2-9B59-4F9870B4140F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BF0E4346-347E-4249-8A97-371C5ADAF487}">
      <dgm:prSet/>
      <dgm:spPr/>
      <dgm:t>
        <a:bodyPr/>
        <a:lstStyle/>
        <a:p>
          <a:r>
            <a:rPr lang="en-CA"/>
            <a:t>Raspbian Linux video capture/DSP.</a:t>
          </a:r>
          <a:endParaRPr lang="en-US"/>
        </a:p>
      </dgm:t>
    </dgm:pt>
    <dgm:pt modelId="{D7CFFD8C-EC82-481A-A44C-DFAF312A5A36}" type="parTrans" cxnId="{E5EC6C1E-3456-4DA2-8805-DB61CB88575D}">
      <dgm:prSet/>
      <dgm:spPr/>
      <dgm:t>
        <a:bodyPr/>
        <a:lstStyle/>
        <a:p>
          <a:endParaRPr lang="en-US"/>
        </a:p>
      </dgm:t>
    </dgm:pt>
    <dgm:pt modelId="{65152061-D12F-41AD-A531-467D3A30E26C}" type="sibTrans" cxnId="{E5EC6C1E-3456-4DA2-8805-DB61CB88575D}">
      <dgm:prSet/>
      <dgm:spPr/>
      <dgm:t>
        <a:bodyPr/>
        <a:lstStyle/>
        <a:p>
          <a:endParaRPr lang="en-US"/>
        </a:p>
      </dgm:t>
    </dgm:pt>
    <dgm:pt modelId="{8B78F419-A02D-4315-A8B4-7CBE013FF86C}">
      <dgm:prSet/>
      <dgm:spPr/>
      <dgm:t>
        <a:bodyPr/>
        <a:lstStyle/>
        <a:p>
          <a:r>
            <a:rPr lang="en-CA"/>
            <a:t>RPi 5 and controller communicate bidirectionally.</a:t>
          </a:r>
          <a:endParaRPr lang="en-US"/>
        </a:p>
      </dgm:t>
    </dgm:pt>
    <dgm:pt modelId="{315D0A6D-3C1F-42D1-884E-BA0522BFC983}" type="parTrans" cxnId="{DDCC9096-9803-4A31-9B33-86C99FC6BB81}">
      <dgm:prSet/>
      <dgm:spPr/>
      <dgm:t>
        <a:bodyPr/>
        <a:lstStyle/>
        <a:p>
          <a:endParaRPr lang="en-US"/>
        </a:p>
      </dgm:t>
    </dgm:pt>
    <dgm:pt modelId="{604B9067-D019-4586-82D7-E20719F2B802}" type="sibTrans" cxnId="{DDCC9096-9803-4A31-9B33-86C99FC6BB81}">
      <dgm:prSet/>
      <dgm:spPr/>
      <dgm:t>
        <a:bodyPr/>
        <a:lstStyle/>
        <a:p>
          <a:endParaRPr lang="en-US"/>
        </a:p>
      </dgm:t>
    </dgm:pt>
    <dgm:pt modelId="{A7D2A4EE-DC3F-4CB6-9B81-9F74A0879755}">
      <dgm:prSet/>
      <dgm:spPr/>
      <dgm:t>
        <a:bodyPr/>
        <a:lstStyle/>
        <a:p>
          <a:r>
            <a:rPr lang="en-CA"/>
            <a:t>C-coded finite state machine.</a:t>
          </a:r>
          <a:endParaRPr lang="en-US"/>
        </a:p>
      </dgm:t>
    </dgm:pt>
    <dgm:pt modelId="{ABDF1F43-3A34-4B31-BA36-E3FB0C066975}" type="parTrans" cxnId="{2DBEF626-70E4-4E34-BAF7-46E4990FE157}">
      <dgm:prSet/>
      <dgm:spPr/>
      <dgm:t>
        <a:bodyPr/>
        <a:lstStyle/>
        <a:p>
          <a:endParaRPr lang="en-US"/>
        </a:p>
      </dgm:t>
    </dgm:pt>
    <dgm:pt modelId="{8708F59C-97BD-49F0-94C2-2E6B77686615}" type="sibTrans" cxnId="{2DBEF626-70E4-4E34-BAF7-46E4990FE157}">
      <dgm:prSet/>
      <dgm:spPr/>
      <dgm:t>
        <a:bodyPr/>
        <a:lstStyle/>
        <a:p>
          <a:endParaRPr lang="en-US"/>
        </a:p>
      </dgm:t>
    </dgm:pt>
    <dgm:pt modelId="{842F169B-CB67-4146-81A1-12CCE048CBCC}">
      <dgm:prSet/>
      <dgm:spPr/>
      <dgm:t>
        <a:bodyPr/>
        <a:lstStyle/>
        <a:p>
          <a:r>
            <a:rPr lang="en-CA" dirty="0"/>
            <a:t>PI-controlled DC motor.</a:t>
          </a:r>
          <a:endParaRPr lang="en-US" dirty="0"/>
        </a:p>
      </dgm:t>
    </dgm:pt>
    <dgm:pt modelId="{0F347260-3E9E-464F-8B2A-8E8410D7493B}" type="parTrans" cxnId="{F9D17FDD-87AB-4C55-A882-A87EAF9E0C15}">
      <dgm:prSet/>
      <dgm:spPr/>
      <dgm:t>
        <a:bodyPr/>
        <a:lstStyle/>
        <a:p>
          <a:endParaRPr lang="en-US"/>
        </a:p>
      </dgm:t>
    </dgm:pt>
    <dgm:pt modelId="{FA1210EB-9C35-4AC3-8D94-D8DBC511FBFD}" type="sibTrans" cxnId="{F9D17FDD-87AB-4C55-A882-A87EAF9E0C15}">
      <dgm:prSet/>
      <dgm:spPr/>
      <dgm:t>
        <a:bodyPr/>
        <a:lstStyle/>
        <a:p>
          <a:endParaRPr lang="en-US"/>
        </a:p>
      </dgm:t>
    </dgm:pt>
    <dgm:pt modelId="{CA997D3D-6825-48F6-9027-51D0215B199A}">
      <dgm:prSet/>
      <dgm:spPr/>
      <dgm:t>
        <a:bodyPr/>
        <a:lstStyle/>
        <a:p>
          <a:r>
            <a:rPr lang="en-CA"/>
            <a:t>Controller features tunable physical alignment.</a:t>
          </a:r>
          <a:endParaRPr lang="en-US"/>
        </a:p>
      </dgm:t>
    </dgm:pt>
    <dgm:pt modelId="{8F4655B1-5428-4A5A-A61A-CC105A41C5A8}" type="parTrans" cxnId="{6F5C17EE-4C9D-4ED2-A0E0-72DD078BCC08}">
      <dgm:prSet/>
      <dgm:spPr/>
      <dgm:t>
        <a:bodyPr/>
        <a:lstStyle/>
        <a:p>
          <a:endParaRPr lang="en-US"/>
        </a:p>
      </dgm:t>
    </dgm:pt>
    <dgm:pt modelId="{B4D18445-1758-40DD-AAA4-A57913D46E79}" type="sibTrans" cxnId="{6F5C17EE-4C9D-4ED2-A0E0-72DD078BCC08}">
      <dgm:prSet/>
      <dgm:spPr/>
      <dgm:t>
        <a:bodyPr/>
        <a:lstStyle/>
        <a:p>
          <a:endParaRPr lang="en-US"/>
        </a:p>
      </dgm:t>
    </dgm:pt>
    <dgm:pt modelId="{FD4147F2-3A89-4ADF-9644-BB21F127C215}" type="pres">
      <dgm:prSet presAssocID="{0421D1B8-3D5A-45E2-9B59-4F9870B4140F}" presName="root" presStyleCnt="0">
        <dgm:presLayoutVars>
          <dgm:dir/>
          <dgm:resizeHandles val="exact"/>
        </dgm:presLayoutVars>
      </dgm:prSet>
      <dgm:spPr/>
    </dgm:pt>
    <dgm:pt modelId="{BFFB5B9F-51D9-4181-9CBA-6D488FB13AE1}" type="pres">
      <dgm:prSet presAssocID="{BF0E4346-347E-4249-8A97-371C5ADAF487}" presName="compNode" presStyleCnt="0"/>
      <dgm:spPr/>
    </dgm:pt>
    <dgm:pt modelId="{209CB2E8-CD0A-4655-8106-0CB98B0CEE8C}" type="pres">
      <dgm:prSet presAssocID="{BF0E4346-347E-4249-8A97-371C5ADAF487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mputer"/>
        </a:ext>
      </dgm:extLst>
    </dgm:pt>
    <dgm:pt modelId="{E096FD8E-B7F0-456B-BB84-292C8D4B5EE6}" type="pres">
      <dgm:prSet presAssocID="{BF0E4346-347E-4249-8A97-371C5ADAF487}" presName="spaceRect" presStyleCnt="0"/>
      <dgm:spPr/>
    </dgm:pt>
    <dgm:pt modelId="{568CB1D6-6134-4FB9-96AE-B190532FAB2E}" type="pres">
      <dgm:prSet presAssocID="{BF0E4346-347E-4249-8A97-371C5ADAF487}" presName="textRect" presStyleLbl="revTx" presStyleIdx="0" presStyleCnt="5">
        <dgm:presLayoutVars>
          <dgm:chMax val="1"/>
          <dgm:chPref val="1"/>
        </dgm:presLayoutVars>
      </dgm:prSet>
      <dgm:spPr/>
    </dgm:pt>
    <dgm:pt modelId="{5D3B0F62-08DF-489A-BAFE-1EE1950569F5}" type="pres">
      <dgm:prSet presAssocID="{65152061-D12F-41AD-A531-467D3A30E26C}" presName="sibTrans" presStyleCnt="0"/>
      <dgm:spPr/>
    </dgm:pt>
    <dgm:pt modelId="{B2DEBE9C-AC99-404F-9D0A-E87006A15D53}" type="pres">
      <dgm:prSet presAssocID="{8B78F419-A02D-4315-A8B4-7CBE013FF86C}" presName="compNode" presStyleCnt="0"/>
      <dgm:spPr/>
    </dgm:pt>
    <dgm:pt modelId="{87EB297C-7C21-4E0A-909E-F8AC7EAC312D}" type="pres">
      <dgm:prSet presAssocID="{8B78F419-A02D-4315-A8B4-7CBE013FF86C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ell Tower with solid fill"/>
        </a:ext>
      </dgm:extLst>
    </dgm:pt>
    <dgm:pt modelId="{34397A19-280D-4954-9B7C-1FD4007901CF}" type="pres">
      <dgm:prSet presAssocID="{8B78F419-A02D-4315-A8B4-7CBE013FF86C}" presName="spaceRect" presStyleCnt="0"/>
      <dgm:spPr/>
    </dgm:pt>
    <dgm:pt modelId="{1151A64A-2B92-4D4A-99DC-AF66CB0BEFC1}" type="pres">
      <dgm:prSet presAssocID="{8B78F419-A02D-4315-A8B4-7CBE013FF86C}" presName="textRect" presStyleLbl="revTx" presStyleIdx="1" presStyleCnt="5">
        <dgm:presLayoutVars>
          <dgm:chMax val="1"/>
          <dgm:chPref val="1"/>
        </dgm:presLayoutVars>
      </dgm:prSet>
      <dgm:spPr/>
    </dgm:pt>
    <dgm:pt modelId="{4D90B01F-5FEB-42DD-BF22-0EAA51D50C82}" type="pres">
      <dgm:prSet presAssocID="{604B9067-D019-4586-82D7-E20719F2B802}" presName="sibTrans" presStyleCnt="0"/>
      <dgm:spPr/>
    </dgm:pt>
    <dgm:pt modelId="{0A368ED8-52E3-4444-9118-F4D9E477B10C}" type="pres">
      <dgm:prSet presAssocID="{A7D2A4EE-DC3F-4CB6-9B81-9F74A0879755}" presName="compNode" presStyleCnt="0"/>
      <dgm:spPr/>
    </dgm:pt>
    <dgm:pt modelId="{AE7DA574-7BC6-4D6B-A4E7-D33899A7E589}" type="pres">
      <dgm:prSet presAssocID="{A7D2A4EE-DC3F-4CB6-9B81-9F74A0879755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ircles with arrows with solid fill"/>
        </a:ext>
      </dgm:extLst>
    </dgm:pt>
    <dgm:pt modelId="{72609B32-9880-46BE-B499-D546F12D54D3}" type="pres">
      <dgm:prSet presAssocID="{A7D2A4EE-DC3F-4CB6-9B81-9F74A0879755}" presName="spaceRect" presStyleCnt="0"/>
      <dgm:spPr/>
    </dgm:pt>
    <dgm:pt modelId="{2783C055-488B-41CD-886A-6B9B0B6B7B1D}" type="pres">
      <dgm:prSet presAssocID="{A7D2A4EE-DC3F-4CB6-9B81-9F74A0879755}" presName="textRect" presStyleLbl="revTx" presStyleIdx="2" presStyleCnt="5">
        <dgm:presLayoutVars>
          <dgm:chMax val="1"/>
          <dgm:chPref val="1"/>
        </dgm:presLayoutVars>
      </dgm:prSet>
      <dgm:spPr/>
    </dgm:pt>
    <dgm:pt modelId="{36AE1D90-8DC0-47ED-B0FD-A907D26138E0}" type="pres">
      <dgm:prSet presAssocID="{8708F59C-97BD-49F0-94C2-2E6B77686615}" presName="sibTrans" presStyleCnt="0"/>
      <dgm:spPr/>
    </dgm:pt>
    <dgm:pt modelId="{1DE32187-2479-4864-A51F-8C613FB6566B}" type="pres">
      <dgm:prSet presAssocID="{842F169B-CB67-4146-81A1-12CCE048CBCC}" presName="compNode" presStyleCnt="0"/>
      <dgm:spPr/>
    </dgm:pt>
    <dgm:pt modelId="{C53713E0-B2FD-421F-BAC7-9EA0D1E4D89E}" type="pres">
      <dgm:prSet presAssocID="{842F169B-CB67-4146-81A1-12CCE048CBCC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ntinuous Improvement with solid fill"/>
        </a:ext>
      </dgm:extLst>
    </dgm:pt>
    <dgm:pt modelId="{C8CE38A5-0187-4027-8938-598DBB1740CE}" type="pres">
      <dgm:prSet presAssocID="{842F169B-CB67-4146-81A1-12CCE048CBCC}" presName="spaceRect" presStyleCnt="0"/>
      <dgm:spPr/>
    </dgm:pt>
    <dgm:pt modelId="{22E93003-A371-4D6C-A132-4F1D33034140}" type="pres">
      <dgm:prSet presAssocID="{842F169B-CB67-4146-81A1-12CCE048CBCC}" presName="textRect" presStyleLbl="revTx" presStyleIdx="3" presStyleCnt="5">
        <dgm:presLayoutVars>
          <dgm:chMax val="1"/>
          <dgm:chPref val="1"/>
        </dgm:presLayoutVars>
      </dgm:prSet>
      <dgm:spPr/>
    </dgm:pt>
    <dgm:pt modelId="{3243F200-FF85-4B5F-B2CF-5F447BCCF25B}" type="pres">
      <dgm:prSet presAssocID="{FA1210EB-9C35-4AC3-8D94-D8DBC511FBFD}" presName="sibTrans" presStyleCnt="0"/>
      <dgm:spPr/>
    </dgm:pt>
    <dgm:pt modelId="{54D2D99F-EFD1-458B-A437-BA1599AA2DDE}" type="pres">
      <dgm:prSet presAssocID="{CA997D3D-6825-48F6-9027-51D0215B199A}" presName="compNode" presStyleCnt="0"/>
      <dgm:spPr/>
    </dgm:pt>
    <dgm:pt modelId="{31078DB5-90A6-4493-9227-FF62E5F7944C}" type="pres">
      <dgm:prSet presAssocID="{CA997D3D-6825-48F6-9027-51D0215B199A}" presName="iconRect" presStyleLbl="node1" presStyleIdx="4" presStyleCnt="5"/>
      <dgm:spPr>
        <a:blipFill rotWithShape="1">
          <a:blip xmlns:r="http://schemas.openxmlformats.org/officeDocument/2006/relationships"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crewdriver with solid fill"/>
        </a:ext>
      </dgm:extLst>
    </dgm:pt>
    <dgm:pt modelId="{D5202E60-2C3B-4D22-A735-6739602DBFE3}" type="pres">
      <dgm:prSet presAssocID="{CA997D3D-6825-48F6-9027-51D0215B199A}" presName="spaceRect" presStyleCnt="0"/>
      <dgm:spPr/>
    </dgm:pt>
    <dgm:pt modelId="{658EE81C-8770-493B-A694-580DB0D76CCC}" type="pres">
      <dgm:prSet presAssocID="{CA997D3D-6825-48F6-9027-51D0215B199A}" presName="textRect" presStyleLbl="revTx" presStyleIdx="4" presStyleCnt="5">
        <dgm:presLayoutVars>
          <dgm:chMax val="1"/>
          <dgm:chPref val="1"/>
        </dgm:presLayoutVars>
      </dgm:prSet>
      <dgm:spPr/>
    </dgm:pt>
  </dgm:ptLst>
  <dgm:cxnLst>
    <dgm:cxn modelId="{13C7AB14-0B7B-4798-B95F-E84AF2415E26}" type="presOf" srcId="{A7D2A4EE-DC3F-4CB6-9B81-9F74A0879755}" destId="{2783C055-488B-41CD-886A-6B9B0B6B7B1D}" srcOrd="0" destOrd="0" presId="urn:microsoft.com/office/officeart/2018/2/layout/IconLabelList"/>
    <dgm:cxn modelId="{E5EC6C1E-3456-4DA2-8805-DB61CB88575D}" srcId="{0421D1B8-3D5A-45E2-9B59-4F9870B4140F}" destId="{BF0E4346-347E-4249-8A97-371C5ADAF487}" srcOrd="0" destOrd="0" parTransId="{D7CFFD8C-EC82-481A-A44C-DFAF312A5A36}" sibTransId="{65152061-D12F-41AD-A531-467D3A30E26C}"/>
    <dgm:cxn modelId="{2DBEF626-70E4-4E34-BAF7-46E4990FE157}" srcId="{0421D1B8-3D5A-45E2-9B59-4F9870B4140F}" destId="{A7D2A4EE-DC3F-4CB6-9B81-9F74A0879755}" srcOrd="2" destOrd="0" parTransId="{ABDF1F43-3A34-4B31-BA36-E3FB0C066975}" sibTransId="{8708F59C-97BD-49F0-94C2-2E6B77686615}"/>
    <dgm:cxn modelId="{E09F764A-05F0-4D4A-A1E4-4189ADF65301}" type="presOf" srcId="{0421D1B8-3D5A-45E2-9B59-4F9870B4140F}" destId="{FD4147F2-3A89-4ADF-9644-BB21F127C215}" srcOrd="0" destOrd="0" presId="urn:microsoft.com/office/officeart/2018/2/layout/IconLabelList"/>
    <dgm:cxn modelId="{EA8C4351-4C98-46D2-ADB8-DC7E0E9DE88A}" type="presOf" srcId="{842F169B-CB67-4146-81A1-12CCE048CBCC}" destId="{22E93003-A371-4D6C-A132-4F1D33034140}" srcOrd="0" destOrd="0" presId="urn:microsoft.com/office/officeart/2018/2/layout/IconLabelList"/>
    <dgm:cxn modelId="{E50A2654-3A17-4292-8F47-42933EFAB79B}" type="presOf" srcId="{BF0E4346-347E-4249-8A97-371C5ADAF487}" destId="{568CB1D6-6134-4FB9-96AE-B190532FAB2E}" srcOrd="0" destOrd="0" presId="urn:microsoft.com/office/officeart/2018/2/layout/IconLabelList"/>
    <dgm:cxn modelId="{DDCC9096-9803-4A31-9B33-86C99FC6BB81}" srcId="{0421D1B8-3D5A-45E2-9B59-4F9870B4140F}" destId="{8B78F419-A02D-4315-A8B4-7CBE013FF86C}" srcOrd="1" destOrd="0" parTransId="{315D0A6D-3C1F-42D1-884E-BA0522BFC983}" sibTransId="{604B9067-D019-4586-82D7-E20719F2B802}"/>
    <dgm:cxn modelId="{82FB2DBE-3FDB-4BCF-BF4C-4A7AA54220DE}" type="presOf" srcId="{8B78F419-A02D-4315-A8B4-7CBE013FF86C}" destId="{1151A64A-2B92-4D4A-99DC-AF66CB0BEFC1}" srcOrd="0" destOrd="0" presId="urn:microsoft.com/office/officeart/2018/2/layout/IconLabelList"/>
    <dgm:cxn modelId="{F9D17FDD-87AB-4C55-A882-A87EAF9E0C15}" srcId="{0421D1B8-3D5A-45E2-9B59-4F9870B4140F}" destId="{842F169B-CB67-4146-81A1-12CCE048CBCC}" srcOrd="3" destOrd="0" parTransId="{0F347260-3E9E-464F-8B2A-8E8410D7493B}" sibTransId="{FA1210EB-9C35-4AC3-8D94-D8DBC511FBFD}"/>
    <dgm:cxn modelId="{6F5C17EE-4C9D-4ED2-A0E0-72DD078BCC08}" srcId="{0421D1B8-3D5A-45E2-9B59-4F9870B4140F}" destId="{CA997D3D-6825-48F6-9027-51D0215B199A}" srcOrd="4" destOrd="0" parTransId="{8F4655B1-5428-4A5A-A61A-CC105A41C5A8}" sibTransId="{B4D18445-1758-40DD-AAA4-A57913D46E79}"/>
    <dgm:cxn modelId="{1E8049F8-53A1-4E9E-8FEA-F4A6A73AA54F}" type="presOf" srcId="{CA997D3D-6825-48F6-9027-51D0215B199A}" destId="{658EE81C-8770-493B-A694-580DB0D76CCC}" srcOrd="0" destOrd="0" presId="urn:microsoft.com/office/officeart/2018/2/layout/IconLabelList"/>
    <dgm:cxn modelId="{58E9043F-70CC-49B3-84B8-84BF793802EB}" type="presParOf" srcId="{FD4147F2-3A89-4ADF-9644-BB21F127C215}" destId="{BFFB5B9F-51D9-4181-9CBA-6D488FB13AE1}" srcOrd="0" destOrd="0" presId="urn:microsoft.com/office/officeart/2018/2/layout/IconLabelList"/>
    <dgm:cxn modelId="{C7E17C53-EA3E-4488-92C5-75B73E0B3C7B}" type="presParOf" srcId="{BFFB5B9F-51D9-4181-9CBA-6D488FB13AE1}" destId="{209CB2E8-CD0A-4655-8106-0CB98B0CEE8C}" srcOrd="0" destOrd="0" presId="urn:microsoft.com/office/officeart/2018/2/layout/IconLabelList"/>
    <dgm:cxn modelId="{EB5845B3-A50F-41AD-9840-BDC9F53A89A6}" type="presParOf" srcId="{BFFB5B9F-51D9-4181-9CBA-6D488FB13AE1}" destId="{E096FD8E-B7F0-456B-BB84-292C8D4B5EE6}" srcOrd="1" destOrd="0" presId="urn:microsoft.com/office/officeart/2018/2/layout/IconLabelList"/>
    <dgm:cxn modelId="{061B7575-D611-46CD-A6F1-913A9C1EF9FC}" type="presParOf" srcId="{BFFB5B9F-51D9-4181-9CBA-6D488FB13AE1}" destId="{568CB1D6-6134-4FB9-96AE-B190532FAB2E}" srcOrd="2" destOrd="0" presId="urn:microsoft.com/office/officeart/2018/2/layout/IconLabelList"/>
    <dgm:cxn modelId="{23F7F3FA-F51D-4126-807F-CAFDAD5DBDAA}" type="presParOf" srcId="{FD4147F2-3A89-4ADF-9644-BB21F127C215}" destId="{5D3B0F62-08DF-489A-BAFE-1EE1950569F5}" srcOrd="1" destOrd="0" presId="urn:microsoft.com/office/officeart/2018/2/layout/IconLabelList"/>
    <dgm:cxn modelId="{02191A2F-2D40-43D2-A780-3C504B73B9A3}" type="presParOf" srcId="{FD4147F2-3A89-4ADF-9644-BB21F127C215}" destId="{B2DEBE9C-AC99-404F-9D0A-E87006A15D53}" srcOrd="2" destOrd="0" presId="urn:microsoft.com/office/officeart/2018/2/layout/IconLabelList"/>
    <dgm:cxn modelId="{778E0068-5739-4F6A-A68B-48796B5036B8}" type="presParOf" srcId="{B2DEBE9C-AC99-404F-9D0A-E87006A15D53}" destId="{87EB297C-7C21-4E0A-909E-F8AC7EAC312D}" srcOrd="0" destOrd="0" presId="urn:microsoft.com/office/officeart/2018/2/layout/IconLabelList"/>
    <dgm:cxn modelId="{75F4A5E9-5610-46DD-AEA1-1008F84EDB7E}" type="presParOf" srcId="{B2DEBE9C-AC99-404F-9D0A-E87006A15D53}" destId="{34397A19-280D-4954-9B7C-1FD4007901CF}" srcOrd="1" destOrd="0" presId="urn:microsoft.com/office/officeart/2018/2/layout/IconLabelList"/>
    <dgm:cxn modelId="{6EBDFE42-72A7-4ACD-B7C6-D9AEB1062533}" type="presParOf" srcId="{B2DEBE9C-AC99-404F-9D0A-E87006A15D53}" destId="{1151A64A-2B92-4D4A-99DC-AF66CB0BEFC1}" srcOrd="2" destOrd="0" presId="urn:microsoft.com/office/officeart/2018/2/layout/IconLabelList"/>
    <dgm:cxn modelId="{20E40DB0-236A-4099-B8C7-0D35ED8FCE87}" type="presParOf" srcId="{FD4147F2-3A89-4ADF-9644-BB21F127C215}" destId="{4D90B01F-5FEB-42DD-BF22-0EAA51D50C82}" srcOrd="3" destOrd="0" presId="urn:microsoft.com/office/officeart/2018/2/layout/IconLabelList"/>
    <dgm:cxn modelId="{D0B5BF8A-116D-4873-B964-16D30FCD7CB3}" type="presParOf" srcId="{FD4147F2-3A89-4ADF-9644-BB21F127C215}" destId="{0A368ED8-52E3-4444-9118-F4D9E477B10C}" srcOrd="4" destOrd="0" presId="urn:microsoft.com/office/officeart/2018/2/layout/IconLabelList"/>
    <dgm:cxn modelId="{1DCDF948-208B-4F5E-B1F5-794D09271B15}" type="presParOf" srcId="{0A368ED8-52E3-4444-9118-F4D9E477B10C}" destId="{AE7DA574-7BC6-4D6B-A4E7-D33899A7E589}" srcOrd="0" destOrd="0" presId="urn:microsoft.com/office/officeart/2018/2/layout/IconLabelList"/>
    <dgm:cxn modelId="{8BB7C899-F290-40FD-A22E-72A6640B431E}" type="presParOf" srcId="{0A368ED8-52E3-4444-9118-F4D9E477B10C}" destId="{72609B32-9880-46BE-B499-D546F12D54D3}" srcOrd="1" destOrd="0" presId="urn:microsoft.com/office/officeart/2018/2/layout/IconLabelList"/>
    <dgm:cxn modelId="{D7E2B577-7733-45B2-B107-761F68C6F936}" type="presParOf" srcId="{0A368ED8-52E3-4444-9118-F4D9E477B10C}" destId="{2783C055-488B-41CD-886A-6B9B0B6B7B1D}" srcOrd="2" destOrd="0" presId="urn:microsoft.com/office/officeart/2018/2/layout/IconLabelList"/>
    <dgm:cxn modelId="{F63C204B-1C77-4B29-A3D1-F74E683059FC}" type="presParOf" srcId="{FD4147F2-3A89-4ADF-9644-BB21F127C215}" destId="{36AE1D90-8DC0-47ED-B0FD-A907D26138E0}" srcOrd="5" destOrd="0" presId="urn:microsoft.com/office/officeart/2018/2/layout/IconLabelList"/>
    <dgm:cxn modelId="{FCE9E836-32C3-4DC3-AD3F-A3C5E41DED63}" type="presParOf" srcId="{FD4147F2-3A89-4ADF-9644-BB21F127C215}" destId="{1DE32187-2479-4864-A51F-8C613FB6566B}" srcOrd="6" destOrd="0" presId="urn:microsoft.com/office/officeart/2018/2/layout/IconLabelList"/>
    <dgm:cxn modelId="{49F83F35-19B7-4B86-A682-866483CF3B34}" type="presParOf" srcId="{1DE32187-2479-4864-A51F-8C613FB6566B}" destId="{C53713E0-B2FD-421F-BAC7-9EA0D1E4D89E}" srcOrd="0" destOrd="0" presId="urn:microsoft.com/office/officeart/2018/2/layout/IconLabelList"/>
    <dgm:cxn modelId="{BC86A1DC-7E7C-4683-ADB6-A70A5DFE49F0}" type="presParOf" srcId="{1DE32187-2479-4864-A51F-8C613FB6566B}" destId="{C8CE38A5-0187-4027-8938-598DBB1740CE}" srcOrd="1" destOrd="0" presId="urn:microsoft.com/office/officeart/2018/2/layout/IconLabelList"/>
    <dgm:cxn modelId="{CE705453-0043-4EE5-AAAF-73B89B021ED6}" type="presParOf" srcId="{1DE32187-2479-4864-A51F-8C613FB6566B}" destId="{22E93003-A371-4D6C-A132-4F1D33034140}" srcOrd="2" destOrd="0" presId="urn:microsoft.com/office/officeart/2018/2/layout/IconLabelList"/>
    <dgm:cxn modelId="{BF96DCB5-79A1-4C75-885C-DEE25957D30C}" type="presParOf" srcId="{FD4147F2-3A89-4ADF-9644-BB21F127C215}" destId="{3243F200-FF85-4B5F-B2CF-5F447BCCF25B}" srcOrd="7" destOrd="0" presId="urn:microsoft.com/office/officeart/2018/2/layout/IconLabelList"/>
    <dgm:cxn modelId="{D6D2BCA2-DE50-4C7E-BCED-1A485195FE9E}" type="presParOf" srcId="{FD4147F2-3A89-4ADF-9644-BB21F127C215}" destId="{54D2D99F-EFD1-458B-A437-BA1599AA2DDE}" srcOrd="8" destOrd="0" presId="urn:microsoft.com/office/officeart/2018/2/layout/IconLabelList"/>
    <dgm:cxn modelId="{35FAE9FF-E339-4571-B8C4-6E57BBC56575}" type="presParOf" srcId="{54D2D99F-EFD1-458B-A437-BA1599AA2DDE}" destId="{31078DB5-90A6-4493-9227-FF62E5F7944C}" srcOrd="0" destOrd="0" presId="urn:microsoft.com/office/officeart/2018/2/layout/IconLabelList"/>
    <dgm:cxn modelId="{08B7C306-4E8E-49CB-9E90-6000AE2F4473}" type="presParOf" srcId="{54D2D99F-EFD1-458B-A437-BA1599AA2DDE}" destId="{D5202E60-2C3B-4D22-A735-6739602DBFE3}" srcOrd="1" destOrd="0" presId="urn:microsoft.com/office/officeart/2018/2/layout/IconLabelList"/>
    <dgm:cxn modelId="{FE64FB19-D52C-412A-8DCC-321365867751}" type="presParOf" srcId="{54D2D99F-EFD1-458B-A437-BA1599AA2DDE}" destId="{658EE81C-8770-493B-A694-580DB0D76CCC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C887AB67-E2EA-4864-B2B6-8331F29BBA0D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1D02429D-0317-4CB9-BD64-42D2CD214BC6}">
      <dgm:prSet/>
      <dgm:spPr/>
      <dgm:t>
        <a:bodyPr/>
        <a:lstStyle/>
        <a:p>
          <a:pPr>
            <a:lnSpc>
              <a:spcPct val="100000"/>
            </a:lnSpc>
          </a:pPr>
          <a:r>
            <a:rPr lang="en-CA"/>
            <a:t>RF-Compliant Transceiver Module (EU)</a:t>
          </a:r>
          <a:endParaRPr lang="en-US"/>
        </a:p>
      </dgm:t>
    </dgm:pt>
    <dgm:pt modelId="{D709282E-3A2E-484C-A340-A7B2034C55A2}" type="parTrans" cxnId="{A503CF4A-26C8-498D-BEDE-0CCBA6BCC634}">
      <dgm:prSet/>
      <dgm:spPr/>
      <dgm:t>
        <a:bodyPr/>
        <a:lstStyle/>
        <a:p>
          <a:endParaRPr lang="en-US"/>
        </a:p>
      </dgm:t>
    </dgm:pt>
    <dgm:pt modelId="{38DEF94E-B243-4175-A71F-27EA3577462C}" type="sibTrans" cxnId="{A503CF4A-26C8-498D-BEDE-0CCBA6BCC634}">
      <dgm:prSet/>
      <dgm:spPr/>
      <dgm:t>
        <a:bodyPr/>
        <a:lstStyle/>
        <a:p>
          <a:endParaRPr lang="en-US"/>
        </a:p>
      </dgm:t>
    </dgm:pt>
    <dgm:pt modelId="{30E992CC-7C4C-4A75-9082-90F3A69EBEE6}">
      <dgm:prSet/>
      <dgm:spPr/>
      <dgm:t>
        <a:bodyPr/>
        <a:lstStyle/>
        <a:p>
          <a:pPr>
            <a:lnSpc>
              <a:spcPct val="100000"/>
            </a:lnSpc>
          </a:pPr>
          <a:r>
            <a:rPr lang="en-CA"/>
            <a:t>IEC 62368-1 Compliant Power Supply (+)</a:t>
          </a:r>
          <a:endParaRPr lang="en-US"/>
        </a:p>
      </dgm:t>
    </dgm:pt>
    <dgm:pt modelId="{8B276494-AFFC-4A9F-B8CB-2CFE40477516}" type="parTrans" cxnId="{D14C9F8F-D4BE-4E38-AF1A-1640992688A4}">
      <dgm:prSet/>
      <dgm:spPr/>
      <dgm:t>
        <a:bodyPr/>
        <a:lstStyle/>
        <a:p>
          <a:endParaRPr lang="en-US"/>
        </a:p>
      </dgm:t>
    </dgm:pt>
    <dgm:pt modelId="{0D008B74-084D-446C-A7E9-F7B7812D781B}" type="sibTrans" cxnId="{D14C9F8F-D4BE-4E38-AF1A-1640992688A4}">
      <dgm:prSet/>
      <dgm:spPr/>
      <dgm:t>
        <a:bodyPr/>
        <a:lstStyle/>
        <a:p>
          <a:endParaRPr lang="en-US"/>
        </a:p>
      </dgm:t>
    </dgm:pt>
    <dgm:pt modelId="{BA6047ED-159B-4E6D-81EC-1495C4A3920D}">
      <dgm:prSet/>
      <dgm:spPr/>
      <dgm:t>
        <a:bodyPr/>
        <a:lstStyle/>
        <a:p>
          <a:pPr>
            <a:lnSpc>
              <a:spcPct val="100000"/>
            </a:lnSpc>
          </a:pPr>
          <a:r>
            <a:rPr lang="en-CA"/>
            <a:t>Additional Copper Ground Buss (Supply)</a:t>
          </a:r>
          <a:endParaRPr lang="en-US"/>
        </a:p>
      </dgm:t>
    </dgm:pt>
    <dgm:pt modelId="{A6D4569D-F479-4BE4-984F-F2094DDBC27C}" type="parTrans" cxnId="{7425AC0A-2038-4FBD-B54B-C70E2B62D0BD}">
      <dgm:prSet/>
      <dgm:spPr/>
      <dgm:t>
        <a:bodyPr/>
        <a:lstStyle/>
        <a:p>
          <a:endParaRPr lang="en-US"/>
        </a:p>
      </dgm:t>
    </dgm:pt>
    <dgm:pt modelId="{0550262D-AAF3-45D5-8F9F-0D2BE1EDDD4B}" type="sibTrans" cxnId="{7425AC0A-2038-4FBD-B54B-C70E2B62D0BD}">
      <dgm:prSet/>
      <dgm:spPr/>
      <dgm:t>
        <a:bodyPr/>
        <a:lstStyle/>
        <a:p>
          <a:endParaRPr lang="en-US"/>
        </a:p>
      </dgm:t>
    </dgm:pt>
    <dgm:pt modelId="{DD8FE6B9-AA89-4C50-A7E8-9006CCDB026A}">
      <dgm:prSet/>
      <dgm:spPr/>
      <dgm:t>
        <a:bodyPr/>
        <a:lstStyle/>
        <a:p>
          <a:pPr>
            <a:lnSpc>
              <a:spcPct val="100000"/>
            </a:lnSpc>
          </a:pPr>
          <a:r>
            <a:rPr lang="en-CA"/>
            <a:t>Cable Routing by Signal Speed</a:t>
          </a:r>
          <a:endParaRPr lang="en-US"/>
        </a:p>
      </dgm:t>
    </dgm:pt>
    <dgm:pt modelId="{2E8779FC-1D7F-4E10-BF13-29CA17D1EF11}" type="parTrans" cxnId="{17A2851F-3A9E-4C4D-ACB6-56BEFCC97113}">
      <dgm:prSet/>
      <dgm:spPr/>
      <dgm:t>
        <a:bodyPr/>
        <a:lstStyle/>
        <a:p>
          <a:endParaRPr lang="en-US"/>
        </a:p>
      </dgm:t>
    </dgm:pt>
    <dgm:pt modelId="{49C0C2D1-D9B8-4211-A1EC-62B72D0066E9}" type="sibTrans" cxnId="{17A2851F-3A9E-4C4D-ACB6-56BEFCC97113}">
      <dgm:prSet/>
      <dgm:spPr/>
      <dgm:t>
        <a:bodyPr/>
        <a:lstStyle/>
        <a:p>
          <a:endParaRPr lang="en-US"/>
        </a:p>
      </dgm:t>
    </dgm:pt>
    <dgm:pt modelId="{33084D4A-DBD1-4CBE-A888-5CFE6B2C92DB}">
      <dgm:prSet/>
      <dgm:spPr/>
      <dgm:t>
        <a:bodyPr/>
        <a:lstStyle/>
        <a:p>
          <a:pPr>
            <a:lnSpc>
              <a:spcPct val="100000"/>
            </a:lnSpc>
          </a:pPr>
          <a:r>
            <a:rPr lang="en-CA"/>
            <a:t>Cable Routing by Power</a:t>
          </a:r>
          <a:endParaRPr lang="en-US"/>
        </a:p>
      </dgm:t>
    </dgm:pt>
    <dgm:pt modelId="{3FDC4903-1A43-41BE-B111-40543B2FD0E6}" type="parTrans" cxnId="{30C5E747-AF9D-44D2-B543-ED5D7B50D4D0}">
      <dgm:prSet/>
      <dgm:spPr/>
      <dgm:t>
        <a:bodyPr/>
        <a:lstStyle/>
        <a:p>
          <a:endParaRPr lang="en-US"/>
        </a:p>
      </dgm:t>
    </dgm:pt>
    <dgm:pt modelId="{9B980140-D987-43B2-BCBC-F9A4A9E7411C}" type="sibTrans" cxnId="{30C5E747-AF9D-44D2-B543-ED5D7B50D4D0}">
      <dgm:prSet/>
      <dgm:spPr/>
      <dgm:t>
        <a:bodyPr/>
        <a:lstStyle/>
        <a:p>
          <a:endParaRPr lang="en-US"/>
        </a:p>
      </dgm:t>
    </dgm:pt>
    <dgm:pt modelId="{99708728-F014-408D-A0FB-36177CB7E900}" type="pres">
      <dgm:prSet presAssocID="{C887AB67-E2EA-4864-B2B6-8331F29BBA0D}" presName="root" presStyleCnt="0">
        <dgm:presLayoutVars>
          <dgm:dir/>
          <dgm:resizeHandles val="exact"/>
        </dgm:presLayoutVars>
      </dgm:prSet>
      <dgm:spPr/>
    </dgm:pt>
    <dgm:pt modelId="{EE1CF767-308D-4FE9-A638-8C221F3C2303}" type="pres">
      <dgm:prSet presAssocID="{1D02429D-0317-4CB9-BD64-42D2CD214BC6}" presName="compNode" presStyleCnt="0"/>
      <dgm:spPr/>
    </dgm:pt>
    <dgm:pt modelId="{556FE60F-7586-4932-808D-36FB8FB4D8D0}" type="pres">
      <dgm:prSet presAssocID="{1D02429D-0317-4CB9-BD64-42D2CD214BC6}" presName="bgRect" presStyleLbl="bgShp" presStyleIdx="0" presStyleCnt="5"/>
      <dgm:spPr/>
    </dgm:pt>
    <dgm:pt modelId="{719DFB16-294F-4D7F-9A2A-17C4DE56BE39}" type="pres">
      <dgm:prSet presAssocID="{1D02429D-0317-4CB9-BD64-42D2CD214BC6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itcoin"/>
        </a:ext>
      </dgm:extLst>
    </dgm:pt>
    <dgm:pt modelId="{FB9E45C1-5E61-4EC6-8073-464FE15D0C61}" type="pres">
      <dgm:prSet presAssocID="{1D02429D-0317-4CB9-BD64-42D2CD214BC6}" presName="spaceRect" presStyleCnt="0"/>
      <dgm:spPr/>
    </dgm:pt>
    <dgm:pt modelId="{D4F4D42D-12C2-4DE3-8286-948BA9EDFB2B}" type="pres">
      <dgm:prSet presAssocID="{1D02429D-0317-4CB9-BD64-42D2CD214BC6}" presName="parTx" presStyleLbl="revTx" presStyleIdx="0" presStyleCnt="5">
        <dgm:presLayoutVars>
          <dgm:chMax val="0"/>
          <dgm:chPref val="0"/>
        </dgm:presLayoutVars>
      </dgm:prSet>
      <dgm:spPr/>
    </dgm:pt>
    <dgm:pt modelId="{3A0346DE-49CB-47D8-8DDF-D21FBC4C734B}" type="pres">
      <dgm:prSet presAssocID="{38DEF94E-B243-4175-A71F-27EA3577462C}" presName="sibTrans" presStyleCnt="0"/>
      <dgm:spPr/>
    </dgm:pt>
    <dgm:pt modelId="{62EEC947-D2C2-4BCC-AC08-7B251C7D980F}" type="pres">
      <dgm:prSet presAssocID="{30E992CC-7C4C-4A75-9082-90F3A69EBEE6}" presName="compNode" presStyleCnt="0"/>
      <dgm:spPr/>
    </dgm:pt>
    <dgm:pt modelId="{EB3BBA2E-AC51-4EDD-BDFE-8A6FE79E2689}" type="pres">
      <dgm:prSet presAssocID="{30E992CC-7C4C-4A75-9082-90F3A69EBEE6}" presName="bgRect" presStyleLbl="bgShp" presStyleIdx="1" presStyleCnt="5"/>
      <dgm:spPr/>
    </dgm:pt>
    <dgm:pt modelId="{5459CEF3-63A3-4A14-9C08-17BAEC17B57E}" type="pres">
      <dgm:prSet presAssocID="{30E992CC-7C4C-4A75-9082-90F3A69EBEE6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actory"/>
        </a:ext>
      </dgm:extLst>
    </dgm:pt>
    <dgm:pt modelId="{30D591AB-A7F7-4094-A070-FC94531AB0E8}" type="pres">
      <dgm:prSet presAssocID="{30E992CC-7C4C-4A75-9082-90F3A69EBEE6}" presName="spaceRect" presStyleCnt="0"/>
      <dgm:spPr/>
    </dgm:pt>
    <dgm:pt modelId="{4C3D5714-E3BE-482A-81E2-43ACD4849A00}" type="pres">
      <dgm:prSet presAssocID="{30E992CC-7C4C-4A75-9082-90F3A69EBEE6}" presName="parTx" presStyleLbl="revTx" presStyleIdx="1" presStyleCnt="5">
        <dgm:presLayoutVars>
          <dgm:chMax val="0"/>
          <dgm:chPref val="0"/>
        </dgm:presLayoutVars>
      </dgm:prSet>
      <dgm:spPr/>
    </dgm:pt>
    <dgm:pt modelId="{46D3502D-7AF3-4927-A99E-1D003A25CB62}" type="pres">
      <dgm:prSet presAssocID="{0D008B74-084D-446C-A7E9-F7B7812D781B}" presName="sibTrans" presStyleCnt="0"/>
      <dgm:spPr/>
    </dgm:pt>
    <dgm:pt modelId="{B581F03E-6A42-4FBF-BFF0-B11A61023ED2}" type="pres">
      <dgm:prSet presAssocID="{BA6047ED-159B-4E6D-81EC-1495C4A3920D}" presName="compNode" presStyleCnt="0"/>
      <dgm:spPr/>
    </dgm:pt>
    <dgm:pt modelId="{BE4C14C9-FE87-41F0-B39A-C407A3767047}" type="pres">
      <dgm:prSet presAssocID="{BA6047ED-159B-4E6D-81EC-1495C4A3920D}" presName="bgRect" presStyleLbl="bgShp" presStyleIdx="2" presStyleCnt="5"/>
      <dgm:spPr/>
    </dgm:pt>
    <dgm:pt modelId="{BFC5FA90-ED1A-479B-84DF-871628C3B58E}" type="pres">
      <dgm:prSet presAssocID="{BA6047ED-159B-4E6D-81EC-1495C4A3920D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Excavator"/>
        </a:ext>
      </dgm:extLst>
    </dgm:pt>
    <dgm:pt modelId="{81EF21B0-FA1E-43F6-875C-876D4F878FBA}" type="pres">
      <dgm:prSet presAssocID="{BA6047ED-159B-4E6D-81EC-1495C4A3920D}" presName="spaceRect" presStyleCnt="0"/>
      <dgm:spPr/>
    </dgm:pt>
    <dgm:pt modelId="{F98E6D22-E0E6-43B4-A3F6-01CDD713272F}" type="pres">
      <dgm:prSet presAssocID="{BA6047ED-159B-4E6D-81EC-1495C4A3920D}" presName="parTx" presStyleLbl="revTx" presStyleIdx="2" presStyleCnt="5">
        <dgm:presLayoutVars>
          <dgm:chMax val="0"/>
          <dgm:chPref val="0"/>
        </dgm:presLayoutVars>
      </dgm:prSet>
      <dgm:spPr/>
    </dgm:pt>
    <dgm:pt modelId="{FF36DB07-D81E-4417-B6DF-99FBC1D9A8D9}" type="pres">
      <dgm:prSet presAssocID="{0550262D-AAF3-45D5-8F9F-0D2BE1EDDD4B}" presName="sibTrans" presStyleCnt="0"/>
      <dgm:spPr/>
    </dgm:pt>
    <dgm:pt modelId="{7151361C-3224-4A31-823B-42DA1F4A3E18}" type="pres">
      <dgm:prSet presAssocID="{DD8FE6B9-AA89-4C50-A7E8-9006CCDB026A}" presName="compNode" presStyleCnt="0"/>
      <dgm:spPr/>
    </dgm:pt>
    <dgm:pt modelId="{CA4DA51F-5056-4C02-A067-10548FC1C5B4}" type="pres">
      <dgm:prSet presAssocID="{DD8FE6B9-AA89-4C50-A7E8-9006CCDB026A}" presName="bgRect" presStyleLbl="bgShp" presStyleIdx="3" presStyleCnt="5"/>
      <dgm:spPr/>
    </dgm:pt>
    <dgm:pt modelId="{9A0B9439-1C32-4390-BDC6-4B54CB9D1F81}" type="pres">
      <dgm:prSet presAssocID="{DD8FE6B9-AA89-4C50-A7E8-9006CCDB026A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ireless router"/>
        </a:ext>
      </dgm:extLst>
    </dgm:pt>
    <dgm:pt modelId="{415C39A6-C2C1-4577-B84C-76496ECD349F}" type="pres">
      <dgm:prSet presAssocID="{DD8FE6B9-AA89-4C50-A7E8-9006CCDB026A}" presName="spaceRect" presStyleCnt="0"/>
      <dgm:spPr/>
    </dgm:pt>
    <dgm:pt modelId="{61146804-FE47-426C-96A7-63A290228246}" type="pres">
      <dgm:prSet presAssocID="{DD8FE6B9-AA89-4C50-A7E8-9006CCDB026A}" presName="parTx" presStyleLbl="revTx" presStyleIdx="3" presStyleCnt="5">
        <dgm:presLayoutVars>
          <dgm:chMax val="0"/>
          <dgm:chPref val="0"/>
        </dgm:presLayoutVars>
      </dgm:prSet>
      <dgm:spPr/>
    </dgm:pt>
    <dgm:pt modelId="{29A14EC9-4292-4100-ABA7-9D4CA8614BD2}" type="pres">
      <dgm:prSet presAssocID="{49C0C2D1-D9B8-4211-A1EC-62B72D0066E9}" presName="sibTrans" presStyleCnt="0"/>
      <dgm:spPr/>
    </dgm:pt>
    <dgm:pt modelId="{A922BE62-1E99-4A8D-91CA-2E9AF0E517D9}" type="pres">
      <dgm:prSet presAssocID="{33084D4A-DBD1-4CBE-A888-5CFE6B2C92DB}" presName="compNode" presStyleCnt="0"/>
      <dgm:spPr/>
    </dgm:pt>
    <dgm:pt modelId="{6BE193A8-386D-4315-9262-7BE20AC8745F}" type="pres">
      <dgm:prSet presAssocID="{33084D4A-DBD1-4CBE-A888-5CFE6B2C92DB}" presName="bgRect" presStyleLbl="bgShp" presStyleIdx="4" presStyleCnt="5"/>
      <dgm:spPr/>
    </dgm:pt>
    <dgm:pt modelId="{D46FDEA3-AC87-4F85-BE4F-EADE221B5C62}" type="pres">
      <dgm:prSet presAssocID="{33084D4A-DBD1-4CBE-A888-5CFE6B2C92DB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mputer"/>
        </a:ext>
      </dgm:extLst>
    </dgm:pt>
    <dgm:pt modelId="{6FF176FA-8A5F-4853-A3B9-A7AAEE0F2860}" type="pres">
      <dgm:prSet presAssocID="{33084D4A-DBD1-4CBE-A888-5CFE6B2C92DB}" presName="spaceRect" presStyleCnt="0"/>
      <dgm:spPr/>
    </dgm:pt>
    <dgm:pt modelId="{E7E2FF1B-90ED-4401-9907-4C855C3EAF32}" type="pres">
      <dgm:prSet presAssocID="{33084D4A-DBD1-4CBE-A888-5CFE6B2C92DB}" presName="parTx" presStyleLbl="revTx" presStyleIdx="4" presStyleCnt="5">
        <dgm:presLayoutVars>
          <dgm:chMax val="0"/>
          <dgm:chPref val="0"/>
        </dgm:presLayoutVars>
      </dgm:prSet>
      <dgm:spPr/>
    </dgm:pt>
  </dgm:ptLst>
  <dgm:cxnLst>
    <dgm:cxn modelId="{4841BE07-D57F-43A6-AFEF-7DA6B88AEA4F}" type="presOf" srcId="{DD8FE6B9-AA89-4C50-A7E8-9006CCDB026A}" destId="{61146804-FE47-426C-96A7-63A290228246}" srcOrd="0" destOrd="0" presId="urn:microsoft.com/office/officeart/2018/2/layout/IconVerticalSolidList"/>
    <dgm:cxn modelId="{7425AC0A-2038-4FBD-B54B-C70E2B62D0BD}" srcId="{C887AB67-E2EA-4864-B2B6-8331F29BBA0D}" destId="{BA6047ED-159B-4E6D-81EC-1495C4A3920D}" srcOrd="2" destOrd="0" parTransId="{A6D4569D-F479-4BE4-984F-F2094DDBC27C}" sibTransId="{0550262D-AAF3-45D5-8F9F-0D2BE1EDDD4B}"/>
    <dgm:cxn modelId="{17A2851F-3A9E-4C4D-ACB6-56BEFCC97113}" srcId="{C887AB67-E2EA-4864-B2B6-8331F29BBA0D}" destId="{DD8FE6B9-AA89-4C50-A7E8-9006CCDB026A}" srcOrd="3" destOrd="0" parTransId="{2E8779FC-1D7F-4E10-BF13-29CA17D1EF11}" sibTransId="{49C0C2D1-D9B8-4211-A1EC-62B72D0066E9}"/>
    <dgm:cxn modelId="{9623CF20-54AC-449B-87B6-476899A9C975}" type="presOf" srcId="{33084D4A-DBD1-4CBE-A888-5CFE6B2C92DB}" destId="{E7E2FF1B-90ED-4401-9907-4C855C3EAF32}" srcOrd="0" destOrd="0" presId="urn:microsoft.com/office/officeart/2018/2/layout/IconVerticalSolidList"/>
    <dgm:cxn modelId="{6E3F485E-00F9-451D-AF0B-D667E4F0A956}" type="presOf" srcId="{30E992CC-7C4C-4A75-9082-90F3A69EBEE6}" destId="{4C3D5714-E3BE-482A-81E2-43ACD4849A00}" srcOrd="0" destOrd="0" presId="urn:microsoft.com/office/officeart/2018/2/layout/IconVerticalSolidList"/>
    <dgm:cxn modelId="{256F8964-2C04-4F01-A59A-2A5873CEFFF4}" type="presOf" srcId="{1D02429D-0317-4CB9-BD64-42D2CD214BC6}" destId="{D4F4D42D-12C2-4DE3-8286-948BA9EDFB2B}" srcOrd="0" destOrd="0" presId="urn:microsoft.com/office/officeart/2018/2/layout/IconVerticalSolidList"/>
    <dgm:cxn modelId="{30C5E747-AF9D-44D2-B543-ED5D7B50D4D0}" srcId="{C887AB67-E2EA-4864-B2B6-8331F29BBA0D}" destId="{33084D4A-DBD1-4CBE-A888-5CFE6B2C92DB}" srcOrd="4" destOrd="0" parTransId="{3FDC4903-1A43-41BE-B111-40543B2FD0E6}" sibTransId="{9B980140-D987-43B2-BCBC-F9A4A9E7411C}"/>
    <dgm:cxn modelId="{A503CF4A-26C8-498D-BEDE-0CCBA6BCC634}" srcId="{C887AB67-E2EA-4864-B2B6-8331F29BBA0D}" destId="{1D02429D-0317-4CB9-BD64-42D2CD214BC6}" srcOrd="0" destOrd="0" parTransId="{D709282E-3A2E-484C-A340-A7B2034C55A2}" sibTransId="{38DEF94E-B243-4175-A71F-27EA3577462C}"/>
    <dgm:cxn modelId="{D14C9F8F-D4BE-4E38-AF1A-1640992688A4}" srcId="{C887AB67-E2EA-4864-B2B6-8331F29BBA0D}" destId="{30E992CC-7C4C-4A75-9082-90F3A69EBEE6}" srcOrd="1" destOrd="0" parTransId="{8B276494-AFFC-4A9F-B8CB-2CFE40477516}" sibTransId="{0D008B74-084D-446C-A7E9-F7B7812D781B}"/>
    <dgm:cxn modelId="{CD05F892-8DD8-4C51-B89F-FA9A75702CA9}" type="presOf" srcId="{BA6047ED-159B-4E6D-81EC-1495C4A3920D}" destId="{F98E6D22-E0E6-43B4-A3F6-01CDD713272F}" srcOrd="0" destOrd="0" presId="urn:microsoft.com/office/officeart/2018/2/layout/IconVerticalSolidList"/>
    <dgm:cxn modelId="{C179B0A0-14EB-43EB-AA6C-BC883565452D}" type="presOf" srcId="{C887AB67-E2EA-4864-B2B6-8331F29BBA0D}" destId="{99708728-F014-408D-A0FB-36177CB7E900}" srcOrd="0" destOrd="0" presId="urn:microsoft.com/office/officeart/2018/2/layout/IconVerticalSolidList"/>
    <dgm:cxn modelId="{3139CF25-5073-47C9-9968-21C51E5DCCA2}" type="presParOf" srcId="{99708728-F014-408D-A0FB-36177CB7E900}" destId="{EE1CF767-308D-4FE9-A638-8C221F3C2303}" srcOrd="0" destOrd="0" presId="urn:microsoft.com/office/officeart/2018/2/layout/IconVerticalSolidList"/>
    <dgm:cxn modelId="{AFBF8EAB-6027-49E7-AEBB-C1D4AB000906}" type="presParOf" srcId="{EE1CF767-308D-4FE9-A638-8C221F3C2303}" destId="{556FE60F-7586-4932-808D-36FB8FB4D8D0}" srcOrd="0" destOrd="0" presId="urn:microsoft.com/office/officeart/2018/2/layout/IconVerticalSolidList"/>
    <dgm:cxn modelId="{5C6F5A3B-7872-4D94-B5C3-03A43318769D}" type="presParOf" srcId="{EE1CF767-308D-4FE9-A638-8C221F3C2303}" destId="{719DFB16-294F-4D7F-9A2A-17C4DE56BE39}" srcOrd="1" destOrd="0" presId="urn:microsoft.com/office/officeart/2018/2/layout/IconVerticalSolidList"/>
    <dgm:cxn modelId="{759B4C1C-DC20-49F4-A849-9FCF39EC8965}" type="presParOf" srcId="{EE1CF767-308D-4FE9-A638-8C221F3C2303}" destId="{FB9E45C1-5E61-4EC6-8073-464FE15D0C61}" srcOrd="2" destOrd="0" presId="urn:microsoft.com/office/officeart/2018/2/layout/IconVerticalSolidList"/>
    <dgm:cxn modelId="{9EEFCB21-9D7C-42DD-BDC9-84E28B4B601D}" type="presParOf" srcId="{EE1CF767-308D-4FE9-A638-8C221F3C2303}" destId="{D4F4D42D-12C2-4DE3-8286-948BA9EDFB2B}" srcOrd="3" destOrd="0" presId="urn:microsoft.com/office/officeart/2018/2/layout/IconVerticalSolidList"/>
    <dgm:cxn modelId="{0CD4E5E8-D753-48DF-9FE8-CBD1B64685CE}" type="presParOf" srcId="{99708728-F014-408D-A0FB-36177CB7E900}" destId="{3A0346DE-49CB-47D8-8DDF-D21FBC4C734B}" srcOrd="1" destOrd="0" presId="urn:microsoft.com/office/officeart/2018/2/layout/IconVerticalSolidList"/>
    <dgm:cxn modelId="{CA5B2AD0-6E78-4E12-8C11-D1A93EB74117}" type="presParOf" srcId="{99708728-F014-408D-A0FB-36177CB7E900}" destId="{62EEC947-D2C2-4BCC-AC08-7B251C7D980F}" srcOrd="2" destOrd="0" presId="urn:microsoft.com/office/officeart/2018/2/layout/IconVerticalSolidList"/>
    <dgm:cxn modelId="{1D48E533-B45D-433A-8ADC-B904220132C7}" type="presParOf" srcId="{62EEC947-D2C2-4BCC-AC08-7B251C7D980F}" destId="{EB3BBA2E-AC51-4EDD-BDFE-8A6FE79E2689}" srcOrd="0" destOrd="0" presId="urn:microsoft.com/office/officeart/2018/2/layout/IconVerticalSolidList"/>
    <dgm:cxn modelId="{C1414539-9648-4CAF-A96D-C18991BDB6E4}" type="presParOf" srcId="{62EEC947-D2C2-4BCC-AC08-7B251C7D980F}" destId="{5459CEF3-63A3-4A14-9C08-17BAEC17B57E}" srcOrd="1" destOrd="0" presId="urn:microsoft.com/office/officeart/2018/2/layout/IconVerticalSolidList"/>
    <dgm:cxn modelId="{5D5EFB7A-189A-4084-A5E5-0962EFA48343}" type="presParOf" srcId="{62EEC947-D2C2-4BCC-AC08-7B251C7D980F}" destId="{30D591AB-A7F7-4094-A070-FC94531AB0E8}" srcOrd="2" destOrd="0" presId="urn:microsoft.com/office/officeart/2018/2/layout/IconVerticalSolidList"/>
    <dgm:cxn modelId="{803C49D9-89CC-4205-A63D-7C7E12AC0032}" type="presParOf" srcId="{62EEC947-D2C2-4BCC-AC08-7B251C7D980F}" destId="{4C3D5714-E3BE-482A-81E2-43ACD4849A00}" srcOrd="3" destOrd="0" presId="urn:microsoft.com/office/officeart/2018/2/layout/IconVerticalSolidList"/>
    <dgm:cxn modelId="{C668BCFF-384A-4FE2-B80F-E2ABA2D8E2FF}" type="presParOf" srcId="{99708728-F014-408D-A0FB-36177CB7E900}" destId="{46D3502D-7AF3-4927-A99E-1D003A25CB62}" srcOrd="3" destOrd="0" presId="urn:microsoft.com/office/officeart/2018/2/layout/IconVerticalSolidList"/>
    <dgm:cxn modelId="{A8CA4EBC-6A52-47BD-8118-F067DFD4B903}" type="presParOf" srcId="{99708728-F014-408D-A0FB-36177CB7E900}" destId="{B581F03E-6A42-4FBF-BFF0-B11A61023ED2}" srcOrd="4" destOrd="0" presId="urn:microsoft.com/office/officeart/2018/2/layout/IconVerticalSolidList"/>
    <dgm:cxn modelId="{6BE2F27A-1662-464E-B4F7-AF5E43A3EEC4}" type="presParOf" srcId="{B581F03E-6A42-4FBF-BFF0-B11A61023ED2}" destId="{BE4C14C9-FE87-41F0-B39A-C407A3767047}" srcOrd="0" destOrd="0" presId="urn:microsoft.com/office/officeart/2018/2/layout/IconVerticalSolidList"/>
    <dgm:cxn modelId="{F99815F9-2B6B-4EA1-9968-919053026765}" type="presParOf" srcId="{B581F03E-6A42-4FBF-BFF0-B11A61023ED2}" destId="{BFC5FA90-ED1A-479B-84DF-871628C3B58E}" srcOrd="1" destOrd="0" presId="urn:microsoft.com/office/officeart/2018/2/layout/IconVerticalSolidList"/>
    <dgm:cxn modelId="{266B60B9-596D-4B42-8E81-25DAED46BC31}" type="presParOf" srcId="{B581F03E-6A42-4FBF-BFF0-B11A61023ED2}" destId="{81EF21B0-FA1E-43F6-875C-876D4F878FBA}" srcOrd="2" destOrd="0" presId="urn:microsoft.com/office/officeart/2018/2/layout/IconVerticalSolidList"/>
    <dgm:cxn modelId="{696EA60D-22A1-4BD5-86FB-EBCB526F7170}" type="presParOf" srcId="{B581F03E-6A42-4FBF-BFF0-B11A61023ED2}" destId="{F98E6D22-E0E6-43B4-A3F6-01CDD713272F}" srcOrd="3" destOrd="0" presId="urn:microsoft.com/office/officeart/2018/2/layout/IconVerticalSolidList"/>
    <dgm:cxn modelId="{49AEB09C-760B-4EE2-83F8-4F67D01B9E1E}" type="presParOf" srcId="{99708728-F014-408D-A0FB-36177CB7E900}" destId="{FF36DB07-D81E-4417-B6DF-99FBC1D9A8D9}" srcOrd="5" destOrd="0" presId="urn:microsoft.com/office/officeart/2018/2/layout/IconVerticalSolidList"/>
    <dgm:cxn modelId="{43B50B24-F1DA-447E-BAC1-E25C04FEF292}" type="presParOf" srcId="{99708728-F014-408D-A0FB-36177CB7E900}" destId="{7151361C-3224-4A31-823B-42DA1F4A3E18}" srcOrd="6" destOrd="0" presId="urn:microsoft.com/office/officeart/2018/2/layout/IconVerticalSolidList"/>
    <dgm:cxn modelId="{2B189F1D-C4D0-4727-8DBA-8A38855A62CB}" type="presParOf" srcId="{7151361C-3224-4A31-823B-42DA1F4A3E18}" destId="{CA4DA51F-5056-4C02-A067-10548FC1C5B4}" srcOrd="0" destOrd="0" presId="urn:microsoft.com/office/officeart/2018/2/layout/IconVerticalSolidList"/>
    <dgm:cxn modelId="{61B7AFF4-B910-4266-9AC9-EA4408EF3877}" type="presParOf" srcId="{7151361C-3224-4A31-823B-42DA1F4A3E18}" destId="{9A0B9439-1C32-4390-BDC6-4B54CB9D1F81}" srcOrd="1" destOrd="0" presId="urn:microsoft.com/office/officeart/2018/2/layout/IconVerticalSolidList"/>
    <dgm:cxn modelId="{66F788B4-A80E-41BC-87CA-4CF08C967A10}" type="presParOf" srcId="{7151361C-3224-4A31-823B-42DA1F4A3E18}" destId="{415C39A6-C2C1-4577-B84C-76496ECD349F}" srcOrd="2" destOrd="0" presId="urn:microsoft.com/office/officeart/2018/2/layout/IconVerticalSolidList"/>
    <dgm:cxn modelId="{B108679B-1607-4DF9-9F25-F614582BCBBD}" type="presParOf" srcId="{7151361C-3224-4A31-823B-42DA1F4A3E18}" destId="{61146804-FE47-426C-96A7-63A290228246}" srcOrd="3" destOrd="0" presId="urn:microsoft.com/office/officeart/2018/2/layout/IconVerticalSolidList"/>
    <dgm:cxn modelId="{59717087-2647-4C84-B948-FF19B780B5DF}" type="presParOf" srcId="{99708728-F014-408D-A0FB-36177CB7E900}" destId="{29A14EC9-4292-4100-ABA7-9D4CA8614BD2}" srcOrd="7" destOrd="0" presId="urn:microsoft.com/office/officeart/2018/2/layout/IconVerticalSolidList"/>
    <dgm:cxn modelId="{1EA01DBC-D311-4036-A317-C0D4CE15740A}" type="presParOf" srcId="{99708728-F014-408D-A0FB-36177CB7E900}" destId="{A922BE62-1E99-4A8D-91CA-2E9AF0E517D9}" srcOrd="8" destOrd="0" presId="urn:microsoft.com/office/officeart/2018/2/layout/IconVerticalSolidList"/>
    <dgm:cxn modelId="{152D4D3E-21C7-4148-9E79-C85B647350B7}" type="presParOf" srcId="{A922BE62-1E99-4A8D-91CA-2E9AF0E517D9}" destId="{6BE193A8-386D-4315-9262-7BE20AC8745F}" srcOrd="0" destOrd="0" presId="urn:microsoft.com/office/officeart/2018/2/layout/IconVerticalSolidList"/>
    <dgm:cxn modelId="{33A9812D-8E22-4999-AF01-280A1BF330E0}" type="presParOf" srcId="{A922BE62-1E99-4A8D-91CA-2E9AF0E517D9}" destId="{D46FDEA3-AC87-4F85-BE4F-EADE221B5C62}" srcOrd="1" destOrd="0" presId="urn:microsoft.com/office/officeart/2018/2/layout/IconVerticalSolidList"/>
    <dgm:cxn modelId="{CF64769E-A73A-4ABC-927D-3FDCD15F44BA}" type="presParOf" srcId="{A922BE62-1E99-4A8D-91CA-2E9AF0E517D9}" destId="{6FF176FA-8A5F-4853-A3B9-A7AAEE0F2860}" srcOrd="2" destOrd="0" presId="urn:microsoft.com/office/officeart/2018/2/layout/IconVerticalSolidList"/>
    <dgm:cxn modelId="{BDE03B47-5E63-488E-975C-84FD68AC743A}" type="presParOf" srcId="{A922BE62-1E99-4A8D-91CA-2E9AF0E517D9}" destId="{E7E2FF1B-90ED-4401-9907-4C855C3EAF32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F27BA4EB-9D3F-474D-A6C7-BD720803C6D6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icontext_colorful1" csCatId="colorful" phldr="1"/>
      <dgm:spPr/>
      <dgm:t>
        <a:bodyPr/>
        <a:lstStyle/>
        <a:p>
          <a:endParaRPr lang="en-US"/>
        </a:p>
      </dgm:t>
    </dgm:pt>
    <dgm:pt modelId="{14B6764A-F2A4-4C99-8149-845B89F5F133}">
      <dgm:prSet/>
      <dgm:spPr/>
      <dgm:t>
        <a:bodyPr/>
        <a:lstStyle/>
        <a:p>
          <a:pPr>
            <a:lnSpc>
              <a:spcPct val="100000"/>
            </a:lnSpc>
          </a:pPr>
          <a:r>
            <a:rPr lang="en-CA"/>
            <a:t>FIT0185 High-Torque Geared Motor</a:t>
          </a:r>
          <a:endParaRPr lang="en-US"/>
        </a:p>
      </dgm:t>
    </dgm:pt>
    <dgm:pt modelId="{254B261B-699E-42F7-8921-AFE8A69BB7D5}" type="parTrans" cxnId="{6151B194-CC3F-443C-B1E7-2771D1405C8A}">
      <dgm:prSet/>
      <dgm:spPr/>
      <dgm:t>
        <a:bodyPr/>
        <a:lstStyle/>
        <a:p>
          <a:endParaRPr lang="en-US"/>
        </a:p>
      </dgm:t>
    </dgm:pt>
    <dgm:pt modelId="{4D1E9AC4-3DAE-4AF0-A45D-B1C00C118CBE}" type="sibTrans" cxnId="{6151B194-CC3F-443C-B1E7-2771D1405C8A}">
      <dgm:prSet/>
      <dgm:spPr/>
      <dgm:t>
        <a:bodyPr/>
        <a:lstStyle/>
        <a:p>
          <a:endParaRPr lang="en-US"/>
        </a:p>
      </dgm:t>
    </dgm:pt>
    <dgm:pt modelId="{E6509C15-D617-4476-A515-1533705913CD}">
      <dgm:prSet/>
      <dgm:spPr/>
      <dgm:t>
        <a:bodyPr/>
        <a:lstStyle/>
        <a:p>
          <a:pPr>
            <a:lnSpc>
              <a:spcPct val="100000"/>
            </a:lnSpc>
          </a:pPr>
          <a:r>
            <a:rPr lang="en-CA"/>
            <a:t>Moment of Inertia Not Available</a:t>
          </a:r>
          <a:endParaRPr lang="en-US"/>
        </a:p>
      </dgm:t>
    </dgm:pt>
    <dgm:pt modelId="{C7404C92-29AF-4F5C-83AD-A1EA18ADA1B0}" type="parTrans" cxnId="{554232C0-3D84-4E72-BB86-6370261BFE42}">
      <dgm:prSet/>
      <dgm:spPr/>
      <dgm:t>
        <a:bodyPr/>
        <a:lstStyle/>
        <a:p>
          <a:endParaRPr lang="en-US"/>
        </a:p>
      </dgm:t>
    </dgm:pt>
    <dgm:pt modelId="{EE9B154B-1F40-4BAE-B3C3-3CF917ABE6BD}" type="sibTrans" cxnId="{554232C0-3D84-4E72-BB86-6370261BFE42}">
      <dgm:prSet/>
      <dgm:spPr/>
      <dgm:t>
        <a:bodyPr/>
        <a:lstStyle/>
        <a:p>
          <a:endParaRPr lang="en-US"/>
        </a:p>
      </dgm:t>
    </dgm:pt>
    <dgm:pt modelId="{E5FF5ADD-077C-44F0-8193-871B66EECEDD}">
      <dgm:prSet/>
      <dgm:spPr/>
      <dgm:t>
        <a:bodyPr/>
        <a:lstStyle/>
        <a:p>
          <a:pPr>
            <a:lnSpc>
              <a:spcPct val="100000"/>
            </a:lnSpc>
          </a:pPr>
          <a:r>
            <a:rPr lang="en-CA"/>
            <a:t>Calculated Approximate Value Using Datasheet</a:t>
          </a:r>
          <a:endParaRPr lang="en-US"/>
        </a:p>
      </dgm:t>
    </dgm:pt>
    <dgm:pt modelId="{16C82E22-8F9B-4F40-B405-6148AAC4B935}" type="parTrans" cxnId="{60BA56F5-0169-4534-A742-BDD31783F57F}">
      <dgm:prSet/>
      <dgm:spPr/>
      <dgm:t>
        <a:bodyPr/>
        <a:lstStyle/>
        <a:p>
          <a:endParaRPr lang="en-US"/>
        </a:p>
      </dgm:t>
    </dgm:pt>
    <dgm:pt modelId="{AC14DF3E-654B-4EB8-9823-F582D145F0B8}" type="sibTrans" cxnId="{60BA56F5-0169-4534-A742-BDD31783F57F}">
      <dgm:prSet/>
      <dgm:spPr/>
      <dgm:t>
        <a:bodyPr/>
        <a:lstStyle/>
        <a:p>
          <a:endParaRPr lang="en-US"/>
        </a:p>
      </dgm:t>
    </dgm:pt>
    <dgm:pt modelId="{12288BFC-3CEC-430F-9916-69265B5DB226}">
      <dgm:prSet/>
      <dgm:spPr/>
      <dgm:t>
        <a:bodyPr/>
        <a:lstStyle/>
        <a:p>
          <a:pPr>
            <a:lnSpc>
              <a:spcPct val="100000"/>
            </a:lnSpc>
          </a:pPr>
          <a:r>
            <a:rPr lang="en-CA"/>
            <a:t>Motor Torque Exceeds Meter Limit</a:t>
          </a:r>
          <a:endParaRPr lang="en-US"/>
        </a:p>
      </dgm:t>
    </dgm:pt>
    <dgm:pt modelId="{EA35275F-59BC-4524-A22F-4C5137251FCA}" type="parTrans" cxnId="{3CB680AC-1E3F-4F8C-A311-7AF323902CA6}">
      <dgm:prSet/>
      <dgm:spPr/>
      <dgm:t>
        <a:bodyPr/>
        <a:lstStyle/>
        <a:p>
          <a:endParaRPr lang="en-US"/>
        </a:p>
      </dgm:t>
    </dgm:pt>
    <dgm:pt modelId="{B79F343F-9125-4904-9825-93B67F951336}" type="sibTrans" cxnId="{3CB680AC-1E3F-4F8C-A311-7AF323902CA6}">
      <dgm:prSet/>
      <dgm:spPr/>
      <dgm:t>
        <a:bodyPr/>
        <a:lstStyle/>
        <a:p>
          <a:endParaRPr lang="en-US"/>
        </a:p>
      </dgm:t>
    </dgm:pt>
    <dgm:pt modelId="{1A756E84-9BA5-42F0-A604-C9040DE33859}" type="pres">
      <dgm:prSet presAssocID="{F27BA4EB-9D3F-474D-A6C7-BD720803C6D6}" presName="root" presStyleCnt="0">
        <dgm:presLayoutVars>
          <dgm:dir/>
          <dgm:resizeHandles val="exact"/>
        </dgm:presLayoutVars>
      </dgm:prSet>
      <dgm:spPr/>
    </dgm:pt>
    <dgm:pt modelId="{EB0CA49B-5569-427C-96F5-CCD69EC42C8C}" type="pres">
      <dgm:prSet presAssocID="{14B6764A-F2A4-4C99-8149-845B89F5F133}" presName="compNode" presStyleCnt="0"/>
      <dgm:spPr/>
    </dgm:pt>
    <dgm:pt modelId="{B09B52F5-2ECE-42BA-8F60-8106691D2929}" type="pres">
      <dgm:prSet presAssocID="{14B6764A-F2A4-4C99-8149-845B89F5F133}" presName="bgRect" presStyleLbl="bgShp" presStyleIdx="0" presStyleCnt="4"/>
      <dgm:spPr/>
    </dgm:pt>
    <dgm:pt modelId="{94D8766F-CD59-4C13-B895-F97D6D59CCEA}" type="pres">
      <dgm:prSet presAssocID="{14B6764A-F2A4-4C99-8149-845B89F5F133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ingle gear"/>
        </a:ext>
      </dgm:extLst>
    </dgm:pt>
    <dgm:pt modelId="{1AA28113-B817-4D31-9690-A19F2DED98D2}" type="pres">
      <dgm:prSet presAssocID="{14B6764A-F2A4-4C99-8149-845B89F5F133}" presName="spaceRect" presStyleCnt="0"/>
      <dgm:spPr/>
    </dgm:pt>
    <dgm:pt modelId="{4CD9E5D7-DE98-4E70-BF3F-0ADDC3DC55FB}" type="pres">
      <dgm:prSet presAssocID="{14B6764A-F2A4-4C99-8149-845B89F5F133}" presName="parTx" presStyleLbl="revTx" presStyleIdx="0" presStyleCnt="4">
        <dgm:presLayoutVars>
          <dgm:chMax val="0"/>
          <dgm:chPref val="0"/>
        </dgm:presLayoutVars>
      </dgm:prSet>
      <dgm:spPr/>
    </dgm:pt>
    <dgm:pt modelId="{2DBCB7FF-F273-40DE-8D02-1BA7E3DF49D3}" type="pres">
      <dgm:prSet presAssocID="{4D1E9AC4-3DAE-4AF0-A45D-B1C00C118CBE}" presName="sibTrans" presStyleCnt="0"/>
      <dgm:spPr/>
    </dgm:pt>
    <dgm:pt modelId="{ECFD327C-193C-49CB-B1FF-717B94D4F954}" type="pres">
      <dgm:prSet presAssocID="{E6509C15-D617-4476-A515-1533705913CD}" presName="compNode" presStyleCnt="0"/>
      <dgm:spPr/>
    </dgm:pt>
    <dgm:pt modelId="{6B6C7B39-2339-4C54-AA67-E060F8682AC6}" type="pres">
      <dgm:prSet presAssocID="{E6509C15-D617-4476-A515-1533705913CD}" presName="bgRect" presStyleLbl="bgShp" presStyleIdx="1" presStyleCnt="4"/>
      <dgm:spPr/>
    </dgm:pt>
    <dgm:pt modelId="{85F0951D-D95A-4F64-84A2-DDCDF311F209}" type="pres">
      <dgm:prSet presAssocID="{E6509C15-D617-4476-A515-1533705913CD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ireworks"/>
        </a:ext>
      </dgm:extLst>
    </dgm:pt>
    <dgm:pt modelId="{BE0C5D1B-A945-4326-9361-5EA272DDF74E}" type="pres">
      <dgm:prSet presAssocID="{E6509C15-D617-4476-A515-1533705913CD}" presName="spaceRect" presStyleCnt="0"/>
      <dgm:spPr/>
    </dgm:pt>
    <dgm:pt modelId="{B9E4DA1F-5CFD-45AB-AD5A-4FA631713472}" type="pres">
      <dgm:prSet presAssocID="{E6509C15-D617-4476-A515-1533705913CD}" presName="parTx" presStyleLbl="revTx" presStyleIdx="1" presStyleCnt="4">
        <dgm:presLayoutVars>
          <dgm:chMax val="0"/>
          <dgm:chPref val="0"/>
        </dgm:presLayoutVars>
      </dgm:prSet>
      <dgm:spPr/>
    </dgm:pt>
    <dgm:pt modelId="{798A4B35-049A-4852-B47C-46D85EA8F25E}" type="pres">
      <dgm:prSet presAssocID="{EE9B154B-1F40-4BAE-B3C3-3CF917ABE6BD}" presName="sibTrans" presStyleCnt="0"/>
      <dgm:spPr/>
    </dgm:pt>
    <dgm:pt modelId="{8394FB82-E78D-4C71-A4A7-D0DA365D6B17}" type="pres">
      <dgm:prSet presAssocID="{E5FF5ADD-077C-44F0-8193-871B66EECEDD}" presName="compNode" presStyleCnt="0"/>
      <dgm:spPr/>
    </dgm:pt>
    <dgm:pt modelId="{4C6AC03F-9E1C-459F-A78C-E1B39FCDCD45}" type="pres">
      <dgm:prSet presAssocID="{E5FF5ADD-077C-44F0-8193-871B66EECEDD}" presName="bgRect" presStyleLbl="bgShp" presStyleIdx="2" presStyleCnt="4"/>
      <dgm:spPr/>
    </dgm:pt>
    <dgm:pt modelId="{E02C4737-8620-4B99-A470-1221A9683739}" type="pres">
      <dgm:prSet presAssocID="{E5FF5ADD-077C-44F0-8193-871B66EECEDD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r chart"/>
        </a:ext>
      </dgm:extLst>
    </dgm:pt>
    <dgm:pt modelId="{D414B12B-5D4F-4B6E-93BC-CCF803256A52}" type="pres">
      <dgm:prSet presAssocID="{E5FF5ADD-077C-44F0-8193-871B66EECEDD}" presName="spaceRect" presStyleCnt="0"/>
      <dgm:spPr/>
    </dgm:pt>
    <dgm:pt modelId="{EEC87DB8-9D79-4CED-A720-DD4E83D50314}" type="pres">
      <dgm:prSet presAssocID="{E5FF5ADD-077C-44F0-8193-871B66EECEDD}" presName="parTx" presStyleLbl="revTx" presStyleIdx="2" presStyleCnt="4">
        <dgm:presLayoutVars>
          <dgm:chMax val="0"/>
          <dgm:chPref val="0"/>
        </dgm:presLayoutVars>
      </dgm:prSet>
      <dgm:spPr/>
    </dgm:pt>
    <dgm:pt modelId="{6EC1C0AC-2C1F-4E8A-B25F-194523624043}" type="pres">
      <dgm:prSet presAssocID="{AC14DF3E-654B-4EB8-9823-F582D145F0B8}" presName="sibTrans" presStyleCnt="0"/>
      <dgm:spPr/>
    </dgm:pt>
    <dgm:pt modelId="{594BDB12-D6F6-494E-B2AF-C4CD0C964444}" type="pres">
      <dgm:prSet presAssocID="{12288BFC-3CEC-430F-9916-69265B5DB226}" presName="compNode" presStyleCnt="0"/>
      <dgm:spPr/>
    </dgm:pt>
    <dgm:pt modelId="{7B7D0808-DACB-42DE-9E5B-45E15588DA9F}" type="pres">
      <dgm:prSet presAssocID="{12288BFC-3CEC-430F-9916-69265B5DB226}" presName="bgRect" presStyleLbl="bgShp" presStyleIdx="3" presStyleCnt="4"/>
      <dgm:spPr/>
    </dgm:pt>
    <dgm:pt modelId="{3959C709-7B40-46B7-89E6-B1FE51540CE6}" type="pres">
      <dgm:prSet presAssocID="{12288BFC-3CEC-430F-9916-69265B5DB226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igh Voltage"/>
        </a:ext>
      </dgm:extLst>
    </dgm:pt>
    <dgm:pt modelId="{888C1DC5-5D44-41D5-AAA8-1227D25DF6E0}" type="pres">
      <dgm:prSet presAssocID="{12288BFC-3CEC-430F-9916-69265B5DB226}" presName="spaceRect" presStyleCnt="0"/>
      <dgm:spPr/>
    </dgm:pt>
    <dgm:pt modelId="{1B5FBC01-2F83-4937-8319-EB0D330395B7}" type="pres">
      <dgm:prSet presAssocID="{12288BFC-3CEC-430F-9916-69265B5DB226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895A371C-3CA1-4696-8370-D5FAD3B0172E}" type="presOf" srcId="{14B6764A-F2A4-4C99-8149-845B89F5F133}" destId="{4CD9E5D7-DE98-4E70-BF3F-0ADDC3DC55FB}" srcOrd="0" destOrd="0" presId="urn:microsoft.com/office/officeart/2018/2/layout/IconVerticalSolidList"/>
    <dgm:cxn modelId="{9CE57E20-5117-4CD9-95DD-E1CCC0050341}" type="presOf" srcId="{E5FF5ADD-077C-44F0-8193-871B66EECEDD}" destId="{EEC87DB8-9D79-4CED-A720-DD4E83D50314}" srcOrd="0" destOrd="0" presId="urn:microsoft.com/office/officeart/2018/2/layout/IconVerticalSolidList"/>
    <dgm:cxn modelId="{40335E34-6BA6-4E01-97FB-26FD71CAA51F}" type="presOf" srcId="{E6509C15-D617-4476-A515-1533705913CD}" destId="{B9E4DA1F-5CFD-45AB-AD5A-4FA631713472}" srcOrd="0" destOrd="0" presId="urn:microsoft.com/office/officeart/2018/2/layout/IconVerticalSolidList"/>
    <dgm:cxn modelId="{98ED5467-6D97-4F0E-BCF0-8EC10EF2CA57}" type="presOf" srcId="{12288BFC-3CEC-430F-9916-69265B5DB226}" destId="{1B5FBC01-2F83-4937-8319-EB0D330395B7}" srcOrd="0" destOrd="0" presId="urn:microsoft.com/office/officeart/2018/2/layout/IconVerticalSolidList"/>
    <dgm:cxn modelId="{E88B0D73-BF57-4B1C-B11C-E8E1BC05F7BC}" type="presOf" srcId="{F27BA4EB-9D3F-474D-A6C7-BD720803C6D6}" destId="{1A756E84-9BA5-42F0-A604-C9040DE33859}" srcOrd="0" destOrd="0" presId="urn:microsoft.com/office/officeart/2018/2/layout/IconVerticalSolidList"/>
    <dgm:cxn modelId="{6151B194-CC3F-443C-B1E7-2771D1405C8A}" srcId="{F27BA4EB-9D3F-474D-A6C7-BD720803C6D6}" destId="{14B6764A-F2A4-4C99-8149-845B89F5F133}" srcOrd="0" destOrd="0" parTransId="{254B261B-699E-42F7-8921-AFE8A69BB7D5}" sibTransId="{4D1E9AC4-3DAE-4AF0-A45D-B1C00C118CBE}"/>
    <dgm:cxn modelId="{3CB680AC-1E3F-4F8C-A311-7AF323902CA6}" srcId="{F27BA4EB-9D3F-474D-A6C7-BD720803C6D6}" destId="{12288BFC-3CEC-430F-9916-69265B5DB226}" srcOrd="3" destOrd="0" parTransId="{EA35275F-59BC-4524-A22F-4C5137251FCA}" sibTransId="{B79F343F-9125-4904-9825-93B67F951336}"/>
    <dgm:cxn modelId="{554232C0-3D84-4E72-BB86-6370261BFE42}" srcId="{F27BA4EB-9D3F-474D-A6C7-BD720803C6D6}" destId="{E6509C15-D617-4476-A515-1533705913CD}" srcOrd="1" destOrd="0" parTransId="{C7404C92-29AF-4F5C-83AD-A1EA18ADA1B0}" sibTransId="{EE9B154B-1F40-4BAE-B3C3-3CF917ABE6BD}"/>
    <dgm:cxn modelId="{60BA56F5-0169-4534-A742-BDD31783F57F}" srcId="{F27BA4EB-9D3F-474D-A6C7-BD720803C6D6}" destId="{E5FF5ADD-077C-44F0-8193-871B66EECEDD}" srcOrd="2" destOrd="0" parTransId="{16C82E22-8F9B-4F40-B405-6148AAC4B935}" sibTransId="{AC14DF3E-654B-4EB8-9823-F582D145F0B8}"/>
    <dgm:cxn modelId="{D7294853-F668-4833-8C60-7B480AC90735}" type="presParOf" srcId="{1A756E84-9BA5-42F0-A604-C9040DE33859}" destId="{EB0CA49B-5569-427C-96F5-CCD69EC42C8C}" srcOrd="0" destOrd="0" presId="urn:microsoft.com/office/officeart/2018/2/layout/IconVerticalSolidList"/>
    <dgm:cxn modelId="{9B77CDFC-F641-4B56-B98A-A4E86DA0950F}" type="presParOf" srcId="{EB0CA49B-5569-427C-96F5-CCD69EC42C8C}" destId="{B09B52F5-2ECE-42BA-8F60-8106691D2929}" srcOrd="0" destOrd="0" presId="urn:microsoft.com/office/officeart/2018/2/layout/IconVerticalSolidList"/>
    <dgm:cxn modelId="{2A940E9A-F7C0-42E0-8118-3308C1C84F34}" type="presParOf" srcId="{EB0CA49B-5569-427C-96F5-CCD69EC42C8C}" destId="{94D8766F-CD59-4C13-B895-F97D6D59CCEA}" srcOrd="1" destOrd="0" presId="urn:microsoft.com/office/officeart/2018/2/layout/IconVerticalSolidList"/>
    <dgm:cxn modelId="{01E384E9-44D0-4D05-AB2D-564666743B68}" type="presParOf" srcId="{EB0CA49B-5569-427C-96F5-CCD69EC42C8C}" destId="{1AA28113-B817-4D31-9690-A19F2DED98D2}" srcOrd="2" destOrd="0" presId="urn:microsoft.com/office/officeart/2018/2/layout/IconVerticalSolidList"/>
    <dgm:cxn modelId="{FF5B34FD-9809-46E8-AC94-8D2A4337FFC3}" type="presParOf" srcId="{EB0CA49B-5569-427C-96F5-CCD69EC42C8C}" destId="{4CD9E5D7-DE98-4E70-BF3F-0ADDC3DC55FB}" srcOrd="3" destOrd="0" presId="urn:microsoft.com/office/officeart/2018/2/layout/IconVerticalSolidList"/>
    <dgm:cxn modelId="{E16D4C84-94EE-4B9E-9BC7-C374420B9C48}" type="presParOf" srcId="{1A756E84-9BA5-42F0-A604-C9040DE33859}" destId="{2DBCB7FF-F273-40DE-8D02-1BA7E3DF49D3}" srcOrd="1" destOrd="0" presId="urn:microsoft.com/office/officeart/2018/2/layout/IconVerticalSolidList"/>
    <dgm:cxn modelId="{0041D33B-8962-47FB-A3E9-28F138C01369}" type="presParOf" srcId="{1A756E84-9BA5-42F0-A604-C9040DE33859}" destId="{ECFD327C-193C-49CB-B1FF-717B94D4F954}" srcOrd="2" destOrd="0" presId="urn:microsoft.com/office/officeart/2018/2/layout/IconVerticalSolidList"/>
    <dgm:cxn modelId="{43B4C7A3-5EE1-4627-B203-33E680062205}" type="presParOf" srcId="{ECFD327C-193C-49CB-B1FF-717B94D4F954}" destId="{6B6C7B39-2339-4C54-AA67-E060F8682AC6}" srcOrd="0" destOrd="0" presId="urn:microsoft.com/office/officeart/2018/2/layout/IconVerticalSolidList"/>
    <dgm:cxn modelId="{A803C462-0CF3-481C-BA7F-CC23C2FA3065}" type="presParOf" srcId="{ECFD327C-193C-49CB-B1FF-717B94D4F954}" destId="{85F0951D-D95A-4F64-84A2-DDCDF311F209}" srcOrd="1" destOrd="0" presId="urn:microsoft.com/office/officeart/2018/2/layout/IconVerticalSolidList"/>
    <dgm:cxn modelId="{4DF0D195-8D90-4E03-9558-B27C971A6657}" type="presParOf" srcId="{ECFD327C-193C-49CB-B1FF-717B94D4F954}" destId="{BE0C5D1B-A945-4326-9361-5EA272DDF74E}" srcOrd="2" destOrd="0" presId="urn:microsoft.com/office/officeart/2018/2/layout/IconVerticalSolidList"/>
    <dgm:cxn modelId="{BC5E2F74-53A9-4B52-A77E-31EA7A5D84AA}" type="presParOf" srcId="{ECFD327C-193C-49CB-B1FF-717B94D4F954}" destId="{B9E4DA1F-5CFD-45AB-AD5A-4FA631713472}" srcOrd="3" destOrd="0" presId="urn:microsoft.com/office/officeart/2018/2/layout/IconVerticalSolidList"/>
    <dgm:cxn modelId="{72A1F93A-9BAB-4CA9-8082-F1CF2D5EBE93}" type="presParOf" srcId="{1A756E84-9BA5-42F0-A604-C9040DE33859}" destId="{798A4B35-049A-4852-B47C-46D85EA8F25E}" srcOrd="3" destOrd="0" presId="urn:microsoft.com/office/officeart/2018/2/layout/IconVerticalSolidList"/>
    <dgm:cxn modelId="{112B02FF-F4DD-4A19-BBC8-E4DD2BB6D449}" type="presParOf" srcId="{1A756E84-9BA5-42F0-A604-C9040DE33859}" destId="{8394FB82-E78D-4C71-A4A7-D0DA365D6B17}" srcOrd="4" destOrd="0" presId="urn:microsoft.com/office/officeart/2018/2/layout/IconVerticalSolidList"/>
    <dgm:cxn modelId="{C4158BFB-80CE-418D-8BD8-DB015CE1D815}" type="presParOf" srcId="{8394FB82-E78D-4C71-A4A7-D0DA365D6B17}" destId="{4C6AC03F-9E1C-459F-A78C-E1B39FCDCD45}" srcOrd="0" destOrd="0" presId="urn:microsoft.com/office/officeart/2018/2/layout/IconVerticalSolidList"/>
    <dgm:cxn modelId="{705A46A6-19C6-4E0A-A59E-0531E62B02CE}" type="presParOf" srcId="{8394FB82-E78D-4C71-A4A7-D0DA365D6B17}" destId="{E02C4737-8620-4B99-A470-1221A9683739}" srcOrd="1" destOrd="0" presId="urn:microsoft.com/office/officeart/2018/2/layout/IconVerticalSolidList"/>
    <dgm:cxn modelId="{6B8FA8D5-BA7E-4000-A0F3-8C721A27F8C5}" type="presParOf" srcId="{8394FB82-E78D-4C71-A4A7-D0DA365D6B17}" destId="{D414B12B-5D4F-4B6E-93BC-CCF803256A52}" srcOrd="2" destOrd="0" presId="urn:microsoft.com/office/officeart/2018/2/layout/IconVerticalSolidList"/>
    <dgm:cxn modelId="{568A3E9E-BF46-4A01-88C5-F1E42A5B1ADA}" type="presParOf" srcId="{8394FB82-E78D-4C71-A4A7-D0DA365D6B17}" destId="{EEC87DB8-9D79-4CED-A720-DD4E83D50314}" srcOrd="3" destOrd="0" presId="urn:microsoft.com/office/officeart/2018/2/layout/IconVerticalSolidList"/>
    <dgm:cxn modelId="{6E8B82DC-0565-4521-B102-AFEFFBF5E589}" type="presParOf" srcId="{1A756E84-9BA5-42F0-A604-C9040DE33859}" destId="{6EC1C0AC-2C1F-4E8A-B25F-194523624043}" srcOrd="5" destOrd="0" presId="urn:microsoft.com/office/officeart/2018/2/layout/IconVerticalSolidList"/>
    <dgm:cxn modelId="{F8E8B57F-3E0C-494C-91B9-E1762F3F783D}" type="presParOf" srcId="{1A756E84-9BA5-42F0-A604-C9040DE33859}" destId="{594BDB12-D6F6-494E-B2AF-C4CD0C964444}" srcOrd="6" destOrd="0" presId="urn:microsoft.com/office/officeart/2018/2/layout/IconVerticalSolidList"/>
    <dgm:cxn modelId="{BB628297-6363-4874-8FCB-1B61CB0304B6}" type="presParOf" srcId="{594BDB12-D6F6-494E-B2AF-C4CD0C964444}" destId="{7B7D0808-DACB-42DE-9E5B-45E15588DA9F}" srcOrd="0" destOrd="0" presId="urn:microsoft.com/office/officeart/2018/2/layout/IconVerticalSolidList"/>
    <dgm:cxn modelId="{26D44728-4F05-4E19-99E2-E9DC2AEA8EAE}" type="presParOf" srcId="{594BDB12-D6F6-494E-B2AF-C4CD0C964444}" destId="{3959C709-7B40-46B7-89E6-B1FE51540CE6}" srcOrd="1" destOrd="0" presId="urn:microsoft.com/office/officeart/2018/2/layout/IconVerticalSolidList"/>
    <dgm:cxn modelId="{DC4D5213-D645-48DC-8623-DB4FC130E16E}" type="presParOf" srcId="{594BDB12-D6F6-494E-B2AF-C4CD0C964444}" destId="{888C1DC5-5D44-41D5-AAA8-1227D25DF6E0}" srcOrd="2" destOrd="0" presId="urn:microsoft.com/office/officeart/2018/2/layout/IconVerticalSolidList"/>
    <dgm:cxn modelId="{E06C9510-A3D1-4296-ABF3-3BE794EDEB2F}" type="presParOf" srcId="{594BDB12-D6F6-494E-B2AF-C4CD0C964444}" destId="{1B5FBC01-2F83-4937-8319-EB0D330395B7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1D46B48A-F9DD-4B06-A8D0-D32445D4E493}" type="doc">
      <dgm:prSet loTypeId="urn:microsoft.com/office/officeart/2018/2/layout/IconCircle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AA460476-00EE-4262-A22E-E902E5C1E5A3}">
      <dgm:prSet/>
      <dgm:spPr/>
      <dgm:t>
        <a:bodyPr/>
        <a:lstStyle/>
        <a:p>
          <a:pPr>
            <a:lnSpc>
              <a:spcPct val="100000"/>
            </a:lnSpc>
          </a:pPr>
          <a:r>
            <a:rPr lang="en-CA"/>
            <a:t>Torque, Torsion, Tolerance, and Alignment</a:t>
          </a:r>
          <a:endParaRPr lang="en-US"/>
        </a:p>
      </dgm:t>
    </dgm:pt>
    <dgm:pt modelId="{A2D0ECFE-8612-4DC1-BD35-115E7CBD0095}" type="parTrans" cxnId="{E84B88B3-2307-4A06-8B2E-2135ED9F4D9A}">
      <dgm:prSet/>
      <dgm:spPr/>
      <dgm:t>
        <a:bodyPr/>
        <a:lstStyle/>
        <a:p>
          <a:endParaRPr lang="en-US"/>
        </a:p>
      </dgm:t>
    </dgm:pt>
    <dgm:pt modelId="{14F32BFD-EEB0-43E3-9CDD-0FA9733C7E4B}" type="sibTrans" cxnId="{E84B88B3-2307-4A06-8B2E-2135ED9F4D9A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E3E81DF0-72ED-449E-9110-4EF0685D8E16}">
      <dgm:prSet/>
      <dgm:spPr/>
      <dgm:t>
        <a:bodyPr/>
        <a:lstStyle/>
        <a:p>
          <a:pPr>
            <a:lnSpc>
              <a:spcPct val="100000"/>
            </a:lnSpc>
          </a:pPr>
          <a:r>
            <a:rPr lang="en-CA"/>
            <a:t>STM32, RPI5, Signal Generator, Oscilloscope</a:t>
          </a:r>
          <a:endParaRPr lang="en-US"/>
        </a:p>
      </dgm:t>
    </dgm:pt>
    <dgm:pt modelId="{FA3A660B-701C-4FDB-97DA-8ECCFCF27906}" type="parTrans" cxnId="{4D5A93BD-F0F1-4D91-99DF-D9709131772D}">
      <dgm:prSet/>
      <dgm:spPr/>
      <dgm:t>
        <a:bodyPr/>
        <a:lstStyle/>
        <a:p>
          <a:endParaRPr lang="en-US"/>
        </a:p>
      </dgm:t>
    </dgm:pt>
    <dgm:pt modelId="{2550A4AD-FCAD-4A9B-B177-D666E92C0606}" type="sibTrans" cxnId="{4D5A93BD-F0F1-4D91-99DF-D9709131772D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6ED51B8A-4ACF-4C32-990E-0372C8A42A0D}">
      <dgm:prSet/>
      <dgm:spPr/>
      <dgm:t>
        <a:bodyPr/>
        <a:lstStyle/>
        <a:p>
          <a:pPr>
            <a:lnSpc>
              <a:spcPct val="100000"/>
            </a:lnSpc>
          </a:pPr>
          <a:r>
            <a:rPr lang="en-CA" dirty="0"/>
            <a:t>Quadrature Encoder, STM Encoder Mode</a:t>
          </a:r>
          <a:endParaRPr lang="en-US" dirty="0"/>
        </a:p>
      </dgm:t>
    </dgm:pt>
    <dgm:pt modelId="{35253CC1-5BAB-4014-A41E-D80A2BD17D00}" type="parTrans" cxnId="{E0DE0752-CD6C-49A8-A8CA-712FF1342DC1}">
      <dgm:prSet/>
      <dgm:spPr/>
      <dgm:t>
        <a:bodyPr/>
        <a:lstStyle/>
        <a:p>
          <a:endParaRPr lang="en-US"/>
        </a:p>
      </dgm:t>
    </dgm:pt>
    <dgm:pt modelId="{319CA19A-12F1-4BB0-A65A-AAEBE416DFBC}" type="sibTrans" cxnId="{E0DE0752-CD6C-49A8-A8CA-712FF1342DC1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BAACBB98-2F04-4A71-8A3F-7514599765CB}">
      <dgm:prSet/>
      <dgm:spPr/>
      <dgm:t>
        <a:bodyPr/>
        <a:lstStyle/>
        <a:p>
          <a:pPr>
            <a:lnSpc>
              <a:spcPct val="100000"/>
            </a:lnSpc>
          </a:pPr>
          <a:r>
            <a:rPr lang="en-CA"/>
            <a:t>MATLAB PI Design, Electronic Implementation</a:t>
          </a:r>
          <a:endParaRPr lang="en-US"/>
        </a:p>
      </dgm:t>
    </dgm:pt>
    <dgm:pt modelId="{AD1A8B32-EC19-409F-8B0C-8EAB0D6169AF}" type="parTrans" cxnId="{97951C3E-F39D-49C1-8122-8B7ABC4036CB}">
      <dgm:prSet/>
      <dgm:spPr/>
      <dgm:t>
        <a:bodyPr/>
        <a:lstStyle/>
        <a:p>
          <a:endParaRPr lang="en-US"/>
        </a:p>
      </dgm:t>
    </dgm:pt>
    <dgm:pt modelId="{A27A89D5-D333-468E-8545-56B90E15515C}" type="sibTrans" cxnId="{97951C3E-F39D-49C1-8122-8B7ABC4036CB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D40636C8-8153-4ACD-BFAB-4498009733A9}">
      <dgm:prSet/>
      <dgm:spPr/>
      <dgm:t>
        <a:bodyPr/>
        <a:lstStyle/>
        <a:p>
          <a:pPr>
            <a:lnSpc>
              <a:spcPct val="100000"/>
            </a:lnSpc>
          </a:pPr>
          <a:r>
            <a:rPr lang="en-CA"/>
            <a:t>MATLAB Oscilloscope Plotter Script</a:t>
          </a:r>
          <a:endParaRPr lang="en-US"/>
        </a:p>
      </dgm:t>
    </dgm:pt>
    <dgm:pt modelId="{588D1A83-1CCD-416A-B9FD-611C690BFA8A}" type="parTrans" cxnId="{4D489F78-DEC4-4812-AA26-83E6A8E5C8A0}">
      <dgm:prSet/>
      <dgm:spPr/>
      <dgm:t>
        <a:bodyPr/>
        <a:lstStyle/>
        <a:p>
          <a:endParaRPr lang="en-US"/>
        </a:p>
      </dgm:t>
    </dgm:pt>
    <dgm:pt modelId="{C07B8438-0687-4177-9F5F-2405B853EA41}" type="sibTrans" cxnId="{4D489F78-DEC4-4812-AA26-83E6A8E5C8A0}">
      <dgm:prSet/>
      <dgm:spPr/>
      <dgm:t>
        <a:bodyPr/>
        <a:lstStyle/>
        <a:p>
          <a:endParaRPr lang="en-US"/>
        </a:p>
      </dgm:t>
    </dgm:pt>
    <dgm:pt modelId="{E82DFA38-6073-44C0-BFFC-A825FDFD4CF2}" type="pres">
      <dgm:prSet presAssocID="{1D46B48A-F9DD-4B06-A8D0-D32445D4E493}" presName="root" presStyleCnt="0">
        <dgm:presLayoutVars>
          <dgm:dir/>
          <dgm:resizeHandles val="exact"/>
        </dgm:presLayoutVars>
      </dgm:prSet>
      <dgm:spPr/>
    </dgm:pt>
    <dgm:pt modelId="{F0FE650D-0163-43AC-BB11-DBBD317D9320}" type="pres">
      <dgm:prSet presAssocID="{1D46B48A-F9DD-4B06-A8D0-D32445D4E493}" presName="container" presStyleCnt="0">
        <dgm:presLayoutVars>
          <dgm:dir/>
          <dgm:resizeHandles val="exact"/>
        </dgm:presLayoutVars>
      </dgm:prSet>
      <dgm:spPr/>
    </dgm:pt>
    <dgm:pt modelId="{665A61BA-136D-40A7-990B-B842090F478E}" type="pres">
      <dgm:prSet presAssocID="{AA460476-00EE-4262-A22E-E902E5C1E5A3}" presName="compNode" presStyleCnt="0"/>
      <dgm:spPr/>
    </dgm:pt>
    <dgm:pt modelId="{F217B2ED-4468-4248-9DDD-4C78D00AE4FC}" type="pres">
      <dgm:prSet presAssocID="{AA460476-00EE-4262-A22E-E902E5C1E5A3}" presName="iconBgRect" presStyleLbl="bgShp" presStyleIdx="0" presStyleCnt="5"/>
      <dgm:spPr/>
    </dgm:pt>
    <dgm:pt modelId="{8556DC30-C45E-4F26-A1D4-359489F31308}" type="pres">
      <dgm:prSet presAssocID="{AA460476-00EE-4262-A22E-E902E5C1E5A3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Atom"/>
        </a:ext>
      </dgm:extLst>
    </dgm:pt>
    <dgm:pt modelId="{72D2E504-F947-4543-9D4D-48FA6EFE9055}" type="pres">
      <dgm:prSet presAssocID="{AA460476-00EE-4262-A22E-E902E5C1E5A3}" presName="spaceRect" presStyleCnt="0"/>
      <dgm:spPr/>
    </dgm:pt>
    <dgm:pt modelId="{45D50EA1-E8AB-4DCF-B769-E38787822E3F}" type="pres">
      <dgm:prSet presAssocID="{AA460476-00EE-4262-A22E-E902E5C1E5A3}" presName="textRect" presStyleLbl="revTx" presStyleIdx="0" presStyleCnt="5">
        <dgm:presLayoutVars>
          <dgm:chMax val="1"/>
          <dgm:chPref val="1"/>
        </dgm:presLayoutVars>
      </dgm:prSet>
      <dgm:spPr/>
    </dgm:pt>
    <dgm:pt modelId="{61397947-7DCD-42C8-95B9-A21DE16626D7}" type="pres">
      <dgm:prSet presAssocID="{14F32BFD-EEB0-43E3-9CDD-0FA9733C7E4B}" presName="sibTrans" presStyleLbl="sibTrans2D1" presStyleIdx="0" presStyleCnt="0"/>
      <dgm:spPr/>
    </dgm:pt>
    <dgm:pt modelId="{9F5B66F0-A82C-4DD5-ACEC-9EB5A4AC6980}" type="pres">
      <dgm:prSet presAssocID="{E3E81DF0-72ED-449E-9110-4EF0685D8E16}" presName="compNode" presStyleCnt="0"/>
      <dgm:spPr/>
    </dgm:pt>
    <dgm:pt modelId="{4DDB7C99-2952-4B47-86AF-17F8496C1588}" type="pres">
      <dgm:prSet presAssocID="{E3E81DF0-72ED-449E-9110-4EF0685D8E16}" presName="iconBgRect" presStyleLbl="bgShp" presStyleIdx="1" presStyleCnt="5"/>
      <dgm:spPr/>
    </dgm:pt>
    <dgm:pt modelId="{69E9BA1D-346B-42C8-936E-1F74C00AFBAC}" type="pres">
      <dgm:prSet presAssocID="{E3E81DF0-72ED-449E-9110-4EF0685D8E16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J"/>
        </a:ext>
      </dgm:extLst>
    </dgm:pt>
    <dgm:pt modelId="{36197794-F2C9-445E-91A4-4CF8D07E7B42}" type="pres">
      <dgm:prSet presAssocID="{E3E81DF0-72ED-449E-9110-4EF0685D8E16}" presName="spaceRect" presStyleCnt="0"/>
      <dgm:spPr/>
    </dgm:pt>
    <dgm:pt modelId="{A056C9F3-C5AB-4D1B-869C-35A2C5314BAD}" type="pres">
      <dgm:prSet presAssocID="{E3E81DF0-72ED-449E-9110-4EF0685D8E16}" presName="textRect" presStyleLbl="revTx" presStyleIdx="1" presStyleCnt="5">
        <dgm:presLayoutVars>
          <dgm:chMax val="1"/>
          <dgm:chPref val="1"/>
        </dgm:presLayoutVars>
      </dgm:prSet>
      <dgm:spPr/>
    </dgm:pt>
    <dgm:pt modelId="{3C245D52-202B-46A0-A778-61FD538652E3}" type="pres">
      <dgm:prSet presAssocID="{2550A4AD-FCAD-4A9B-B177-D666E92C0606}" presName="sibTrans" presStyleLbl="sibTrans2D1" presStyleIdx="0" presStyleCnt="0"/>
      <dgm:spPr/>
    </dgm:pt>
    <dgm:pt modelId="{1A69BFCF-5EA0-4476-89EA-911276FB65BF}" type="pres">
      <dgm:prSet presAssocID="{6ED51B8A-4ACF-4C32-990E-0372C8A42A0D}" presName="compNode" presStyleCnt="0"/>
      <dgm:spPr/>
    </dgm:pt>
    <dgm:pt modelId="{0C337F3C-670B-480C-95EC-FC6C35C6D709}" type="pres">
      <dgm:prSet presAssocID="{6ED51B8A-4ACF-4C32-990E-0372C8A42A0D}" presName="iconBgRect" presStyleLbl="bgShp" presStyleIdx="2" presStyleCnt="5"/>
      <dgm:spPr/>
    </dgm:pt>
    <dgm:pt modelId="{6CF30942-AF70-41CB-B2A5-D66CD726B545}" type="pres">
      <dgm:prSet presAssocID="{6ED51B8A-4ACF-4C32-990E-0372C8A42A0D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rcode"/>
        </a:ext>
      </dgm:extLst>
    </dgm:pt>
    <dgm:pt modelId="{62E77BBB-E5A3-4ACD-AD68-E696DCFA7C7D}" type="pres">
      <dgm:prSet presAssocID="{6ED51B8A-4ACF-4C32-990E-0372C8A42A0D}" presName="spaceRect" presStyleCnt="0"/>
      <dgm:spPr/>
    </dgm:pt>
    <dgm:pt modelId="{799D102D-9EA9-49E5-BC3D-39A5B9BCDF51}" type="pres">
      <dgm:prSet presAssocID="{6ED51B8A-4ACF-4C32-990E-0372C8A42A0D}" presName="textRect" presStyleLbl="revTx" presStyleIdx="2" presStyleCnt="5">
        <dgm:presLayoutVars>
          <dgm:chMax val="1"/>
          <dgm:chPref val="1"/>
        </dgm:presLayoutVars>
      </dgm:prSet>
      <dgm:spPr/>
    </dgm:pt>
    <dgm:pt modelId="{D29821BB-3F49-4368-917E-D00D0581DF2D}" type="pres">
      <dgm:prSet presAssocID="{319CA19A-12F1-4BB0-A65A-AAEBE416DFBC}" presName="sibTrans" presStyleLbl="sibTrans2D1" presStyleIdx="0" presStyleCnt="0"/>
      <dgm:spPr/>
    </dgm:pt>
    <dgm:pt modelId="{A4DB689E-99A3-49EC-8718-8AA33251F7C2}" type="pres">
      <dgm:prSet presAssocID="{BAACBB98-2F04-4A71-8A3F-7514599765CB}" presName="compNode" presStyleCnt="0"/>
      <dgm:spPr/>
    </dgm:pt>
    <dgm:pt modelId="{1122CDFD-4C6B-4504-9341-A67482E5B73D}" type="pres">
      <dgm:prSet presAssocID="{BAACBB98-2F04-4A71-8A3F-7514599765CB}" presName="iconBgRect" presStyleLbl="bgShp" presStyleIdx="3" presStyleCnt="5"/>
      <dgm:spPr/>
    </dgm:pt>
    <dgm:pt modelId="{D5EF52AB-C3D8-4B08-B4B8-61330BE1DDA7}" type="pres">
      <dgm:prSet presAssocID="{BAACBB98-2F04-4A71-8A3F-7514599765CB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mputer"/>
        </a:ext>
      </dgm:extLst>
    </dgm:pt>
    <dgm:pt modelId="{B5940BE9-BABE-418B-A3D7-1970C756F0EE}" type="pres">
      <dgm:prSet presAssocID="{BAACBB98-2F04-4A71-8A3F-7514599765CB}" presName="spaceRect" presStyleCnt="0"/>
      <dgm:spPr/>
    </dgm:pt>
    <dgm:pt modelId="{2BCC3EA5-938D-4AEE-8413-C4A1A80D97E2}" type="pres">
      <dgm:prSet presAssocID="{BAACBB98-2F04-4A71-8A3F-7514599765CB}" presName="textRect" presStyleLbl="revTx" presStyleIdx="3" presStyleCnt="5">
        <dgm:presLayoutVars>
          <dgm:chMax val="1"/>
          <dgm:chPref val="1"/>
        </dgm:presLayoutVars>
      </dgm:prSet>
      <dgm:spPr/>
    </dgm:pt>
    <dgm:pt modelId="{44C38CE2-8492-403C-A554-859A2AA81FB7}" type="pres">
      <dgm:prSet presAssocID="{A27A89D5-D333-468E-8545-56B90E15515C}" presName="sibTrans" presStyleLbl="sibTrans2D1" presStyleIdx="0" presStyleCnt="0"/>
      <dgm:spPr/>
    </dgm:pt>
    <dgm:pt modelId="{04D1B340-4399-459A-BB5F-07DF5191F845}" type="pres">
      <dgm:prSet presAssocID="{D40636C8-8153-4ACD-BFAB-4498009733A9}" presName="compNode" presStyleCnt="0"/>
      <dgm:spPr/>
    </dgm:pt>
    <dgm:pt modelId="{1AEBB901-243E-4D00-9BFE-2151FE025759}" type="pres">
      <dgm:prSet presAssocID="{D40636C8-8153-4ACD-BFAB-4498009733A9}" presName="iconBgRect" presStyleLbl="bgShp" presStyleIdx="4" presStyleCnt="5"/>
      <dgm:spPr/>
    </dgm:pt>
    <dgm:pt modelId="{CC9F61CB-3826-41AC-AB8E-8E0B62E38FFF}" type="pres">
      <dgm:prSet presAssocID="{D40636C8-8153-4ACD-BFAB-4498009733A9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Optical disc"/>
        </a:ext>
      </dgm:extLst>
    </dgm:pt>
    <dgm:pt modelId="{FFCC768C-4CE0-4102-AF4B-7A22F28EE0AA}" type="pres">
      <dgm:prSet presAssocID="{D40636C8-8153-4ACD-BFAB-4498009733A9}" presName="spaceRect" presStyleCnt="0"/>
      <dgm:spPr/>
    </dgm:pt>
    <dgm:pt modelId="{CD935475-C64D-491A-A8A3-4FE17C69690C}" type="pres">
      <dgm:prSet presAssocID="{D40636C8-8153-4ACD-BFAB-4498009733A9}" presName="textRect" presStyleLbl="revTx" presStyleIdx="4" presStyleCnt="5">
        <dgm:presLayoutVars>
          <dgm:chMax val="1"/>
          <dgm:chPref val="1"/>
        </dgm:presLayoutVars>
      </dgm:prSet>
      <dgm:spPr/>
    </dgm:pt>
  </dgm:ptLst>
  <dgm:cxnLst>
    <dgm:cxn modelId="{6340C610-4CB9-4EF7-8399-2890452B62A7}" type="presOf" srcId="{1D46B48A-F9DD-4B06-A8D0-D32445D4E493}" destId="{E82DFA38-6073-44C0-BFFC-A825FDFD4CF2}" srcOrd="0" destOrd="0" presId="urn:microsoft.com/office/officeart/2018/2/layout/IconCircleList"/>
    <dgm:cxn modelId="{2D5D3211-A2A0-4927-AD2D-8C12D8B3FA70}" type="presOf" srcId="{14F32BFD-EEB0-43E3-9CDD-0FA9733C7E4B}" destId="{61397947-7DCD-42C8-95B9-A21DE16626D7}" srcOrd="0" destOrd="0" presId="urn:microsoft.com/office/officeart/2018/2/layout/IconCircleList"/>
    <dgm:cxn modelId="{8496873A-FCE5-4150-957A-153946151F6D}" type="presOf" srcId="{AA460476-00EE-4262-A22E-E902E5C1E5A3}" destId="{45D50EA1-E8AB-4DCF-B769-E38787822E3F}" srcOrd="0" destOrd="0" presId="urn:microsoft.com/office/officeart/2018/2/layout/IconCircleList"/>
    <dgm:cxn modelId="{97951C3E-F39D-49C1-8122-8B7ABC4036CB}" srcId="{1D46B48A-F9DD-4B06-A8D0-D32445D4E493}" destId="{BAACBB98-2F04-4A71-8A3F-7514599765CB}" srcOrd="3" destOrd="0" parTransId="{AD1A8B32-EC19-409F-8B0C-8EAB0D6169AF}" sibTransId="{A27A89D5-D333-468E-8545-56B90E15515C}"/>
    <dgm:cxn modelId="{579A0460-0537-46DF-9C95-93900F163460}" type="presOf" srcId="{E3E81DF0-72ED-449E-9110-4EF0685D8E16}" destId="{A056C9F3-C5AB-4D1B-869C-35A2C5314BAD}" srcOrd="0" destOrd="0" presId="urn:microsoft.com/office/officeart/2018/2/layout/IconCircleList"/>
    <dgm:cxn modelId="{02C4B350-8212-4700-9C92-7B29595264A2}" type="presOf" srcId="{D40636C8-8153-4ACD-BFAB-4498009733A9}" destId="{CD935475-C64D-491A-A8A3-4FE17C69690C}" srcOrd="0" destOrd="0" presId="urn:microsoft.com/office/officeart/2018/2/layout/IconCircleList"/>
    <dgm:cxn modelId="{E0DE0752-CD6C-49A8-A8CA-712FF1342DC1}" srcId="{1D46B48A-F9DD-4B06-A8D0-D32445D4E493}" destId="{6ED51B8A-4ACF-4C32-990E-0372C8A42A0D}" srcOrd="2" destOrd="0" parTransId="{35253CC1-5BAB-4014-A41E-D80A2BD17D00}" sibTransId="{319CA19A-12F1-4BB0-A65A-AAEBE416DFBC}"/>
    <dgm:cxn modelId="{4D489F78-DEC4-4812-AA26-83E6A8E5C8A0}" srcId="{1D46B48A-F9DD-4B06-A8D0-D32445D4E493}" destId="{D40636C8-8153-4ACD-BFAB-4498009733A9}" srcOrd="4" destOrd="0" parTransId="{588D1A83-1CCD-416A-B9FD-611C690BFA8A}" sibTransId="{C07B8438-0687-4177-9F5F-2405B853EA41}"/>
    <dgm:cxn modelId="{F402447E-B3BD-45B4-848A-28561DFAF60C}" type="presOf" srcId="{A27A89D5-D333-468E-8545-56B90E15515C}" destId="{44C38CE2-8492-403C-A554-859A2AA81FB7}" srcOrd="0" destOrd="0" presId="urn:microsoft.com/office/officeart/2018/2/layout/IconCircleList"/>
    <dgm:cxn modelId="{89C287A3-2C66-40C6-8AF9-D3580195AF1F}" type="presOf" srcId="{2550A4AD-FCAD-4A9B-B177-D666E92C0606}" destId="{3C245D52-202B-46A0-A778-61FD538652E3}" srcOrd="0" destOrd="0" presId="urn:microsoft.com/office/officeart/2018/2/layout/IconCircleList"/>
    <dgm:cxn modelId="{E84B88B3-2307-4A06-8B2E-2135ED9F4D9A}" srcId="{1D46B48A-F9DD-4B06-A8D0-D32445D4E493}" destId="{AA460476-00EE-4262-A22E-E902E5C1E5A3}" srcOrd="0" destOrd="0" parTransId="{A2D0ECFE-8612-4DC1-BD35-115E7CBD0095}" sibTransId="{14F32BFD-EEB0-43E3-9CDD-0FA9733C7E4B}"/>
    <dgm:cxn modelId="{4D5A93BD-F0F1-4D91-99DF-D9709131772D}" srcId="{1D46B48A-F9DD-4B06-A8D0-D32445D4E493}" destId="{E3E81DF0-72ED-449E-9110-4EF0685D8E16}" srcOrd="1" destOrd="0" parTransId="{FA3A660B-701C-4FDB-97DA-8ECCFCF27906}" sibTransId="{2550A4AD-FCAD-4A9B-B177-D666E92C0606}"/>
    <dgm:cxn modelId="{5CFB7FDD-DC55-491A-8B29-02A3EACCD72D}" type="presOf" srcId="{319CA19A-12F1-4BB0-A65A-AAEBE416DFBC}" destId="{D29821BB-3F49-4368-917E-D00D0581DF2D}" srcOrd="0" destOrd="0" presId="urn:microsoft.com/office/officeart/2018/2/layout/IconCircleList"/>
    <dgm:cxn modelId="{667561F7-F418-479F-A698-0DB79403AA1C}" type="presOf" srcId="{BAACBB98-2F04-4A71-8A3F-7514599765CB}" destId="{2BCC3EA5-938D-4AEE-8413-C4A1A80D97E2}" srcOrd="0" destOrd="0" presId="urn:microsoft.com/office/officeart/2018/2/layout/IconCircleList"/>
    <dgm:cxn modelId="{667DDFFD-F070-4466-B2C6-BBEEB3C09970}" type="presOf" srcId="{6ED51B8A-4ACF-4C32-990E-0372C8A42A0D}" destId="{799D102D-9EA9-49E5-BC3D-39A5B9BCDF51}" srcOrd="0" destOrd="0" presId="urn:microsoft.com/office/officeart/2018/2/layout/IconCircleList"/>
    <dgm:cxn modelId="{4830AE8E-8D75-4EA8-B146-82B75E9FA665}" type="presParOf" srcId="{E82DFA38-6073-44C0-BFFC-A825FDFD4CF2}" destId="{F0FE650D-0163-43AC-BB11-DBBD317D9320}" srcOrd="0" destOrd="0" presId="urn:microsoft.com/office/officeart/2018/2/layout/IconCircleList"/>
    <dgm:cxn modelId="{E9FC803B-894B-45B3-AD0E-2F1A0D29E67E}" type="presParOf" srcId="{F0FE650D-0163-43AC-BB11-DBBD317D9320}" destId="{665A61BA-136D-40A7-990B-B842090F478E}" srcOrd="0" destOrd="0" presId="urn:microsoft.com/office/officeart/2018/2/layout/IconCircleList"/>
    <dgm:cxn modelId="{6222288C-B748-44C3-9580-867CF7C9FBAB}" type="presParOf" srcId="{665A61BA-136D-40A7-990B-B842090F478E}" destId="{F217B2ED-4468-4248-9DDD-4C78D00AE4FC}" srcOrd="0" destOrd="0" presId="urn:microsoft.com/office/officeart/2018/2/layout/IconCircleList"/>
    <dgm:cxn modelId="{338A9A21-9888-40A6-8A09-B105E295E817}" type="presParOf" srcId="{665A61BA-136D-40A7-990B-B842090F478E}" destId="{8556DC30-C45E-4F26-A1D4-359489F31308}" srcOrd="1" destOrd="0" presId="urn:microsoft.com/office/officeart/2018/2/layout/IconCircleList"/>
    <dgm:cxn modelId="{70C2A95F-DC6E-4B1B-B7CF-F03DDBDCBEC7}" type="presParOf" srcId="{665A61BA-136D-40A7-990B-B842090F478E}" destId="{72D2E504-F947-4543-9D4D-48FA6EFE9055}" srcOrd="2" destOrd="0" presId="urn:microsoft.com/office/officeart/2018/2/layout/IconCircleList"/>
    <dgm:cxn modelId="{F11F79E4-66B6-413F-BEB3-1F5892E30C08}" type="presParOf" srcId="{665A61BA-136D-40A7-990B-B842090F478E}" destId="{45D50EA1-E8AB-4DCF-B769-E38787822E3F}" srcOrd="3" destOrd="0" presId="urn:microsoft.com/office/officeart/2018/2/layout/IconCircleList"/>
    <dgm:cxn modelId="{8E75C653-0864-4048-80B5-1AD682924DA6}" type="presParOf" srcId="{F0FE650D-0163-43AC-BB11-DBBD317D9320}" destId="{61397947-7DCD-42C8-95B9-A21DE16626D7}" srcOrd="1" destOrd="0" presId="urn:microsoft.com/office/officeart/2018/2/layout/IconCircleList"/>
    <dgm:cxn modelId="{34BBEC72-E31E-4C45-813B-C459F551E1E9}" type="presParOf" srcId="{F0FE650D-0163-43AC-BB11-DBBD317D9320}" destId="{9F5B66F0-A82C-4DD5-ACEC-9EB5A4AC6980}" srcOrd="2" destOrd="0" presId="urn:microsoft.com/office/officeart/2018/2/layout/IconCircleList"/>
    <dgm:cxn modelId="{D1358598-B6E2-4ADE-B38E-6A519C284D3F}" type="presParOf" srcId="{9F5B66F0-A82C-4DD5-ACEC-9EB5A4AC6980}" destId="{4DDB7C99-2952-4B47-86AF-17F8496C1588}" srcOrd="0" destOrd="0" presId="urn:microsoft.com/office/officeart/2018/2/layout/IconCircleList"/>
    <dgm:cxn modelId="{C81A63D7-66B3-4EC7-B5CE-12B4B698FD56}" type="presParOf" srcId="{9F5B66F0-A82C-4DD5-ACEC-9EB5A4AC6980}" destId="{69E9BA1D-346B-42C8-936E-1F74C00AFBAC}" srcOrd="1" destOrd="0" presId="urn:microsoft.com/office/officeart/2018/2/layout/IconCircleList"/>
    <dgm:cxn modelId="{FD519856-91FA-4107-90E5-CE525653B2BA}" type="presParOf" srcId="{9F5B66F0-A82C-4DD5-ACEC-9EB5A4AC6980}" destId="{36197794-F2C9-445E-91A4-4CF8D07E7B42}" srcOrd="2" destOrd="0" presId="urn:microsoft.com/office/officeart/2018/2/layout/IconCircleList"/>
    <dgm:cxn modelId="{CC439B0A-621F-44E7-8EBC-D5753254E62E}" type="presParOf" srcId="{9F5B66F0-A82C-4DD5-ACEC-9EB5A4AC6980}" destId="{A056C9F3-C5AB-4D1B-869C-35A2C5314BAD}" srcOrd="3" destOrd="0" presId="urn:microsoft.com/office/officeart/2018/2/layout/IconCircleList"/>
    <dgm:cxn modelId="{BC80034F-C19B-49CA-9509-1AA7B49B9A06}" type="presParOf" srcId="{F0FE650D-0163-43AC-BB11-DBBD317D9320}" destId="{3C245D52-202B-46A0-A778-61FD538652E3}" srcOrd="3" destOrd="0" presId="urn:microsoft.com/office/officeart/2018/2/layout/IconCircleList"/>
    <dgm:cxn modelId="{02E968D3-F612-48E2-9CF6-25D285061EC1}" type="presParOf" srcId="{F0FE650D-0163-43AC-BB11-DBBD317D9320}" destId="{1A69BFCF-5EA0-4476-89EA-911276FB65BF}" srcOrd="4" destOrd="0" presId="urn:microsoft.com/office/officeart/2018/2/layout/IconCircleList"/>
    <dgm:cxn modelId="{19A84B69-AF5E-48B8-BCBA-5458B6FF9E82}" type="presParOf" srcId="{1A69BFCF-5EA0-4476-89EA-911276FB65BF}" destId="{0C337F3C-670B-480C-95EC-FC6C35C6D709}" srcOrd="0" destOrd="0" presId="urn:microsoft.com/office/officeart/2018/2/layout/IconCircleList"/>
    <dgm:cxn modelId="{664CDED4-ACCD-48D0-8D24-F729C6D03E85}" type="presParOf" srcId="{1A69BFCF-5EA0-4476-89EA-911276FB65BF}" destId="{6CF30942-AF70-41CB-B2A5-D66CD726B545}" srcOrd="1" destOrd="0" presId="urn:microsoft.com/office/officeart/2018/2/layout/IconCircleList"/>
    <dgm:cxn modelId="{5F86AD25-B688-4560-9F4E-220E58A02065}" type="presParOf" srcId="{1A69BFCF-5EA0-4476-89EA-911276FB65BF}" destId="{62E77BBB-E5A3-4ACD-AD68-E696DCFA7C7D}" srcOrd="2" destOrd="0" presId="urn:microsoft.com/office/officeart/2018/2/layout/IconCircleList"/>
    <dgm:cxn modelId="{A5A8E3AF-A116-4D98-8C8E-6900555580D1}" type="presParOf" srcId="{1A69BFCF-5EA0-4476-89EA-911276FB65BF}" destId="{799D102D-9EA9-49E5-BC3D-39A5B9BCDF51}" srcOrd="3" destOrd="0" presId="urn:microsoft.com/office/officeart/2018/2/layout/IconCircleList"/>
    <dgm:cxn modelId="{DA47E732-E24B-46F2-B664-032566EDDC93}" type="presParOf" srcId="{F0FE650D-0163-43AC-BB11-DBBD317D9320}" destId="{D29821BB-3F49-4368-917E-D00D0581DF2D}" srcOrd="5" destOrd="0" presId="urn:microsoft.com/office/officeart/2018/2/layout/IconCircleList"/>
    <dgm:cxn modelId="{CEDD5D3E-1699-45B1-AB70-27C0E38852F2}" type="presParOf" srcId="{F0FE650D-0163-43AC-BB11-DBBD317D9320}" destId="{A4DB689E-99A3-49EC-8718-8AA33251F7C2}" srcOrd="6" destOrd="0" presId="urn:microsoft.com/office/officeart/2018/2/layout/IconCircleList"/>
    <dgm:cxn modelId="{3E37D220-EABC-405A-96F3-0B99077B148D}" type="presParOf" srcId="{A4DB689E-99A3-49EC-8718-8AA33251F7C2}" destId="{1122CDFD-4C6B-4504-9341-A67482E5B73D}" srcOrd="0" destOrd="0" presId="urn:microsoft.com/office/officeart/2018/2/layout/IconCircleList"/>
    <dgm:cxn modelId="{8DD4A61F-64DA-4B45-A82A-CD535257B254}" type="presParOf" srcId="{A4DB689E-99A3-49EC-8718-8AA33251F7C2}" destId="{D5EF52AB-C3D8-4B08-B4B8-61330BE1DDA7}" srcOrd="1" destOrd="0" presId="urn:microsoft.com/office/officeart/2018/2/layout/IconCircleList"/>
    <dgm:cxn modelId="{73F8FF71-C34D-430E-8CC1-287AC5ECB9FC}" type="presParOf" srcId="{A4DB689E-99A3-49EC-8718-8AA33251F7C2}" destId="{B5940BE9-BABE-418B-A3D7-1970C756F0EE}" srcOrd="2" destOrd="0" presId="urn:microsoft.com/office/officeart/2018/2/layout/IconCircleList"/>
    <dgm:cxn modelId="{EF25E5C5-BCD8-4047-AF96-E9C219FF56C2}" type="presParOf" srcId="{A4DB689E-99A3-49EC-8718-8AA33251F7C2}" destId="{2BCC3EA5-938D-4AEE-8413-C4A1A80D97E2}" srcOrd="3" destOrd="0" presId="urn:microsoft.com/office/officeart/2018/2/layout/IconCircleList"/>
    <dgm:cxn modelId="{918424B4-D0E0-4C29-8CC4-DCD1A341E278}" type="presParOf" srcId="{F0FE650D-0163-43AC-BB11-DBBD317D9320}" destId="{44C38CE2-8492-403C-A554-859A2AA81FB7}" srcOrd="7" destOrd="0" presId="urn:microsoft.com/office/officeart/2018/2/layout/IconCircleList"/>
    <dgm:cxn modelId="{31B83977-6A7A-45C9-B8CF-B3B4CB2FD6C7}" type="presParOf" srcId="{F0FE650D-0163-43AC-BB11-DBBD317D9320}" destId="{04D1B340-4399-459A-BB5F-07DF5191F845}" srcOrd="8" destOrd="0" presId="urn:microsoft.com/office/officeart/2018/2/layout/IconCircleList"/>
    <dgm:cxn modelId="{E8292B34-6E90-4FF2-B6CF-1198EE688828}" type="presParOf" srcId="{04D1B340-4399-459A-BB5F-07DF5191F845}" destId="{1AEBB901-243E-4D00-9BFE-2151FE025759}" srcOrd="0" destOrd="0" presId="urn:microsoft.com/office/officeart/2018/2/layout/IconCircleList"/>
    <dgm:cxn modelId="{C6E69A16-573D-43CA-A16C-3D542F48E2E1}" type="presParOf" srcId="{04D1B340-4399-459A-BB5F-07DF5191F845}" destId="{CC9F61CB-3826-41AC-AB8E-8E0B62E38FFF}" srcOrd="1" destOrd="0" presId="urn:microsoft.com/office/officeart/2018/2/layout/IconCircleList"/>
    <dgm:cxn modelId="{01FF5473-18FA-43A0-A4FA-15C756AD785C}" type="presParOf" srcId="{04D1B340-4399-459A-BB5F-07DF5191F845}" destId="{FFCC768C-4CE0-4102-AF4B-7A22F28EE0AA}" srcOrd="2" destOrd="0" presId="urn:microsoft.com/office/officeart/2018/2/layout/IconCircleList"/>
    <dgm:cxn modelId="{57632BEB-8B3D-45A8-A448-76A71731B197}" type="presParOf" srcId="{04D1B340-4399-459A-BB5F-07DF5191F845}" destId="{CD935475-C64D-491A-A8A3-4FE17C69690C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597CD95D-5399-417E-87FC-2130D48D2BD0}" type="doc">
      <dgm:prSet loTypeId="urn:microsoft.com/office/officeart/2018/2/layout/IconCircle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A4D76F34-BD66-4FC5-818F-154D90992309}">
      <dgm:prSet/>
      <dgm:spPr/>
      <dgm:t>
        <a:bodyPr/>
        <a:lstStyle/>
        <a:p>
          <a:pPr>
            <a:lnSpc>
              <a:spcPct val="100000"/>
            </a:lnSpc>
          </a:pPr>
          <a:r>
            <a:rPr lang="en-CA"/>
            <a:t>Scrap Plywood: an Engineered Material</a:t>
          </a:r>
          <a:endParaRPr lang="en-US"/>
        </a:p>
      </dgm:t>
    </dgm:pt>
    <dgm:pt modelId="{63AC6DEE-A33E-40C7-B764-D969BD3779B4}" type="parTrans" cxnId="{97258178-C38D-406A-B181-3AB3A9834454}">
      <dgm:prSet/>
      <dgm:spPr/>
      <dgm:t>
        <a:bodyPr/>
        <a:lstStyle/>
        <a:p>
          <a:endParaRPr lang="en-US"/>
        </a:p>
      </dgm:t>
    </dgm:pt>
    <dgm:pt modelId="{F9A3217B-E2A8-4B9C-A198-FAFAB211A75B}" type="sibTrans" cxnId="{97258178-C38D-406A-B181-3AB3A9834454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56F7ABCF-60FE-492B-9F39-4147820376C7}">
      <dgm:prSet/>
      <dgm:spPr/>
      <dgm:t>
        <a:bodyPr/>
        <a:lstStyle/>
        <a:p>
          <a:pPr>
            <a:lnSpc>
              <a:spcPct val="100000"/>
            </a:lnSpc>
          </a:pPr>
          <a:r>
            <a:rPr lang="en-CA"/>
            <a:t>Low-Friction Bearing Reduces Load</a:t>
          </a:r>
          <a:endParaRPr lang="en-US"/>
        </a:p>
      </dgm:t>
    </dgm:pt>
    <dgm:pt modelId="{0D7D4AFE-8D50-42A9-81B0-B39376EECECE}" type="parTrans" cxnId="{910E0591-EDFA-4F66-BDAD-0EFFE6302214}">
      <dgm:prSet/>
      <dgm:spPr/>
      <dgm:t>
        <a:bodyPr/>
        <a:lstStyle/>
        <a:p>
          <a:endParaRPr lang="en-US"/>
        </a:p>
      </dgm:t>
    </dgm:pt>
    <dgm:pt modelId="{FBDBED80-D78F-4610-81CE-335C2D79D56C}" type="sibTrans" cxnId="{910E0591-EDFA-4F66-BDAD-0EFFE6302214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EEA4169C-2074-4A6A-8170-9D61682A839B}">
      <dgm:prSet/>
      <dgm:spPr/>
      <dgm:t>
        <a:bodyPr/>
        <a:lstStyle/>
        <a:p>
          <a:pPr>
            <a:lnSpc>
              <a:spcPct val="100000"/>
            </a:lnSpc>
          </a:pPr>
          <a:r>
            <a:rPr lang="en-CA"/>
            <a:t>Soft Rubber Rollers Grip Controls</a:t>
          </a:r>
          <a:endParaRPr lang="en-US"/>
        </a:p>
      </dgm:t>
    </dgm:pt>
    <dgm:pt modelId="{CDA4CF5C-1304-40E7-B9A6-63E0BC7BBEF0}" type="parTrans" cxnId="{565969B3-1E7C-437C-83E4-5D0345C8F35D}">
      <dgm:prSet/>
      <dgm:spPr/>
      <dgm:t>
        <a:bodyPr/>
        <a:lstStyle/>
        <a:p>
          <a:endParaRPr lang="en-US"/>
        </a:p>
      </dgm:t>
    </dgm:pt>
    <dgm:pt modelId="{A519323A-FF2E-4D84-9062-52CDA5107570}" type="sibTrans" cxnId="{565969B3-1E7C-437C-83E4-5D0345C8F35D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0BB46737-549E-40C5-9287-E67E202D1983}">
      <dgm:prSet/>
      <dgm:spPr/>
      <dgm:t>
        <a:bodyPr/>
        <a:lstStyle/>
        <a:p>
          <a:pPr>
            <a:lnSpc>
              <a:spcPct val="100000"/>
            </a:lnSpc>
          </a:pPr>
          <a:r>
            <a:rPr lang="en-CA"/>
            <a:t>Enables Aggressive Conservancy Measures, Safely</a:t>
          </a:r>
          <a:endParaRPr lang="en-US"/>
        </a:p>
      </dgm:t>
    </dgm:pt>
    <dgm:pt modelId="{04D537B7-881A-486B-A4E8-56A3B30F5D19}" type="parTrans" cxnId="{2AA682F0-3692-4CE0-B699-DEC8C940A76F}">
      <dgm:prSet/>
      <dgm:spPr/>
      <dgm:t>
        <a:bodyPr/>
        <a:lstStyle/>
        <a:p>
          <a:endParaRPr lang="en-US"/>
        </a:p>
      </dgm:t>
    </dgm:pt>
    <dgm:pt modelId="{24748402-293E-4D5B-8CCB-A9A1E165E4D7}" type="sibTrans" cxnId="{2AA682F0-3692-4CE0-B699-DEC8C940A76F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6731EFD8-10A4-4479-BE5E-D373B1E2458F}">
      <dgm:prSet/>
      <dgm:spPr/>
      <dgm:t>
        <a:bodyPr/>
        <a:lstStyle/>
        <a:p>
          <a:pPr>
            <a:lnSpc>
              <a:spcPct val="100000"/>
            </a:lnSpc>
          </a:pPr>
          <a:r>
            <a:rPr lang="en-CA"/>
            <a:t>Remote-Physical Connection Reduces Waste</a:t>
          </a:r>
          <a:endParaRPr lang="en-US"/>
        </a:p>
      </dgm:t>
    </dgm:pt>
    <dgm:pt modelId="{CD0FFE51-4A1E-43C3-9BE6-AD9A6EE26FB9}" type="parTrans" cxnId="{135ACC2A-290C-4CAD-A4B2-E4E445DA3987}">
      <dgm:prSet/>
      <dgm:spPr/>
      <dgm:t>
        <a:bodyPr/>
        <a:lstStyle/>
        <a:p>
          <a:endParaRPr lang="en-US"/>
        </a:p>
      </dgm:t>
    </dgm:pt>
    <dgm:pt modelId="{6B996ADB-6893-4759-8E6A-6C1E3C452A49}" type="sibTrans" cxnId="{135ACC2A-290C-4CAD-A4B2-E4E445DA3987}">
      <dgm:prSet/>
      <dgm:spPr/>
      <dgm:t>
        <a:bodyPr/>
        <a:lstStyle/>
        <a:p>
          <a:endParaRPr lang="en-US"/>
        </a:p>
      </dgm:t>
    </dgm:pt>
    <dgm:pt modelId="{587E5939-C005-429A-BEB6-8DBE7E190AE6}" type="pres">
      <dgm:prSet presAssocID="{597CD95D-5399-417E-87FC-2130D48D2BD0}" presName="root" presStyleCnt="0">
        <dgm:presLayoutVars>
          <dgm:dir/>
          <dgm:resizeHandles val="exact"/>
        </dgm:presLayoutVars>
      </dgm:prSet>
      <dgm:spPr/>
    </dgm:pt>
    <dgm:pt modelId="{CE2364F4-E14F-4F05-A687-2C406C90A5BB}" type="pres">
      <dgm:prSet presAssocID="{597CD95D-5399-417E-87FC-2130D48D2BD0}" presName="container" presStyleCnt="0">
        <dgm:presLayoutVars>
          <dgm:dir/>
          <dgm:resizeHandles val="exact"/>
        </dgm:presLayoutVars>
      </dgm:prSet>
      <dgm:spPr/>
    </dgm:pt>
    <dgm:pt modelId="{0E80EDF5-94EE-4463-8026-A6F0B2A60805}" type="pres">
      <dgm:prSet presAssocID="{A4D76F34-BD66-4FC5-818F-154D90992309}" presName="compNode" presStyleCnt="0"/>
      <dgm:spPr/>
    </dgm:pt>
    <dgm:pt modelId="{8E090A7D-626B-4041-93D1-3372CEF5C042}" type="pres">
      <dgm:prSet presAssocID="{A4D76F34-BD66-4FC5-818F-154D90992309}" presName="iconBgRect" presStyleLbl="bgShp" presStyleIdx="0" presStyleCnt="5"/>
      <dgm:spPr/>
    </dgm:pt>
    <dgm:pt modelId="{2957C091-E029-4772-BFF7-73613F83F8AD}" type="pres">
      <dgm:prSet presAssocID="{A4D76F34-BD66-4FC5-818F-154D90992309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Excavator"/>
        </a:ext>
      </dgm:extLst>
    </dgm:pt>
    <dgm:pt modelId="{1AFF785A-4C9F-4149-9DA2-DDEEB97E6FA7}" type="pres">
      <dgm:prSet presAssocID="{A4D76F34-BD66-4FC5-818F-154D90992309}" presName="spaceRect" presStyleCnt="0"/>
      <dgm:spPr/>
    </dgm:pt>
    <dgm:pt modelId="{F9AA9215-7A53-4028-AE08-306C0998F515}" type="pres">
      <dgm:prSet presAssocID="{A4D76F34-BD66-4FC5-818F-154D90992309}" presName="textRect" presStyleLbl="revTx" presStyleIdx="0" presStyleCnt="5">
        <dgm:presLayoutVars>
          <dgm:chMax val="1"/>
          <dgm:chPref val="1"/>
        </dgm:presLayoutVars>
      </dgm:prSet>
      <dgm:spPr/>
    </dgm:pt>
    <dgm:pt modelId="{86A31DD7-93AF-4591-B021-5EB380B87866}" type="pres">
      <dgm:prSet presAssocID="{F9A3217B-E2A8-4B9C-A198-FAFAB211A75B}" presName="sibTrans" presStyleLbl="sibTrans2D1" presStyleIdx="0" presStyleCnt="0"/>
      <dgm:spPr/>
    </dgm:pt>
    <dgm:pt modelId="{17CF279B-B4AB-4FD0-AD33-06428CEAA714}" type="pres">
      <dgm:prSet presAssocID="{56F7ABCF-60FE-492B-9F39-4147820376C7}" presName="compNode" presStyleCnt="0"/>
      <dgm:spPr/>
    </dgm:pt>
    <dgm:pt modelId="{A948A202-57DE-4D3D-AC4B-398BFBBD2E53}" type="pres">
      <dgm:prSet presAssocID="{56F7ABCF-60FE-492B-9F39-4147820376C7}" presName="iconBgRect" presStyleLbl="bgShp" presStyleIdx="1" presStyleCnt="5"/>
      <dgm:spPr/>
    </dgm:pt>
    <dgm:pt modelId="{A9DB1C0B-AA11-47C3-ADA6-65A2F02821B4}" type="pres">
      <dgm:prSet presAssocID="{56F7ABCF-60FE-492B-9F39-4147820376C7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heelbarrow"/>
        </a:ext>
      </dgm:extLst>
    </dgm:pt>
    <dgm:pt modelId="{56F003B0-20C1-4639-A1A4-1C55C15FEF2B}" type="pres">
      <dgm:prSet presAssocID="{56F7ABCF-60FE-492B-9F39-4147820376C7}" presName="spaceRect" presStyleCnt="0"/>
      <dgm:spPr/>
    </dgm:pt>
    <dgm:pt modelId="{8B44885A-48FC-4F38-93DF-F4D71F6A3ECE}" type="pres">
      <dgm:prSet presAssocID="{56F7ABCF-60FE-492B-9F39-4147820376C7}" presName="textRect" presStyleLbl="revTx" presStyleIdx="1" presStyleCnt="5">
        <dgm:presLayoutVars>
          <dgm:chMax val="1"/>
          <dgm:chPref val="1"/>
        </dgm:presLayoutVars>
      </dgm:prSet>
      <dgm:spPr/>
    </dgm:pt>
    <dgm:pt modelId="{6654F247-3EE9-4713-AF63-CEAD20E4F3B6}" type="pres">
      <dgm:prSet presAssocID="{FBDBED80-D78F-4610-81CE-335C2D79D56C}" presName="sibTrans" presStyleLbl="sibTrans2D1" presStyleIdx="0" presStyleCnt="0"/>
      <dgm:spPr/>
    </dgm:pt>
    <dgm:pt modelId="{68362302-DA11-48D0-AA54-943A442797C1}" type="pres">
      <dgm:prSet presAssocID="{EEA4169C-2074-4A6A-8170-9D61682A839B}" presName="compNode" presStyleCnt="0"/>
      <dgm:spPr/>
    </dgm:pt>
    <dgm:pt modelId="{89F95B35-38A4-4224-8608-2794DE7FDF94}" type="pres">
      <dgm:prSet presAssocID="{EEA4169C-2074-4A6A-8170-9D61682A839B}" presName="iconBgRect" presStyleLbl="bgShp" presStyleIdx="2" presStyleCnt="5"/>
      <dgm:spPr/>
    </dgm:pt>
    <dgm:pt modelId="{A9BD883B-9493-41A7-A2F2-59D46604B1AF}" type="pres">
      <dgm:prSet presAssocID="{EEA4169C-2074-4A6A-8170-9D61682A839B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raffic cone"/>
        </a:ext>
      </dgm:extLst>
    </dgm:pt>
    <dgm:pt modelId="{C209C2D0-54A4-455D-AAF7-84A2A8FB7582}" type="pres">
      <dgm:prSet presAssocID="{EEA4169C-2074-4A6A-8170-9D61682A839B}" presName="spaceRect" presStyleCnt="0"/>
      <dgm:spPr/>
    </dgm:pt>
    <dgm:pt modelId="{5C9B413E-3FA1-47D0-A2C2-7A3160E3F04C}" type="pres">
      <dgm:prSet presAssocID="{EEA4169C-2074-4A6A-8170-9D61682A839B}" presName="textRect" presStyleLbl="revTx" presStyleIdx="2" presStyleCnt="5">
        <dgm:presLayoutVars>
          <dgm:chMax val="1"/>
          <dgm:chPref val="1"/>
        </dgm:presLayoutVars>
      </dgm:prSet>
      <dgm:spPr/>
    </dgm:pt>
    <dgm:pt modelId="{4FB99B9F-AE2E-418D-BCDC-27126AEBBBBC}" type="pres">
      <dgm:prSet presAssocID="{A519323A-FF2E-4D84-9062-52CDA5107570}" presName="sibTrans" presStyleLbl="sibTrans2D1" presStyleIdx="0" presStyleCnt="0"/>
      <dgm:spPr/>
    </dgm:pt>
    <dgm:pt modelId="{106F0557-F249-4C48-BE20-15B23068A275}" type="pres">
      <dgm:prSet presAssocID="{0BB46737-549E-40C5-9287-E67E202D1983}" presName="compNode" presStyleCnt="0"/>
      <dgm:spPr/>
    </dgm:pt>
    <dgm:pt modelId="{615453D8-9FC9-4069-B0FB-847C560AAD3F}" type="pres">
      <dgm:prSet presAssocID="{0BB46737-549E-40C5-9287-E67E202D1983}" presName="iconBgRect" presStyleLbl="bgShp" presStyleIdx="3" presStyleCnt="5"/>
      <dgm:spPr/>
    </dgm:pt>
    <dgm:pt modelId="{798F0249-4550-4E10-844B-F44F358E66D0}" type="pres">
      <dgm:prSet presAssocID="{0BB46737-549E-40C5-9287-E67E202D1983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otorcycle"/>
        </a:ext>
      </dgm:extLst>
    </dgm:pt>
    <dgm:pt modelId="{6B1EBD01-395A-4B5D-B867-885EC5EC0EB7}" type="pres">
      <dgm:prSet presAssocID="{0BB46737-549E-40C5-9287-E67E202D1983}" presName="spaceRect" presStyleCnt="0"/>
      <dgm:spPr/>
    </dgm:pt>
    <dgm:pt modelId="{FEC7D937-6953-4349-B34A-0CC6B911603B}" type="pres">
      <dgm:prSet presAssocID="{0BB46737-549E-40C5-9287-E67E202D1983}" presName="textRect" presStyleLbl="revTx" presStyleIdx="3" presStyleCnt="5">
        <dgm:presLayoutVars>
          <dgm:chMax val="1"/>
          <dgm:chPref val="1"/>
        </dgm:presLayoutVars>
      </dgm:prSet>
      <dgm:spPr/>
    </dgm:pt>
    <dgm:pt modelId="{4506CD0C-FD74-48EE-93EE-3797751313F4}" type="pres">
      <dgm:prSet presAssocID="{24748402-293E-4D5B-8CCB-A9A1E165E4D7}" presName="sibTrans" presStyleLbl="sibTrans2D1" presStyleIdx="0" presStyleCnt="0"/>
      <dgm:spPr/>
    </dgm:pt>
    <dgm:pt modelId="{B61D03D9-132D-461D-A11B-5E52E5534B2C}" type="pres">
      <dgm:prSet presAssocID="{6731EFD8-10A4-4479-BE5E-D373B1E2458F}" presName="compNode" presStyleCnt="0"/>
      <dgm:spPr/>
    </dgm:pt>
    <dgm:pt modelId="{F03E6DE9-A3DB-41BE-B942-8A2C933CCE81}" type="pres">
      <dgm:prSet presAssocID="{6731EFD8-10A4-4479-BE5E-D373B1E2458F}" presName="iconBgRect" presStyleLbl="bgShp" presStyleIdx="4" presStyleCnt="5"/>
      <dgm:spPr/>
    </dgm:pt>
    <dgm:pt modelId="{040D6AD7-0D0F-402A-BC61-240C8C98B6FB}" type="pres">
      <dgm:prSet presAssocID="{6731EFD8-10A4-4479-BE5E-D373B1E2458F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emote control"/>
        </a:ext>
      </dgm:extLst>
    </dgm:pt>
    <dgm:pt modelId="{93C4F4B6-1C30-4C88-A7C5-4196A1AD2E42}" type="pres">
      <dgm:prSet presAssocID="{6731EFD8-10A4-4479-BE5E-D373B1E2458F}" presName="spaceRect" presStyleCnt="0"/>
      <dgm:spPr/>
    </dgm:pt>
    <dgm:pt modelId="{FEC38DCB-E5C5-4679-A1E3-9E5ECABCC17A}" type="pres">
      <dgm:prSet presAssocID="{6731EFD8-10A4-4479-BE5E-D373B1E2458F}" presName="textRect" presStyleLbl="revTx" presStyleIdx="4" presStyleCnt="5">
        <dgm:presLayoutVars>
          <dgm:chMax val="1"/>
          <dgm:chPref val="1"/>
        </dgm:presLayoutVars>
      </dgm:prSet>
      <dgm:spPr/>
    </dgm:pt>
  </dgm:ptLst>
  <dgm:cxnLst>
    <dgm:cxn modelId="{02C0CA03-1948-450F-862D-1980CF8A5676}" type="presOf" srcId="{F9A3217B-E2A8-4B9C-A198-FAFAB211A75B}" destId="{86A31DD7-93AF-4591-B021-5EB380B87866}" srcOrd="0" destOrd="0" presId="urn:microsoft.com/office/officeart/2018/2/layout/IconCircleList"/>
    <dgm:cxn modelId="{64B04605-FF51-4536-BC13-103F855087A1}" type="presOf" srcId="{0BB46737-549E-40C5-9287-E67E202D1983}" destId="{FEC7D937-6953-4349-B34A-0CC6B911603B}" srcOrd="0" destOrd="0" presId="urn:microsoft.com/office/officeart/2018/2/layout/IconCircleList"/>
    <dgm:cxn modelId="{135ACC2A-290C-4CAD-A4B2-E4E445DA3987}" srcId="{597CD95D-5399-417E-87FC-2130D48D2BD0}" destId="{6731EFD8-10A4-4479-BE5E-D373B1E2458F}" srcOrd="4" destOrd="0" parTransId="{CD0FFE51-4A1E-43C3-9BE6-AD9A6EE26FB9}" sibTransId="{6B996ADB-6893-4759-8E6A-6C1E3C452A49}"/>
    <dgm:cxn modelId="{F423282B-F013-4CE2-9041-5026C48022EB}" type="presOf" srcId="{FBDBED80-D78F-4610-81CE-335C2D79D56C}" destId="{6654F247-3EE9-4713-AF63-CEAD20E4F3B6}" srcOrd="0" destOrd="0" presId="urn:microsoft.com/office/officeart/2018/2/layout/IconCircleList"/>
    <dgm:cxn modelId="{83571564-30C4-44AB-B506-34C314AE776E}" type="presOf" srcId="{56F7ABCF-60FE-492B-9F39-4147820376C7}" destId="{8B44885A-48FC-4F38-93DF-F4D71F6A3ECE}" srcOrd="0" destOrd="0" presId="urn:microsoft.com/office/officeart/2018/2/layout/IconCircleList"/>
    <dgm:cxn modelId="{6A726644-A8BB-4318-95AE-0907ACA6E182}" type="presOf" srcId="{A4D76F34-BD66-4FC5-818F-154D90992309}" destId="{F9AA9215-7A53-4028-AE08-306C0998F515}" srcOrd="0" destOrd="0" presId="urn:microsoft.com/office/officeart/2018/2/layout/IconCircleList"/>
    <dgm:cxn modelId="{DAB50149-C990-4932-A3F0-DFAE13585E53}" type="presOf" srcId="{EEA4169C-2074-4A6A-8170-9D61682A839B}" destId="{5C9B413E-3FA1-47D0-A2C2-7A3160E3F04C}" srcOrd="0" destOrd="0" presId="urn:microsoft.com/office/officeart/2018/2/layout/IconCircleList"/>
    <dgm:cxn modelId="{97258178-C38D-406A-B181-3AB3A9834454}" srcId="{597CD95D-5399-417E-87FC-2130D48D2BD0}" destId="{A4D76F34-BD66-4FC5-818F-154D90992309}" srcOrd="0" destOrd="0" parTransId="{63AC6DEE-A33E-40C7-B764-D969BD3779B4}" sibTransId="{F9A3217B-E2A8-4B9C-A198-FAFAB211A75B}"/>
    <dgm:cxn modelId="{ED030D7E-05DA-4C20-8B15-C77B53CDAB09}" type="presOf" srcId="{597CD95D-5399-417E-87FC-2130D48D2BD0}" destId="{587E5939-C005-429A-BEB6-8DBE7E190AE6}" srcOrd="0" destOrd="0" presId="urn:microsoft.com/office/officeart/2018/2/layout/IconCircleList"/>
    <dgm:cxn modelId="{910E0591-EDFA-4F66-BDAD-0EFFE6302214}" srcId="{597CD95D-5399-417E-87FC-2130D48D2BD0}" destId="{56F7ABCF-60FE-492B-9F39-4147820376C7}" srcOrd="1" destOrd="0" parTransId="{0D7D4AFE-8D50-42A9-81B0-B39376EECECE}" sibTransId="{FBDBED80-D78F-4610-81CE-335C2D79D56C}"/>
    <dgm:cxn modelId="{672935A5-5C29-4784-8428-190A614E1FA5}" type="presOf" srcId="{6731EFD8-10A4-4479-BE5E-D373B1E2458F}" destId="{FEC38DCB-E5C5-4679-A1E3-9E5ECABCC17A}" srcOrd="0" destOrd="0" presId="urn:microsoft.com/office/officeart/2018/2/layout/IconCircleList"/>
    <dgm:cxn modelId="{565969B3-1E7C-437C-83E4-5D0345C8F35D}" srcId="{597CD95D-5399-417E-87FC-2130D48D2BD0}" destId="{EEA4169C-2074-4A6A-8170-9D61682A839B}" srcOrd="2" destOrd="0" parTransId="{CDA4CF5C-1304-40E7-B9A6-63E0BC7BBEF0}" sibTransId="{A519323A-FF2E-4D84-9062-52CDA5107570}"/>
    <dgm:cxn modelId="{B846ECD2-3633-4148-AC89-E69A18FEFC73}" type="presOf" srcId="{24748402-293E-4D5B-8CCB-A9A1E165E4D7}" destId="{4506CD0C-FD74-48EE-93EE-3797751313F4}" srcOrd="0" destOrd="0" presId="urn:microsoft.com/office/officeart/2018/2/layout/IconCircleList"/>
    <dgm:cxn modelId="{C43D40E0-04CA-44E2-9385-759D0051E568}" type="presOf" srcId="{A519323A-FF2E-4D84-9062-52CDA5107570}" destId="{4FB99B9F-AE2E-418D-BCDC-27126AEBBBBC}" srcOrd="0" destOrd="0" presId="urn:microsoft.com/office/officeart/2018/2/layout/IconCircleList"/>
    <dgm:cxn modelId="{2AA682F0-3692-4CE0-B699-DEC8C940A76F}" srcId="{597CD95D-5399-417E-87FC-2130D48D2BD0}" destId="{0BB46737-549E-40C5-9287-E67E202D1983}" srcOrd="3" destOrd="0" parTransId="{04D537B7-881A-486B-A4E8-56A3B30F5D19}" sibTransId="{24748402-293E-4D5B-8CCB-A9A1E165E4D7}"/>
    <dgm:cxn modelId="{25441ABD-1C09-4C84-9699-C51A9263553E}" type="presParOf" srcId="{587E5939-C005-429A-BEB6-8DBE7E190AE6}" destId="{CE2364F4-E14F-4F05-A687-2C406C90A5BB}" srcOrd="0" destOrd="0" presId="urn:microsoft.com/office/officeart/2018/2/layout/IconCircleList"/>
    <dgm:cxn modelId="{4A17D486-FAC3-45AD-8B5E-76A88C38DB60}" type="presParOf" srcId="{CE2364F4-E14F-4F05-A687-2C406C90A5BB}" destId="{0E80EDF5-94EE-4463-8026-A6F0B2A60805}" srcOrd="0" destOrd="0" presId="urn:microsoft.com/office/officeart/2018/2/layout/IconCircleList"/>
    <dgm:cxn modelId="{F9EDE838-6093-4DF2-A61D-70F21020E146}" type="presParOf" srcId="{0E80EDF5-94EE-4463-8026-A6F0B2A60805}" destId="{8E090A7D-626B-4041-93D1-3372CEF5C042}" srcOrd="0" destOrd="0" presId="urn:microsoft.com/office/officeart/2018/2/layout/IconCircleList"/>
    <dgm:cxn modelId="{3083B1E3-D951-475B-9CF6-BEE7E049D55B}" type="presParOf" srcId="{0E80EDF5-94EE-4463-8026-A6F0B2A60805}" destId="{2957C091-E029-4772-BFF7-73613F83F8AD}" srcOrd="1" destOrd="0" presId="urn:microsoft.com/office/officeart/2018/2/layout/IconCircleList"/>
    <dgm:cxn modelId="{61F645DD-6096-486E-A88D-28E9090D9DEF}" type="presParOf" srcId="{0E80EDF5-94EE-4463-8026-A6F0B2A60805}" destId="{1AFF785A-4C9F-4149-9DA2-DDEEB97E6FA7}" srcOrd="2" destOrd="0" presId="urn:microsoft.com/office/officeart/2018/2/layout/IconCircleList"/>
    <dgm:cxn modelId="{DD968ADA-B901-4AC3-9AE9-ED21320EA0F9}" type="presParOf" srcId="{0E80EDF5-94EE-4463-8026-A6F0B2A60805}" destId="{F9AA9215-7A53-4028-AE08-306C0998F515}" srcOrd="3" destOrd="0" presId="urn:microsoft.com/office/officeart/2018/2/layout/IconCircleList"/>
    <dgm:cxn modelId="{605610E4-CB61-436B-9E81-4A684D3AB47E}" type="presParOf" srcId="{CE2364F4-E14F-4F05-A687-2C406C90A5BB}" destId="{86A31DD7-93AF-4591-B021-5EB380B87866}" srcOrd="1" destOrd="0" presId="urn:microsoft.com/office/officeart/2018/2/layout/IconCircleList"/>
    <dgm:cxn modelId="{B81E1C81-3441-4DBC-80D9-A07DD0DB7486}" type="presParOf" srcId="{CE2364F4-E14F-4F05-A687-2C406C90A5BB}" destId="{17CF279B-B4AB-4FD0-AD33-06428CEAA714}" srcOrd="2" destOrd="0" presId="urn:microsoft.com/office/officeart/2018/2/layout/IconCircleList"/>
    <dgm:cxn modelId="{C8D760E4-D28F-48D9-AB24-2219896E6BC9}" type="presParOf" srcId="{17CF279B-B4AB-4FD0-AD33-06428CEAA714}" destId="{A948A202-57DE-4D3D-AC4B-398BFBBD2E53}" srcOrd="0" destOrd="0" presId="urn:microsoft.com/office/officeart/2018/2/layout/IconCircleList"/>
    <dgm:cxn modelId="{BF17831A-B934-4E85-98D8-A33BB6BFD271}" type="presParOf" srcId="{17CF279B-B4AB-4FD0-AD33-06428CEAA714}" destId="{A9DB1C0B-AA11-47C3-ADA6-65A2F02821B4}" srcOrd="1" destOrd="0" presId="urn:microsoft.com/office/officeart/2018/2/layout/IconCircleList"/>
    <dgm:cxn modelId="{6C75F37D-C2A9-437F-A223-7DE9D0CD5846}" type="presParOf" srcId="{17CF279B-B4AB-4FD0-AD33-06428CEAA714}" destId="{56F003B0-20C1-4639-A1A4-1C55C15FEF2B}" srcOrd="2" destOrd="0" presId="urn:microsoft.com/office/officeart/2018/2/layout/IconCircleList"/>
    <dgm:cxn modelId="{024E1D41-1E81-4FDE-B62B-17409BE8B6BE}" type="presParOf" srcId="{17CF279B-B4AB-4FD0-AD33-06428CEAA714}" destId="{8B44885A-48FC-4F38-93DF-F4D71F6A3ECE}" srcOrd="3" destOrd="0" presId="urn:microsoft.com/office/officeart/2018/2/layout/IconCircleList"/>
    <dgm:cxn modelId="{48010715-9230-424F-9CB6-F2CB85DA103D}" type="presParOf" srcId="{CE2364F4-E14F-4F05-A687-2C406C90A5BB}" destId="{6654F247-3EE9-4713-AF63-CEAD20E4F3B6}" srcOrd="3" destOrd="0" presId="urn:microsoft.com/office/officeart/2018/2/layout/IconCircleList"/>
    <dgm:cxn modelId="{1C88CAC6-B5F5-4157-9A0B-53FE2D94BAEF}" type="presParOf" srcId="{CE2364F4-E14F-4F05-A687-2C406C90A5BB}" destId="{68362302-DA11-48D0-AA54-943A442797C1}" srcOrd="4" destOrd="0" presId="urn:microsoft.com/office/officeart/2018/2/layout/IconCircleList"/>
    <dgm:cxn modelId="{C9862293-7990-4C45-800D-7AEF26F11EBF}" type="presParOf" srcId="{68362302-DA11-48D0-AA54-943A442797C1}" destId="{89F95B35-38A4-4224-8608-2794DE7FDF94}" srcOrd="0" destOrd="0" presId="urn:microsoft.com/office/officeart/2018/2/layout/IconCircleList"/>
    <dgm:cxn modelId="{35F9B1BC-CCD2-42D9-8A4D-3DBB64B533BE}" type="presParOf" srcId="{68362302-DA11-48D0-AA54-943A442797C1}" destId="{A9BD883B-9493-41A7-A2F2-59D46604B1AF}" srcOrd="1" destOrd="0" presId="urn:microsoft.com/office/officeart/2018/2/layout/IconCircleList"/>
    <dgm:cxn modelId="{AF4D7C73-783B-4EC8-934A-1ABF5A74DE04}" type="presParOf" srcId="{68362302-DA11-48D0-AA54-943A442797C1}" destId="{C209C2D0-54A4-455D-AAF7-84A2A8FB7582}" srcOrd="2" destOrd="0" presId="urn:microsoft.com/office/officeart/2018/2/layout/IconCircleList"/>
    <dgm:cxn modelId="{A84946B0-0DE1-4478-8530-B53E014266DF}" type="presParOf" srcId="{68362302-DA11-48D0-AA54-943A442797C1}" destId="{5C9B413E-3FA1-47D0-A2C2-7A3160E3F04C}" srcOrd="3" destOrd="0" presId="urn:microsoft.com/office/officeart/2018/2/layout/IconCircleList"/>
    <dgm:cxn modelId="{799B6998-22C2-485F-B3AD-34663CFB45B7}" type="presParOf" srcId="{CE2364F4-E14F-4F05-A687-2C406C90A5BB}" destId="{4FB99B9F-AE2E-418D-BCDC-27126AEBBBBC}" srcOrd="5" destOrd="0" presId="urn:microsoft.com/office/officeart/2018/2/layout/IconCircleList"/>
    <dgm:cxn modelId="{FBAB8813-EC75-43D9-811B-2362A37D48A7}" type="presParOf" srcId="{CE2364F4-E14F-4F05-A687-2C406C90A5BB}" destId="{106F0557-F249-4C48-BE20-15B23068A275}" srcOrd="6" destOrd="0" presId="urn:microsoft.com/office/officeart/2018/2/layout/IconCircleList"/>
    <dgm:cxn modelId="{C5C5D0BD-660E-48B3-A02D-2984E4B93B52}" type="presParOf" srcId="{106F0557-F249-4C48-BE20-15B23068A275}" destId="{615453D8-9FC9-4069-B0FB-847C560AAD3F}" srcOrd="0" destOrd="0" presId="urn:microsoft.com/office/officeart/2018/2/layout/IconCircleList"/>
    <dgm:cxn modelId="{3674FB91-89F9-4E70-B213-C4EE653D00D9}" type="presParOf" srcId="{106F0557-F249-4C48-BE20-15B23068A275}" destId="{798F0249-4550-4E10-844B-F44F358E66D0}" srcOrd="1" destOrd="0" presId="urn:microsoft.com/office/officeart/2018/2/layout/IconCircleList"/>
    <dgm:cxn modelId="{5C9A13A1-D329-4D7F-B260-46C5102EAC5F}" type="presParOf" srcId="{106F0557-F249-4C48-BE20-15B23068A275}" destId="{6B1EBD01-395A-4B5D-B867-885EC5EC0EB7}" srcOrd="2" destOrd="0" presId="urn:microsoft.com/office/officeart/2018/2/layout/IconCircleList"/>
    <dgm:cxn modelId="{627C4246-58C7-4887-B7EF-CFE87899F74E}" type="presParOf" srcId="{106F0557-F249-4C48-BE20-15B23068A275}" destId="{FEC7D937-6953-4349-B34A-0CC6B911603B}" srcOrd="3" destOrd="0" presId="urn:microsoft.com/office/officeart/2018/2/layout/IconCircleList"/>
    <dgm:cxn modelId="{FCACD482-AD24-4255-B7E5-6CB72ED75AE1}" type="presParOf" srcId="{CE2364F4-E14F-4F05-A687-2C406C90A5BB}" destId="{4506CD0C-FD74-48EE-93EE-3797751313F4}" srcOrd="7" destOrd="0" presId="urn:microsoft.com/office/officeart/2018/2/layout/IconCircleList"/>
    <dgm:cxn modelId="{F07AA108-2806-4F8D-9F96-C449BC137BBA}" type="presParOf" srcId="{CE2364F4-E14F-4F05-A687-2C406C90A5BB}" destId="{B61D03D9-132D-461D-A11B-5E52E5534B2C}" srcOrd="8" destOrd="0" presId="urn:microsoft.com/office/officeart/2018/2/layout/IconCircleList"/>
    <dgm:cxn modelId="{942BAA3F-A9B6-4692-B8F0-26C56084EF99}" type="presParOf" srcId="{B61D03D9-132D-461D-A11B-5E52E5534B2C}" destId="{F03E6DE9-A3DB-41BE-B942-8A2C933CCE81}" srcOrd="0" destOrd="0" presId="urn:microsoft.com/office/officeart/2018/2/layout/IconCircleList"/>
    <dgm:cxn modelId="{EE6E6FC0-28A6-4346-9249-27B2BF771FAD}" type="presParOf" srcId="{B61D03D9-132D-461D-A11B-5E52E5534B2C}" destId="{040D6AD7-0D0F-402A-BC61-240C8C98B6FB}" srcOrd="1" destOrd="0" presId="urn:microsoft.com/office/officeart/2018/2/layout/IconCircleList"/>
    <dgm:cxn modelId="{7C8B6A82-2A47-4FA5-BB3A-4EDB1E9EAFB2}" type="presParOf" srcId="{B61D03D9-132D-461D-A11B-5E52E5534B2C}" destId="{93C4F4B6-1C30-4C88-A7C5-4196A1AD2E42}" srcOrd="2" destOrd="0" presId="urn:microsoft.com/office/officeart/2018/2/layout/IconCircleList"/>
    <dgm:cxn modelId="{CBE86A84-5113-4C7E-92CC-B176A2329E98}" type="presParOf" srcId="{B61D03D9-132D-461D-A11B-5E52E5534B2C}" destId="{FEC38DCB-E5C5-4679-A1E3-9E5ECABCC17A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2942414-6227-4465-9CBB-2F6ED9DE856B}">
      <dsp:nvSpPr>
        <dsp:cNvPr id="0" name=""/>
        <dsp:cNvSpPr/>
      </dsp:nvSpPr>
      <dsp:spPr>
        <a:xfrm>
          <a:off x="0" y="0"/>
          <a:ext cx="7744967" cy="72409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2500" kern="1200"/>
            <a:t>Posture-recognition software evaluates user.</a:t>
          </a:r>
          <a:endParaRPr lang="en-US" sz="2500" kern="1200"/>
        </a:p>
      </dsp:txBody>
      <dsp:txXfrm>
        <a:off x="21208" y="21208"/>
        <a:ext cx="6878899" cy="681674"/>
      </dsp:txXfrm>
    </dsp:sp>
    <dsp:sp modelId="{E776B7A1-FC9A-4A1E-ACE0-3403C49CB631}">
      <dsp:nvSpPr>
        <dsp:cNvPr id="0" name=""/>
        <dsp:cNvSpPr/>
      </dsp:nvSpPr>
      <dsp:spPr>
        <a:xfrm>
          <a:off x="578358" y="824658"/>
          <a:ext cx="7744967" cy="72409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2500" kern="1200"/>
            <a:t>Posture encoded as controller commands. </a:t>
          </a:r>
          <a:endParaRPr lang="en-US" sz="2500" kern="1200"/>
        </a:p>
      </dsp:txBody>
      <dsp:txXfrm>
        <a:off x="599566" y="845866"/>
        <a:ext cx="6653535" cy="681674"/>
      </dsp:txXfrm>
    </dsp:sp>
    <dsp:sp modelId="{6211055D-C0C2-4D94-B7E8-9CAC747ED8A4}">
      <dsp:nvSpPr>
        <dsp:cNvPr id="0" name=""/>
        <dsp:cNvSpPr/>
      </dsp:nvSpPr>
      <dsp:spPr>
        <a:xfrm>
          <a:off x="1156716" y="1649317"/>
          <a:ext cx="7744967" cy="72409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2500" kern="1200"/>
            <a:t>Software communicates wirelessly with controller.</a:t>
          </a:r>
          <a:endParaRPr lang="en-US" sz="2500" kern="1200"/>
        </a:p>
      </dsp:txBody>
      <dsp:txXfrm>
        <a:off x="1177924" y="1670525"/>
        <a:ext cx="6653535" cy="681674"/>
      </dsp:txXfrm>
    </dsp:sp>
    <dsp:sp modelId="{063B35A8-1993-4E04-A5F5-872A3A22D7C8}">
      <dsp:nvSpPr>
        <dsp:cNvPr id="0" name=""/>
        <dsp:cNvSpPr/>
      </dsp:nvSpPr>
      <dsp:spPr>
        <a:xfrm>
          <a:off x="1735073" y="2473975"/>
          <a:ext cx="7744967" cy="72409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2500" kern="1200"/>
            <a:t>Controller articulates Etch A Sketch.</a:t>
          </a:r>
          <a:endParaRPr lang="en-US" sz="2500" kern="1200"/>
        </a:p>
      </dsp:txBody>
      <dsp:txXfrm>
        <a:off x="1756281" y="2495183"/>
        <a:ext cx="6653535" cy="681674"/>
      </dsp:txXfrm>
    </dsp:sp>
    <dsp:sp modelId="{D3F1BEAA-56EC-4D88-82D3-485B7069E2C6}">
      <dsp:nvSpPr>
        <dsp:cNvPr id="0" name=""/>
        <dsp:cNvSpPr/>
      </dsp:nvSpPr>
      <dsp:spPr>
        <a:xfrm>
          <a:off x="2313432" y="3298634"/>
          <a:ext cx="7744967" cy="72409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2500" kern="1200" dirty="0"/>
            <a:t>PI-Controlled DC, stepper motors.</a:t>
          </a:r>
          <a:endParaRPr lang="en-US" sz="2500" kern="1200" dirty="0"/>
        </a:p>
      </dsp:txBody>
      <dsp:txXfrm>
        <a:off x="2334640" y="3319842"/>
        <a:ext cx="6653535" cy="681674"/>
      </dsp:txXfrm>
    </dsp:sp>
    <dsp:sp modelId="{93E46EB3-98E1-41D9-908F-C431BD08D4C4}">
      <dsp:nvSpPr>
        <dsp:cNvPr id="0" name=""/>
        <dsp:cNvSpPr/>
      </dsp:nvSpPr>
      <dsp:spPr>
        <a:xfrm>
          <a:off x="7274309" y="528988"/>
          <a:ext cx="470658" cy="470658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100" kern="1200"/>
        </a:p>
      </dsp:txBody>
      <dsp:txXfrm>
        <a:off x="7380207" y="528988"/>
        <a:ext cx="258862" cy="354170"/>
      </dsp:txXfrm>
    </dsp:sp>
    <dsp:sp modelId="{B2C3493F-2E86-4BDF-A2E0-3946BD246AE3}">
      <dsp:nvSpPr>
        <dsp:cNvPr id="0" name=""/>
        <dsp:cNvSpPr/>
      </dsp:nvSpPr>
      <dsp:spPr>
        <a:xfrm>
          <a:off x="7852667" y="1353646"/>
          <a:ext cx="470658" cy="470658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100" kern="1200"/>
        </a:p>
      </dsp:txBody>
      <dsp:txXfrm>
        <a:off x="7958565" y="1353646"/>
        <a:ext cx="258862" cy="354170"/>
      </dsp:txXfrm>
    </dsp:sp>
    <dsp:sp modelId="{56D06241-FE1D-43E8-9AC5-F76584A3CD14}">
      <dsp:nvSpPr>
        <dsp:cNvPr id="0" name=""/>
        <dsp:cNvSpPr/>
      </dsp:nvSpPr>
      <dsp:spPr>
        <a:xfrm>
          <a:off x="8431025" y="2166237"/>
          <a:ext cx="470658" cy="470658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100" kern="1200"/>
        </a:p>
      </dsp:txBody>
      <dsp:txXfrm>
        <a:off x="8536923" y="2166237"/>
        <a:ext cx="258862" cy="354170"/>
      </dsp:txXfrm>
    </dsp:sp>
    <dsp:sp modelId="{F85BCB5E-5C8D-4D2A-914E-B050A68D6068}">
      <dsp:nvSpPr>
        <dsp:cNvPr id="0" name=""/>
        <dsp:cNvSpPr/>
      </dsp:nvSpPr>
      <dsp:spPr>
        <a:xfrm>
          <a:off x="9009383" y="2998941"/>
          <a:ext cx="470658" cy="470658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100" kern="1200"/>
        </a:p>
      </dsp:txBody>
      <dsp:txXfrm>
        <a:off x="9115281" y="2998941"/>
        <a:ext cx="258862" cy="35417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FF964CB-EB42-4D5B-9866-F291EADC032F}">
      <dsp:nvSpPr>
        <dsp:cNvPr id="0" name=""/>
        <dsp:cNvSpPr/>
      </dsp:nvSpPr>
      <dsp:spPr>
        <a:xfrm>
          <a:off x="348206" y="835188"/>
          <a:ext cx="1075482" cy="1075482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E635B59-A90B-4B20-B538-9AF3E697C31A}">
      <dsp:nvSpPr>
        <dsp:cNvPr id="0" name=""/>
        <dsp:cNvSpPr/>
      </dsp:nvSpPr>
      <dsp:spPr>
        <a:xfrm>
          <a:off x="577408" y="1064389"/>
          <a:ext cx="617080" cy="61708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4735E25-A816-4488-9F70-538DD3905CBF}">
      <dsp:nvSpPr>
        <dsp:cNvPr id="0" name=""/>
        <dsp:cNvSpPr/>
      </dsp:nvSpPr>
      <dsp:spPr>
        <a:xfrm>
          <a:off x="4405" y="2245657"/>
          <a:ext cx="1763085" cy="7052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CA" sz="1200" kern="1200" dirty="0"/>
            <a:t>Remote, multi-pilot medical robots.</a:t>
          </a:r>
          <a:endParaRPr lang="en-US" sz="1200" kern="1200" dirty="0"/>
        </a:p>
      </dsp:txBody>
      <dsp:txXfrm>
        <a:off x="4405" y="2245657"/>
        <a:ext cx="1763085" cy="705234"/>
      </dsp:txXfrm>
    </dsp:sp>
    <dsp:sp modelId="{070AED8A-FA45-4A7C-8CEC-B91F69E74AA9}">
      <dsp:nvSpPr>
        <dsp:cNvPr id="0" name=""/>
        <dsp:cNvSpPr/>
      </dsp:nvSpPr>
      <dsp:spPr>
        <a:xfrm>
          <a:off x="2419832" y="835188"/>
          <a:ext cx="1075482" cy="1075482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98E7B11-F920-4764-8733-FF2DE76F0EBA}">
      <dsp:nvSpPr>
        <dsp:cNvPr id="0" name=""/>
        <dsp:cNvSpPr/>
      </dsp:nvSpPr>
      <dsp:spPr>
        <a:xfrm>
          <a:off x="2649033" y="1064389"/>
          <a:ext cx="617080" cy="61708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6B06920-4FE2-481F-96FA-A6F633DBDCC7}">
      <dsp:nvSpPr>
        <dsp:cNvPr id="0" name=""/>
        <dsp:cNvSpPr/>
      </dsp:nvSpPr>
      <dsp:spPr>
        <a:xfrm>
          <a:off x="2076031" y="2245657"/>
          <a:ext cx="1763085" cy="7052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CA" sz="1200" kern="1200"/>
            <a:t>Exactly-repeated experimental research iterations.</a:t>
          </a:r>
          <a:endParaRPr lang="en-US" sz="1200" kern="1200"/>
        </a:p>
      </dsp:txBody>
      <dsp:txXfrm>
        <a:off x="2076031" y="2245657"/>
        <a:ext cx="1763085" cy="705234"/>
      </dsp:txXfrm>
    </dsp:sp>
    <dsp:sp modelId="{5456D650-109C-4972-9A17-2833B3A1FA51}">
      <dsp:nvSpPr>
        <dsp:cNvPr id="0" name=""/>
        <dsp:cNvSpPr/>
      </dsp:nvSpPr>
      <dsp:spPr>
        <a:xfrm>
          <a:off x="4491458" y="835188"/>
          <a:ext cx="1075482" cy="1075482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EB648E7-50B4-4BE1-B85A-D00E70D4B0E2}">
      <dsp:nvSpPr>
        <dsp:cNvPr id="0" name=""/>
        <dsp:cNvSpPr/>
      </dsp:nvSpPr>
      <dsp:spPr>
        <a:xfrm>
          <a:off x="4720659" y="1064389"/>
          <a:ext cx="617080" cy="61708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5D760B8-90F1-400D-BCBB-5125F1C65FB5}">
      <dsp:nvSpPr>
        <dsp:cNvPr id="0" name=""/>
        <dsp:cNvSpPr/>
      </dsp:nvSpPr>
      <dsp:spPr>
        <a:xfrm>
          <a:off x="4147657" y="2245657"/>
          <a:ext cx="1763085" cy="7052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CA" sz="1200" kern="1200"/>
            <a:t>Proxy agent for dangerous work.</a:t>
          </a:r>
          <a:endParaRPr lang="en-US" sz="1200" kern="1200"/>
        </a:p>
      </dsp:txBody>
      <dsp:txXfrm>
        <a:off x="4147657" y="2245657"/>
        <a:ext cx="1763085" cy="705234"/>
      </dsp:txXfrm>
    </dsp:sp>
    <dsp:sp modelId="{2A1C65D0-0B9E-4795-8B33-B0486EE07453}">
      <dsp:nvSpPr>
        <dsp:cNvPr id="0" name=""/>
        <dsp:cNvSpPr/>
      </dsp:nvSpPr>
      <dsp:spPr>
        <a:xfrm>
          <a:off x="6563084" y="835188"/>
          <a:ext cx="1075482" cy="1075482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879D148-2343-43F0-8C8B-5D3D010FCE38}">
      <dsp:nvSpPr>
        <dsp:cNvPr id="0" name=""/>
        <dsp:cNvSpPr/>
      </dsp:nvSpPr>
      <dsp:spPr>
        <a:xfrm>
          <a:off x="6792285" y="1064389"/>
          <a:ext cx="617080" cy="61708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EC39545-024C-4C5C-A57C-3FE39A1F1D82}">
      <dsp:nvSpPr>
        <dsp:cNvPr id="0" name=""/>
        <dsp:cNvSpPr/>
      </dsp:nvSpPr>
      <dsp:spPr>
        <a:xfrm>
          <a:off x="6219283" y="2245657"/>
          <a:ext cx="1763085" cy="7052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CA" sz="1200" kern="1200"/>
            <a:t>A whimsical home message board.</a:t>
          </a:r>
          <a:endParaRPr lang="en-US" sz="1200" kern="1200"/>
        </a:p>
      </dsp:txBody>
      <dsp:txXfrm>
        <a:off x="6219283" y="2245657"/>
        <a:ext cx="1763085" cy="705234"/>
      </dsp:txXfrm>
    </dsp:sp>
    <dsp:sp modelId="{9104E3B5-0D72-4D07-9F1A-79B2AAF3C430}">
      <dsp:nvSpPr>
        <dsp:cNvPr id="0" name=""/>
        <dsp:cNvSpPr/>
      </dsp:nvSpPr>
      <dsp:spPr>
        <a:xfrm>
          <a:off x="8634710" y="835188"/>
          <a:ext cx="1075482" cy="1075482"/>
        </a:xfrm>
        <a:prstGeom prst="ellips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4760E70-7811-4C84-A2A8-F1F751CE230A}">
      <dsp:nvSpPr>
        <dsp:cNvPr id="0" name=""/>
        <dsp:cNvSpPr/>
      </dsp:nvSpPr>
      <dsp:spPr>
        <a:xfrm>
          <a:off x="8863911" y="1064389"/>
          <a:ext cx="617080" cy="617080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rcRect/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C0FF239-7840-42F7-9BB2-589EBEAAC94A}">
      <dsp:nvSpPr>
        <dsp:cNvPr id="0" name=""/>
        <dsp:cNvSpPr/>
      </dsp:nvSpPr>
      <dsp:spPr>
        <a:xfrm>
          <a:off x="8290908" y="2245657"/>
          <a:ext cx="1763085" cy="7052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CA" sz="1200" kern="1200" dirty="0"/>
            <a:t>User-scaling APPLICATIONS &amp; COMBINATIONAL CONTROL.</a:t>
          </a:r>
          <a:endParaRPr lang="en-US" sz="1200" kern="1200" dirty="0"/>
        </a:p>
      </dsp:txBody>
      <dsp:txXfrm>
        <a:off x="8290908" y="2245657"/>
        <a:ext cx="1763085" cy="705234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0296E65-D9C0-4B16-9C4E-CD8C4A3DF59B}">
      <dsp:nvSpPr>
        <dsp:cNvPr id="0" name=""/>
        <dsp:cNvSpPr/>
      </dsp:nvSpPr>
      <dsp:spPr>
        <a:xfrm>
          <a:off x="377190" y="3160"/>
          <a:ext cx="2907506" cy="1744503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3100" kern="1200"/>
            <a:t>Goal 3: Good Health and Wellbeing.</a:t>
          </a:r>
          <a:endParaRPr lang="en-US" sz="3100" kern="1200"/>
        </a:p>
      </dsp:txBody>
      <dsp:txXfrm>
        <a:off x="377190" y="3160"/>
        <a:ext cx="2907506" cy="1744503"/>
      </dsp:txXfrm>
    </dsp:sp>
    <dsp:sp modelId="{EF724DE9-7D96-48F9-A534-18F3AC46B1D2}">
      <dsp:nvSpPr>
        <dsp:cNvPr id="0" name=""/>
        <dsp:cNvSpPr/>
      </dsp:nvSpPr>
      <dsp:spPr>
        <a:xfrm>
          <a:off x="3575446" y="3160"/>
          <a:ext cx="2907506" cy="1744503"/>
        </a:xfrm>
        <a:prstGeom prst="rect">
          <a:avLst/>
        </a:prstGeom>
        <a:solidFill>
          <a:schemeClr val="accent5">
            <a:hueOff val="93942"/>
            <a:satOff val="9000"/>
            <a:lumOff val="2206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3100" kern="1200"/>
            <a:t>Goal 4: Quality Education.</a:t>
          </a:r>
          <a:endParaRPr lang="en-US" sz="3100" kern="1200"/>
        </a:p>
      </dsp:txBody>
      <dsp:txXfrm>
        <a:off x="3575446" y="3160"/>
        <a:ext cx="2907506" cy="1744503"/>
      </dsp:txXfrm>
    </dsp:sp>
    <dsp:sp modelId="{9894BE2D-056F-4822-91A1-73BD0E54BA9C}">
      <dsp:nvSpPr>
        <dsp:cNvPr id="0" name=""/>
        <dsp:cNvSpPr/>
      </dsp:nvSpPr>
      <dsp:spPr>
        <a:xfrm>
          <a:off x="6773703" y="3160"/>
          <a:ext cx="2907506" cy="1744503"/>
        </a:xfrm>
        <a:prstGeom prst="rect">
          <a:avLst/>
        </a:prstGeom>
        <a:solidFill>
          <a:schemeClr val="accent5">
            <a:hueOff val="187884"/>
            <a:satOff val="18001"/>
            <a:lumOff val="4411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3100" kern="1200"/>
            <a:t>Goal 9: Industry, Innovation, and Infrastructure.</a:t>
          </a:r>
          <a:endParaRPr lang="en-US" sz="3100" kern="1200"/>
        </a:p>
      </dsp:txBody>
      <dsp:txXfrm>
        <a:off x="6773703" y="3160"/>
        <a:ext cx="2907506" cy="1744503"/>
      </dsp:txXfrm>
    </dsp:sp>
    <dsp:sp modelId="{00EC1F86-8205-4AB6-B198-38E5D77A7771}">
      <dsp:nvSpPr>
        <dsp:cNvPr id="0" name=""/>
        <dsp:cNvSpPr/>
      </dsp:nvSpPr>
      <dsp:spPr>
        <a:xfrm>
          <a:off x="1976318" y="2038415"/>
          <a:ext cx="2907506" cy="1744503"/>
        </a:xfrm>
        <a:prstGeom prst="rect">
          <a:avLst/>
        </a:prstGeom>
        <a:solidFill>
          <a:schemeClr val="accent5">
            <a:hueOff val="281825"/>
            <a:satOff val="27001"/>
            <a:lumOff val="6617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3100" kern="1200"/>
            <a:t>Goal 10: Reduced Inequalities.</a:t>
          </a:r>
          <a:endParaRPr lang="en-US" sz="3100" kern="1200"/>
        </a:p>
      </dsp:txBody>
      <dsp:txXfrm>
        <a:off x="1976318" y="2038415"/>
        <a:ext cx="2907506" cy="1744503"/>
      </dsp:txXfrm>
    </dsp:sp>
    <dsp:sp modelId="{6D244760-04CB-4CFE-A7B7-8368529A9B04}">
      <dsp:nvSpPr>
        <dsp:cNvPr id="0" name=""/>
        <dsp:cNvSpPr/>
      </dsp:nvSpPr>
      <dsp:spPr>
        <a:xfrm>
          <a:off x="5174575" y="2038415"/>
          <a:ext cx="2907506" cy="1744503"/>
        </a:xfrm>
        <a:prstGeom prst="rect">
          <a:avLst/>
        </a:prstGeom>
        <a:solidFill>
          <a:schemeClr val="accent5">
            <a:hueOff val="375767"/>
            <a:satOff val="36001"/>
            <a:lumOff val="8823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3100" kern="1200"/>
            <a:t>Goal 17: Partnerships for the Goals.</a:t>
          </a:r>
          <a:endParaRPr lang="en-US" sz="3100" kern="1200"/>
        </a:p>
      </dsp:txBody>
      <dsp:txXfrm>
        <a:off x="5174575" y="2038415"/>
        <a:ext cx="2907506" cy="1744503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1E9D20C-C6D4-4199-808D-73331B376F78}">
      <dsp:nvSpPr>
        <dsp:cNvPr id="0" name=""/>
        <dsp:cNvSpPr/>
      </dsp:nvSpPr>
      <dsp:spPr>
        <a:xfrm>
          <a:off x="377190" y="3160"/>
          <a:ext cx="2907506" cy="1744503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2700" kern="1200"/>
            <a:t>RPi 5 and STM32F303RE</a:t>
          </a:r>
          <a:endParaRPr lang="en-US" sz="2700" kern="1200"/>
        </a:p>
      </dsp:txBody>
      <dsp:txXfrm>
        <a:off x="377190" y="3160"/>
        <a:ext cx="2907506" cy="1744503"/>
      </dsp:txXfrm>
    </dsp:sp>
    <dsp:sp modelId="{2F0B2F38-EBDE-4D9E-B3B1-34E9867EE430}">
      <dsp:nvSpPr>
        <dsp:cNvPr id="0" name=""/>
        <dsp:cNvSpPr/>
      </dsp:nvSpPr>
      <dsp:spPr>
        <a:xfrm>
          <a:off x="3575446" y="3160"/>
          <a:ext cx="2907506" cy="1744503"/>
        </a:xfrm>
        <a:prstGeom prst="rect">
          <a:avLst/>
        </a:prstGeom>
        <a:solidFill>
          <a:schemeClr val="accent2">
            <a:hueOff val="810023"/>
            <a:satOff val="113"/>
            <a:lumOff val="98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2700" kern="1200"/>
            <a:t>Webcam, NRF24L01+, SSD1306, TL082, TL084</a:t>
          </a:r>
          <a:endParaRPr lang="en-US" sz="2700" kern="1200"/>
        </a:p>
      </dsp:txBody>
      <dsp:txXfrm>
        <a:off x="3575446" y="3160"/>
        <a:ext cx="2907506" cy="1744503"/>
      </dsp:txXfrm>
    </dsp:sp>
    <dsp:sp modelId="{A7507362-3739-4577-A020-43958AD093EC}">
      <dsp:nvSpPr>
        <dsp:cNvPr id="0" name=""/>
        <dsp:cNvSpPr/>
      </dsp:nvSpPr>
      <dsp:spPr>
        <a:xfrm>
          <a:off x="6773703" y="3160"/>
          <a:ext cx="2907506" cy="1744503"/>
        </a:xfrm>
        <a:prstGeom prst="rect">
          <a:avLst/>
        </a:prstGeom>
        <a:solidFill>
          <a:schemeClr val="accent2">
            <a:hueOff val="1620045"/>
            <a:satOff val="225"/>
            <a:lumOff val="196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2700" kern="1200"/>
            <a:t>L293D and A4899</a:t>
          </a:r>
          <a:endParaRPr lang="en-US" sz="2700" kern="1200"/>
        </a:p>
      </dsp:txBody>
      <dsp:txXfrm>
        <a:off x="6773703" y="3160"/>
        <a:ext cx="2907506" cy="1744503"/>
      </dsp:txXfrm>
    </dsp:sp>
    <dsp:sp modelId="{F4BD9B74-251C-433A-B96B-06C0D46BDBB8}">
      <dsp:nvSpPr>
        <dsp:cNvPr id="0" name=""/>
        <dsp:cNvSpPr/>
      </dsp:nvSpPr>
      <dsp:spPr>
        <a:xfrm>
          <a:off x="1976318" y="2038415"/>
          <a:ext cx="2907506" cy="1744503"/>
        </a:xfrm>
        <a:prstGeom prst="rect">
          <a:avLst/>
        </a:prstGeom>
        <a:solidFill>
          <a:schemeClr val="accent2">
            <a:hueOff val="2430068"/>
            <a:satOff val="338"/>
            <a:lumOff val="294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2700" kern="1200"/>
            <a:t>FIT0185 and 17HS4401S</a:t>
          </a:r>
          <a:endParaRPr lang="en-US" sz="2700" kern="1200"/>
        </a:p>
      </dsp:txBody>
      <dsp:txXfrm>
        <a:off x="1976318" y="2038415"/>
        <a:ext cx="2907506" cy="1744503"/>
      </dsp:txXfrm>
    </dsp:sp>
    <dsp:sp modelId="{234FABB3-4E9F-4712-880D-5F223A99FB30}">
      <dsp:nvSpPr>
        <dsp:cNvPr id="0" name=""/>
        <dsp:cNvSpPr/>
      </dsp:nvSpPr>
      <dsp:spPr>
        <a:xfrm>
          <a:off x="5174575" y="2038415"/>
          <a:ext cx="2907506" cy="1744503"/>
        </a:xfrm>
        <a:prstGeom prst="rect">
          <a:avLst/>
        </a:prstGeom>
        <a:solidFill>
          <a:schemeClr val="accent2">
            <a:hueOff val="3240090"/>
            <a:satOff val="451"/>
            <a:lumOff val="392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2700" kern="1200"/>
            <a:t>Etch A Sketch – Large, Red</a:t>
          </a:r>
          <a:endParaRPr lang="en-US" sz="2700" kern="1200"/>
        </a:p>
      </dsp:txBody>
      <dsp:txXfrm>
        <a:off x="5174575" y="2038415"/>
        <a:ext cx="2907506" cy="1744503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09CB2E8-CD0A-4655-8106-0CB98B0CEE8C}">
      <dsp:nvSpPr>
        <dsp:cNvPr id="0" name=""/>
        <dsp:cNvSpPr/>
      </dsp:nvSpPr>
      <dsp:spPr>
        <a:xfrm>
          <a:off x="489253" y="1011400"/>
          <a:ext cx="793388" cy="793388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68CB1D6-6134-4FB9-96AE-B190532FAB2E}">
      <dsp:nvSpPr>
        <dsp:cNvPr id="0" name=""/>
        <dsp:cNvSpPr/>
      </dsp:nvSpPr>
      <dsp:spPr>
        <a:xfrm>
          <a:off x="4405" y="2069445"/>
          <a:ext cx="1763085" cy="7052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1600" kern="1200"/>
            <a:t>Raspbian Linux video capture/DSP.</a:t>
          </a:r>
          <a:endParaRPr lang="en-US" sz="1600" kern="1200"/>
        </a:p>
      </dsp:txBody>
      <dsp:txXfrm>
        <a:off x="4405" y="2069445"/>
        <a:ext cx="1763085" cy="705234"/>
      </dsp:txXfrm>
    </dsp:sp>
    <dsp:sp modelId="{87EB297C-7C21-4E0A-909E-F8AC7EAC312D}">
      <dsp:nvSpPr>
        <dsp:cNvPr id="0" name=""/>
        <dsp:cNvSpPr/>
      </dsp:nvSpPr>
      <dsp:spPr>
        <a:xfrm>
          <a:off x="2560879" y="1011400"/>
          <a:ext cx="793388" cy="793388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151A64A-2B92-4D4A-99DC-AF66CB0BEFC1}">
      <dsp:nvSpPr>
        <dsp:cNvPr id="0" name=""/>
        <dsp:cNvSpPr/>
      </dsp:nvSpPr>
      <dsp:spPr>
        <a:xfrm>
          <a:off x="2076031" y="2069445"/>
          <a:ext cx="1763085" cy="7052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1600" kern="1200"/>
            <a:t>RPi 5 and controller communicate bidirectionally.</a:t>
          </a:r>
          <a:endParaRPr lang="en-US" sz="1600" kern="1200"/>
        </a:p>
      </dsp:txBody>
      <dsp:txXfrm>
        <a:off x="2076031" y="2069445"/>
        <a:ext cx="1763085" cy="705234"/>
      </dsp:txXfrm>
    </dsp:sp>
    <dsp:sp modelId="{AE7DA574-7BC6-4D6B-A4E7-D33899A7E589}">
      <dsp:nvSpPr>
        <dsp:cNvPr id="0" name=""/>
        <dsp:cNvSpPr/>
      </dsp:nvSpPr>
      <dsp:spPr>
        <a:xfrm>
          <a:off x="4632505" y="1011400"/>
          <a:ext cx="793388" cy="793388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783C055-488B-41CD-886A-6B9B0B6B7B1D}">
      <dsp:nvSpPr>
        <dsp:cNvPr id="0" name=""/>
        <dsp:cNvSpPr/>
      </dsp:nvSpPr>
      <dsp:spPr>
        <a:xfrm>
          <a:off x="4147657" y="2069445"/>
          <a:ext cx="1763085" cy="7052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1600" kern="1200"/>
            <a:t>C-coded finite state machine.</a:t>
          </a:r>
          <a:endParaRPr lang="en-US" sz="1600" kern="1200"/>
        </a:p>
      </dsp:txBody>
      <dsp:txXfrm>
        <a:off x="4147657" y="2069445"/>
        <a:ext cx="1763085" cy="705234"/>
      </dsp:txXfrm>
    </dsp:sp>
    <dsp:sp modelId="{C53713E0-B2FD-421F-BAC7-9EA0D1E4D89E}">
      <dsp:nvSpPr>
        <dsp:cNvPr id="0" name=""/>
        <dsp:cNvSpPr/>
      </dsp:nvSpPr>
      <dsp:spPr>
        <a:xfrm>
          <a:off x="6704131" y="1011400"/>
          <a:ext cx="793388" cy="793388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2E93003-A371-4D6C-A132-4F1D33034140}">
      <dsp:nvSpPr>
        <dsp:cNvPr id="0" name=""/>
        <dsp:cNvSpPr/>
      </dsp:nvSpPr>
      <dsp:spPr>
        <a:xfrm>
          <a:off x="6219283" y="2069445"/>
          <a:ext cx="1763085" cy="7052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1600" kern="1200" dirty="0"/>
            <a:t>PI-controlled DC motor.</a:t>
          </a:r>
          <a:endParaRPr lang="en-US" sz="1600" kern="1200" dirty="0"/>
        </a:p>
      </dsp:txBody>
      <dsp:txXfrm>
        <a:off x="6219283" y="2069445"/>
        <a:ext cx="1763085" cy="705234"/>
      </dsp:txXfrm>
    </dsp:sp>
    <dsp:sp modelId="{31078DB5-90A6-4493-9227-FF62E5F7944C}">
      <dsp:nvSpPr>
        <dsp:cNvPr id="0" name=""/>
        <dsp:cNvSpPr/>
      </dsp:nvSpPr>
      <dsp:spPr>
        <a:xfrm>
          <a:off x="8775757" y="1011400"/>
          <a:ext cx="793388" cy="793388"/>
        </a:xfrm>
        <a:prstGeom prst="rect">
          <a:avLst/>
        </a:prstGeom>
        <a:blipFill rotWithShape="1">
          <a:blip xmlns:r="http://schemas.openxmlformats.org/officeDocument/2006/relationships"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rcRect/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58EE81C-8770-493B-A694-580DB0D76CCC}">
      <dsp:nvSpPr>
        <dsp:cNvPr id="0" name=""/>
        <dsp:cNvSpPr/>
      </dsp:nvSpPr>
      <dsp:spPr>
        <a:xfrm>
          <a:off x="8290908" y="2069445"/>
          <a:ext cx="1763085" cy="7052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1600" kern="1200"/>
            <a:t>Controller features tunable physical alignment.</a:t>
          </a:r>
          <a:endParaRPr lang="en-US" sz="1600" kern="1200"/>
        </a:p>
      </dsp:txBody>
      <dsp:txXfrm>
        <a:off x="8290908" y="2069445"/>
        <a:ext cx="1763085" cy="705234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56FE60F-7586-4932-808D-36FB8FB4D8D0}">
      <dsp:nvSpPr>
        <dsp:cNvPr id="0" name=""/>
        <dsp:cNvSpPr/>
      </dsp:nvSpPr>
      <dsp:spPr>
        <a:xfrm>
          <a:off x="0" y="4413"/>
          <a:ext cx="6797675" cy="94018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19DFB16-294F-4D7F-9A2A-17C4DE56BE39}">
      <dsp:nvSpPr>
        <dsp:cNvPr id="0" name=""/>
        <dsp:cNvSpPr/>
      </dsp:nvSpPr>
      <dsp:spPr>
        <a:xfrm>
          <a:off x="284404" y="215954"/>
          <a:ext cx="517099" cy="517099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4F4D42D-12C2-4DE3-8286-948BA9EDFB2B}">
      <dsp:nvSpPr>
        <dsp:cNvPr id="0" name=""/>
        <dsp:cNvSpPr/>
      </dsp:nvSpPr>
      <dsp:spPr>
        <a:xfrm>
          <a:off x="1085908" y="4413"/>
          <a:ext cx="5711766" cy="9401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502" tIns="99502" rIns="99502" bIns="99502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1900" kern="1200"/>
            <a:t>RF-Compliant Transceiver Module (EU)</a:t>
          </a:r>
          <a:endParaRPr lang="en-US" sz="1900" kern="1200"/>
        </a:p>
      </dsp:txBody>
      <dsp:txXfrm>
        <a:off x="1085908" y="4413"/>
        <a:ext cx="5711766" cy="940180"/>
      </dsp:txXfrm>
    </dsp:sp>
    <dsp:sp modelId="{EB3BBA2E-AC51-4EDD-BDFE-8A6FE79E2689}">
      <dsp:nvSpPr>
        <dsp:cNvPr id="0" name=""/>
        <dsp:cNvSpPr/>
      </dsp:nvSpPr>
      <dsp:spPr>
        <a:xfrm>
          <a:off x="0" y="1179639"/>
          <a:ext cx="6797675" cy="94018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459CEF3-63A3-4A14-9C08-17BAEC17B57E}">
      <dsp:nvSpPr>
        <dsp:cNvPr id="0" name=""/>
        <dsp:cNvSpPr/>
      </dsp:nvSpPr>
      <dsp:spPr>
        <a:xfrm>
          <a:off x="284404" y="1391180"/>
          <a:ext cx="517099" cy="517099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C3D5714-E3BE-482A-81E2-43ACD4849A00}">
      <dsp:nvSpPr>
        <dsp:cNvPr id="0" name=""/>
        <dsp:cNvSpPr/>
      </dsp:nvSpPr>
      <dsp:spPr>
        <a:xfrm>
          <a:off x="1085908" y="1179639"/>
          <a:ext cx="5711766" cy="9401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502" tIns="99502" rIns="99502" bIns="99502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1900" kern="1200"/>
            <a:t>IEC 62368-1 Compliant Power Supply (+)</a:t>
          </a:r>
          <a:endParaRPr lang="en-US" sz="1900" kern="1200"/>
        </a:p>
      </dsp:txBody>
      <dsp:txXfrm>
        <a:off x="1085908" y="1179639"/>
        <a:ext cx="5711766" cy="940180"/>
      </dsp:txXfrm>
    </dsp:sp>
    <dsp:sp modelId="{BE4C14C9-FE87-41F0-B39A-C407A3767047}">
      <dsp:nvSpPr>
        <dsp:cNvPr id="0" name=""/>
        <dsp:cNvSpPr/>
      </dsp:nvSpPr>
      <dsp:spPr>
        <a:xfrm>
          <a:off x="0" y="2354865"/>
          <a:ext cx="6797675" cy="94018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FC5FA90-ED1A-479B-84DF-871628C3B58E}">
      <dsp:nvSpPr>
        <dsp:cNvPr id="0" name=""/>
        <dsp:cNvSpPr/>
      </dsp:nvSpPr>
      <dsp:spPr>
        <a:xfrm>
          <a:off x="284404" y="2566406"/>
          <a:ext cx="517099" cy="517099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98E6D22-E0E6-43B4-A3F6-01CDD713272F}">
      <dsp:nvSpPr>
        <dsp:cNvPr id="0" name=""/>
        <dsp:cNvSpPr/>
      </dsp:nvSpPr>
      <dsp:spPr>
        <a:xfrm>
          <a:off x="1085908" y="2354865"/>
          <a:ext cx="5711766" cy="9401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502" tIns="99502" rIns="99502" bIns="99502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1900" kern="1200"/>
            <a:t>Additional Copper Ground Buss (Supply)</a:t>
          </a:r>
          <a:endParaRPr lang="en-US" sz="1900" kern="1200"/>
        </a:p>
      </dsp:txBody>
      <dsp:txXfrm>
        <a:off x="1085908" y="2354865"/>
        <a:ext cx="5711766" cy="940180"/>
      </dsp:txXfrm>
    </dsp:sp>
    <dsp:sp modelId="{CA4DA51F-5056-4C02-A067-10548FC1C5B4}">
      <dsp:nvSpPr>
        <dsp:cNvPr id="0" name=""/>
        <dsp:cNvSpPr/>
      </dsp:nvSpPr>
      <dsp:spPr>
        <a:xfrm>
          <a:off x="0" y="3530091"/>
          <a:ext cx="6797675" cy="94018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A0B9439-1C32-4390-BDC6-4B54CB9D1F81}">
      <dsp:nvSpPr>
        <dsp:cNvPr id="0" name=""/>
        <dsp:cNvSpPr/>
      </dsp:nvSpPr>
      <dsp:spPr>
        <a:xfrm>
          <a:off x="284404" y="3741632"/>
          <a:ext cx="517099" cy="517099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1146804-FE47-426C-96A7-63A290228246}">
      <dsp:nvSpPr>
        <dsp:cNvPr id="0" name=""/>
        <dsp:cNvSpPr/>
      </dsp:nvSpPr>
      <dsp:spPr>
        <a:xfrm>
          <a:off x="1085908" y="3530091"/>
          <a:ext cx="5711766" cy="9401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502" tIns="99502" rIns="99502" bIns="99502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1900" kern="1200"/>
            <a:t>Cable Routing by Signal Speed</a:t>
          </a:r>
          <a:endParaRPr lang="en-US" sz="1900" kern="1200"/>
        </a:p>
      </dsp:txBody>
      <dsp:txXfrm>
        <a:off x="1085908" y="3530091"/>
        <a:ext cx="5711766" cy="940180"/>
      </dsp:txXfrm>
    </dsp:sp>
    <dsp:sp modelId="{6BE193A8-386D-4315-9262-7BE20AC8745F}">
      <dsp:nvSpPr>
        <dsp:cNvPr id="0" name=""/>
        <dsp:cNvSpPr/>
      </dsp:nvSpPr>
      <dsp:spPr>
        <a:xfrm>
          <a:off x="0" y="4705317"/>
          <a:ext cx="6797675" cy="94018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46FDEA3-AC87-4F85-BE4F-EADE221B5C62}">
      <dsp:nvSpPr>
        <dsp:cNvPr id="0" name=""/>
        <dsp:cNvSpPr/>
      </dsp:nvSpPr>
      <dsp:spPr>
        <a:xfrm>
          <a:off x="284404" y="4916857"/>
          <a:ext cx="517099" cy="517099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7E2FF1B-90ED-4401-9907-4C855C3EAF32}">
      <dsp:nvSpPr>
        <dsp:cNvPr id="0" name=""/>
        <dsp:cNvSpPr/>
      </dsp:nvSpPr>
      <dsp:spPr>
        <a:xfrm>
          <a:off x="1085908" y="4705317"/>
          <a:ext cx="5711766" cy="9401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502" tIns="99502" rIns="99502" bIns="99502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1900" kern="1200"/>
            <a:t>Cable Routing by Power</a:t>
          </a:r>
          <a:endParaRPr lang="en-US" sz="1900" kern="1200"/>
        </a:p>
      </dsp:txBody>
      <dsp:txXfrm>
        <a:off x="1085908" y="4705317"/>
        <a:ext cx="5711766" cy="940180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09B52F5-2ECE-42BA-8F60-8106691D2929}">
      <dsp:nvSpPr>
        <dsp:cNvPr id="0" name=""/>
        <dsp:cNvSpPr/>
      </dsp:nvSpPr>
      <dsp:spPr>
        <a:xfrm>
          <a:off x="0" y="1571"/>
          <a:ext cx="10058399" cy="796407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4D8766F-CD59-4C13-B895-F97D6D59CCEA}">
      <dsp:nvSpPr>
        <dsp:cNvPr id="0" name=""/>
        <dsp:cNvSpPr/>
      </dsp:nvSpPr>
      <dsp:spPr>
        <a:xfrm>
          <a:off x="240913" y="180763"/>
          <a:ext cx="438024" cy="438024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CD9E5D7-DE98-4E70-BF3F-0ADDC3DC55FB}">
      <dsp:nvSpPr>
        <dsp:cNvPr id="0" name=""/>
        <dsp:cNvSpPr/>
      </dsp:nvSpPr>
      <dsp:spPr>
        <a:xfrm>
          <a:off x="919851" y="1571"/>
          <a:ext cx="9138548" cy="79640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4286" tIns="84286" rIns="84286" bIns="84286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2200" kern="1200"/>
            <a:t>FIT0185 High-Torque Geared Motor</a:t>
          </a:r>
          <a:endParaRPr lang="en-US" sz="2200" kern="1200"/>
        </a:p>
      </dsp:txBody>
      <dsp:txXfrm>
        <a:off x="919851" y="1571"/>
        <a:ext cx="9138548" cy="796407"/>
      </dsp:txXfrm>
    </dsp:sp>
    <dsp:sp modelId="{6B6C7B39-2339-4C54-AA67-E060F8682AC6}">
      <dsp:nvSpPr>
        <dsp:cNvPr id="0" name=""/>
        <dsp:cNvSpPr/>
      </dsp:nvSpPr>
      <dsp:spPr>
        <a:xfrm>
          <a:off x="0" y="997081"/>
          <a:ext cx="10058399" cy="796407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5F0951D-D95A-4F64-84A2-DDCDF311F209}">
      <dsp:nvSpPr>
        <dsp:cNvPr id="0" name=""/>
        <dsp:cNvSpPr/>
      </dsp:nvSpPr>
      <dsp:spPr>
        <a:xfrm>
          <a:off x="240913" y="1176272"/>
          <a:ext cx="438024" cy="438024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9E4DA1F-5CFD-45AB-AD5A-4FA631713472}">
      <dsp:nvSpPr>
        <dsp:cNvPr id="0" name=""/>
        <dsp:cNvSpPr/>
      </dsp:nvSpPr>
      <dsp:spPr>
        <a:xfrm>
          <a:off x="919851" y="997081"/>
          <a:ext cx="9138548" cy="79640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4286" tIns="84286" rIns="84286" bIns="84286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2200" kern="1200"/>
            <a:t>Moment of Inertia Not Available</a:t>
          </a:r>
          <a:endParaRPr lang="en-US" sz="2200" kern="1200"/>
        </a:p>
      </dsp:txBody>
      <dsp:txXfrm>
        <a:off x="919851" y="997081"/>
        <a:ext cx="9138548" cy="796407"/>
      </dsp:txXfrm>
    </dsp:sp>
    <dsp:sp modelId="{4C6AC03F-9E1C-459F-A78C-E1B39FCDCD45}">
      <dsp:nvSpPr>
        <dsp:cNvPr id="0" name=""/>
        <dsp:cNvSpPr/>
      </dsp:nvSpPr>
      <dsp:spPr>
        <a:xfrm>
          <a:off x="0" y="1992590"/>
          <a:ext cx="10058399" cy="796407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02C4737-8620-4B99-A470-1221A9683739}">
      <dsp:nvSpPr>
        <dsp:cNvPr id="0" name=""/>
        <dsp:cNvSpPr/>
      </dsp:nvSpPr>
      <dsp:spPr>
        <a:xfrm>
          <a:off x="240913" y="2171782"/>
          <a:ext cx="438024" cy="438024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EC87DB8-9D79-4CED-A720-DD4E83D50314}">
      <dsp:nvSpPr>
        <dsp:cNvPr id="0" name=""/>
        <dsp:cNvSpPr/>
      </dsp:nvSpPr>
      <dsp:spPr>
        <a:xfrm>
          <a:off x="919851" y="1992590"/>
          <a:ext cx="9138548" cy="79640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4286" tIns="84286" rIns="84286" bIns="84286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2200" kern="1200"/>
            <a:t>Calculated Approximate Value Using Datasheet</a:t>
          </a:r>
          <a:endParaRPr lang="en-US" sz="2200" kern="1200"/>
        </a:p>
      </dsp:txBody>
      <dsp:txXfrm>
        <a:off x="919851" y="1992590"/>
        <a:ext cx="9138548" cy="796407"/>
      </dsp:txXfrm>
    </dsp:sp>
    <dsp:sp modelId="{7B7D0808-DACB-42DE-9E5B-45E15588DA9F}">
      <dsp:nvSpPr>
        <dsp:cNvPr id="0" name=""/>
        <dsp:cNvSpPr/>
      </dsp:nvSpPr>
      <dsp:spPr>
        <a:xfrm>
          <a:off x="0" y="2988100"/>
          <a:ext cx="10058399" cy="796407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959C709-7B40-46B7-89E6-B1FE51540CE6}">
      <dsp:nvSpPr>
        <dsp:cNvPr id="0" name=""/>
        <dsp:cNvSpPr/>
      </dsp:nvSpPr>
      <dsp:spPr>
        <a:xfrm>
          <a:off x="240913" y="3167292"/>
          <a:ext cx="438024" cy="438024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B5FBC01-2F83-4937-8319-EB0D330395B7}">
      <dsp:nvSpPr>
        <dsp:cNvPr id="0" name=""/>
        <dsp:cNvSpPr/>
      </dsp:nvSpPr>
      <dsp:spPr>
        <a:xfrm>
          <a:off x="919851" y="2988100"/>
          <a:ext cx="9138548" cy="79640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4286" tIns="84286" rIns="84286" bIns="84286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2200" kern="1200"/>
            <a:t>Motor Torque Exceeds Meter Limit</a:t>
          </a:r>
          <a:endParaRPr lang="en-US" sz="2200" kern="1200"/>
        </a:p>
      </dsp:txBody>
      <dsp:txXfrm>
        <a:off x="919851" y="2988100"/>
        <a:ext cx="9138548" cy="796407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217B2ED-4468-4248-9DDD-4C78D00AE4FC}">
      <dsp:nvSpPr>
        <dsp:cNvPr id="0" name=""/>
        <dsp:cNvSpPr/>
      </dsp:nvSpPr>
      <dsp:spPr>
        <a:xfrm>
          <a:off x="344932" y="759090"/>
          <a:ext cx="812133" cy="812133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556DC30-C45E-4F26-A1D4-359489F31308}">
      <dsp:nvSpPr>
        <dsp:cNvPr id="0" name=""/>
        <dsp:cNvSpPr/>
      </dsp:nvSpPr>
      <dsp:spPr>
        <a:xfrm>
          <a:off x="515480" y="929638"/>
          <a:ext cx="471037" cy="47103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5D50EA1-E8AB-4DCF-B769-E38787822E3F}">
      <dsp:nvSpPr>
        <dsp:cNvPr id="0" name=""/>
        <dsp:cNvSpPr/>
      </dsp:nvSpPr>
      <dsp:spPr>
        <a:xfrm>
          <a:off x="1331094" y="759090"/>
          <a:ext cx="1914313" cy="81213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1700" kern="1200"/>
            <a:t>Torque, Torsion, Tolerance, and Alignment</a:t>
          </a:r>
          <a:endParaRPr lang="en-US" sz="1700" kern="1200"/>
        </a:p>
      </dsp:txBody>
      <dsp:txXfrm>
        <a:off x="1331094" y="759090"/>
        <a:ext cx="1914313" cy="812133"/>
      </dsp:txXfrm>
    </dsp:sp>
    <dsp:sp modelId="{4DDB7C99-2952-4B47-86AF-17F8496C1588}">
      <dsp:nvSpPr>
        <dsp:cNvPr id="0" name=""/>
        <dsp:cNvSpPr/>
      </dsp:nvSpPr>
      <dsp:spPr>
        <a:xfrm>
          <a:off x="3578962" y="759090"/>
          <a:ext cx="812133" cy="812133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9E9BA1D-346B-42C8-936E-1F74C00AFBAC}">
      <dsp:nvSpPr>
        <dsp:cNvPr id="0" name=""/>
        <dsp:cNvSpPr/>
      </dsp:nvSpPr>
      <dsp:spPr>
        <a:xfrm>
          <a:off x="3749510" y="929638"/>
          <a:ext cx="471037" cy="47103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056C9F3-C5AB-4D1B-869C-35A2C5314BAD}">
      <dsp:nvSpPr>
        <dsp:cNvPr id="0" name=""/>
        <dsp:cNvSpPr/>
      </dsp:nvSpPr>
      <dsp:spPr>
        <a:xfrm>
          <a:off x="4565123" y="759090"/>
          <a:ext cx="1914313" cy="81213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1700" kern="1200"/>
            <a:t>STM32, RPI5, Signal Generator, Oscilloscope</a:t>
          </a:r>
          <a:endParaRPr lang="en-US" sz="1700" kern="1200"/>
        </a:p>
      </dsp:txBody>
      <dsp:txXfrm>
        <a:off x="4565123" y="759090"/>
        <a:ext cx="1914313" cy="812133"/>
      </dsp:txXfrm>
    </dsp:sp>
    <dsp:sp modelId="{0C337F3C-670B-480C-95EC-FC6C35C6D709}">
      <dsp:nvSpPr>
        <dsp:cNvPr id="0" name=""/>
        <dsp:cNvSpPr/>
      </dsp:nvSpPr>
      <dsp:spPr>
        <a:xfrm>
          <a:off x="6812992" y="759090"/>
          <a:ext cx="812133" cy="812133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CF30942-AF70-41CB-B2A5-D66CD726B545}">
      <dsp:nvSpPr>
        <dsp:cNvPr id="0" name=""/>
        <dsp:cNvSpPr/>
      </dsp:nvSpPr>
      <dsp:spPr>
        <a:xfrm>
          <a:off x="6983540" y="929638"/>
          <a:ext cx="471037" cy="471037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99D102D-9EA9-49E5-BC3D-39A5B9BCDF51}">
      <dsp:nvSpPr>
        <dsp:cNvPr id="0" name=""/>
        <dsp:cNvSpPr/>
      </dsp:nvSpPr>
      <dsp:spPr>
        <a:xfrm>
          <a:off x="7799153" y="759090"/>
          <a:ext cx="1914313" cy="81213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1700" kern="1200" dirty="0"/>
            <a:t>Quadrature Encoder, STM Encoder Mode</a:t>
          </a:r>
          <a:endParaRPr lang="en-US" sz="1700" kern="1200" dirty="0"/>
        </a:p>
      </dsp:txBody>
      <dsp:txXfrm>
        <a:off x="7799153" y="759090"/>
        <a:ext cx="1914313" cy="812133"/>
      </dsp:txXfrm>
    </dsp:sp>
    <dsp:sp modelId="{1122CDFD-4C6B-4504-9341-A67482E5B73D}">
      <dsp:nvSpPr>
        <dsp:cNvPr id="0" name=""/>
        <dsp:cNvSpPr/>
      </dsp:nvSpPr>
      <dsp:spPr>
        <a:xfrm>
          <a:off x="344932" y="2214856"/>
          <a:ext cx="812133" cy="812133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5EF52AB-C3D8-4B08-B4B8-61330BE1DDA7}">
      <dsp:nvSpPr>
        <dsp:cNvPr id="0" name=""/>
        <dsp:cNvSpPr/>
      </dsp:nvSpPr>
      <dsp:spPr>
        <a:xfrm>
          <a:off x="515480" y="2385404"/>
          <a:ext cx="471037" cy="471037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BCC3EA5-938D-4AEE-8413-C4A1A80D97E2}">
      <dsp:nvSpPr>
        <dsp:cNvPr id="0" name=""/>
        <dsp:cNvSpPr/>
      </dsp:nvSpPr>
      <dsp:spPr>
        <a:xfrm>
          <a:off x="1331094" y="2214856"/>
          <a:ext cx="1914313" cy="81213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1700" kern="1200"/>
            <a:t>MATLAB PI Design, Electronic Implementation</a:t>
          </a:r>
          <a:endParaRPr lang="en-US" sz="1700" kern="1200"/>
        </a:p>
      </dsp:txBody>
      <dsp:txXfrm>
        <a:off x="1331094" y="2214856"/>
        <a:ext cx="1914313" cy="812133"/>
      </dsp:txXfrm>
    </dsp:sp>
    <dsp:sp modelId="{1AEBB901-243E-4D00-9BFE-2151FE025759}">
      <dsp:nvSpPr>
        <dsp:cNvPr id="0" name=""/>
        <dsp:cNvSpPr/>
      </dsp:nvSpPr>
      <dsp:spPr>
        <a:xfrm>
          <a:off x="3578962" y="2214856"/>
          <a:ext cx="812133" cy="812133"/>
        </a:xfrm>
        <a:prstGeom prst="ellips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C9F61CB-3826-41AC-AB8E-8E0B62E38FFF}">
      <dsp:nvSpPr>
        <dsp:cNvPr id="0" name=""/>
        <dsp:cNvSpPr/>
      </dsp:nvSpPr>
      <dsp:spPr>
        <a:xfrm>
          <a:off x="3749510" y="2385404"/>
          <a:ext cx="471037" cy="471037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D935475-C64D-491A-A8A3-4FE17C69690C}">
      <dsp:nvSpPr>
        <dsp:cNvPr id="0" name=""/>
        <dsp:cNvSpPr/>
      </dsp:nvSpPr>
      <dsp:spPr>
        <a:xfrm>
          <a:off x="4565123" y="2214856"/>
          <a:ext cx="1914313" cy="81213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1700" kern="1200"/>
            <a:t>MATLAB Oscilloscope Plotter Script</a:t>
          </a:r>
          <a:endParaRPr lang="en-US" sz="1700" kern="1200"/>
        </a:p>
      </dsp:txBody>
      <dsp:txXfrm>
        <a:off x="4565123" y="2214856"/>
        <a:ext cx="1914313" cy="812133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E090A7D-626B-4041-93D1-3372CEF5C042}">
      <dsp:nvSpPr>
        <dsp:cNvPr id="0" name=""/>
        <dsp:cNvSpPr/>
      </dsp:nvSpPr>
      <dsp:spPr>
        <a:xfrm>
          <a:off x="41812" y="531184"/>
          <a:ext cx="888857" cy="888857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957C091-E029-4772-BFF7-73613F83F8AD}">
      <dsp:nvSpPr>
        <dsp:cNvPr id="0" name=""/>
        <dsp:cNvSpPr/>
      </dsp:nvSpPr>
      <dsp:spPr>
        <a:xfrm>
          <a:off x="228472" y="717844"/>
          <a:ext cx="515537" cy="51553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9AA9215-7A53-4028-AE08-306C0998F515}">
      <dsp:nvSpPr>
        <dsp:cNvPr id="0" name=""/>
        <dsp:cNvSpPr/>
      </dsp:nvSpPr>
      <dsp:spPr>
        <a:xfrm>
          <a:off x="1121139" y="531184"/>
          <a:ext cx="2095164" cy="88885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1900" kern="1200"/>
            <a:t>Scrap Plywood: an Engineered Material</a:t>
          </a:r>
          <a:endParaRPr lang="en-US" sz="1900" kern="1200"/>
        </a:p>
      </dsp:txBody>
      <dsp:txXfrm>
        <a:off x="1121139" y="531184"/>
        <a:ext cx="2095164" cy="888857"/>
      </dsp:txXfrm>
    </dsp:sp>
    <dsp:sp modelId="{A948A202-57DE-4D3D-AC4B-398BFBBD2E53}">
      <dsp:nvSpPr>
        <dsp:cNvPr id="0" name=""/>
        <dsp:cNvSpPr/>
      </dsp:nvSpPr>
      <dsp:spPr>
        <a:xfrm>
          <a:off x="3581370" y="531184"/>
          <a:ext cx="888857" cy="888857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9DB1C0B-AA11-47C3-ADA6-65A2F02821B4}">
      <dsp:nvSpPr>
        <dsp:cNvPr id="0" name=""/>
        <dsp:cNvSpPr/>
      </dsp:nvSpPr>
      <dsp:spPr>
        <a:xfrm>
          <a:off x="3768030" y="717844"/>
          <a:ext cx="515537" cy="51553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B44885A-48FC-4F38-93DF-F4D71F6A3ECE}">
      <dsp:nvSpPr>
        <dsp:cNvPr id="0" name=""/>
        <dsp:cNvSpPr/>
      </dsp:nvSpPr>
      <dsp:spPr>
        <a:xfrm>
          <a:off x="4660697" y="531184"/>
          <a:ext cx="2095164" cy="88885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1900" kern="1200"/>
            <a:t>Low-Friction Bearing Reduces Load</a:t>
          </a:r>
          <a:endParaRPr lang="en-US" sz="1900" kern="1200"/>
        </a:p>
      </dsp:txBody>
      <dsp:txXfrm>
        <a:off x="4660697" y="531184"/>
        <a:ext cx="2095164" cy="888857"/>
      </dsp:txXfrm>
    </dsp:sp>
    <dsp:sp modelId="{89F95B35-38A4-4224-8608-2794DE7FDF94}">
      <dsp:nvSpPr>
        <dsp:cNvPr id="0" name=""/>
        <dsp:cNvSpPr/>
      </dsp:nvSpPr>
      <dsp:spPr>
        <a:xfrm>
          <a:off x="41812" y="2380527"/>
          <a:ext cx="888857" cy="888857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9BD883B-9493-41A7-A2F2-59D46604B1AF}">
      <dsp:nvSpPr>
        <dsp:cNvPr id="0" name=""/>
        <dsp:cNvSpPr/>
      </dsp:nvSpPr>
      <dsp:spPr>
        <a:xfrm>
          <a:off x="228472" y="2567187"/>
          <a:ext cx="515537" cy="515537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C9B413E-3FA1-47D0-A2C2-7A3160E3F04C}">
      <dsp:nvSpPr>
        <dsp:cNvPr id="0" name=""/>
        <dsp:cNvSpPr/>
      </dsp:nvSpPr>
      <dsp:spPr>
        <a:xfrm>
          <a:off x="1121139" y="2380527"/>
          <a:ext cx="2095164" cy="88885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1900" kern="1200"/>
            <a:t>Soft Rubber Rollers Grip Controls</a:t>
          </a:r>
          <a:endParaRPr lang="en-US" sz="1900" kern="1200"/>
        </a:p>
      </dsp:txBody>
      <dsp:txXfrm>
        <a:off x="1121139" y="2380527"/>
        <a:ext cx="2095164" cy="888857"/>
      </dsp:txXfrm>
    </dsp:sp>
    <dsp:sp modelId="{615453D8-9FC9-4069-B0FB-847C560AAD3F}">
      <dsp:nvSpPr>
        <dsp:cNvPr id="0" name=""/>
        <dsp:cNvSpPr/>
      </dsp:nvSpPr>
      <dsp:spPr>
        <a:xfrm>
          <a:off x="3581370" y="2380527"/>
          <a:ext cx="888857" cy="888857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98F0249-4550-4E10-844B-F44F358E66D0}">
      <dsp:nvSpPr>
        <dsp:cNvPr id="0" name=""/>
        <dsp:cNvSpPr/>
      </dsp:nvSpPr>
      <dsp:spPr>
        <a:xfrm>
          <a:off x="3768030" y="2567187"/>
          <a:ext cx="515537" cy="515537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EC7D937-6953-4349-B34A-0CC6B911603B}">
      <dsp:nvSpPr>
        <dsp:cNvPr id="0" name=""/>
        <dsp:cNvSpPr/>
      </dsp:nvSpPr>
      <dsp:spPr>
        <a:xfrm>
          <a:off x="4660697" y="2380527"/>
          <a:ext cx="2095164" cy="88885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1900" kern="1200"/>
            <a:t>Enables Aggressive Conservancy Measures, Safely</a:t>
          </a:r>
          <a:endParaRPr lang="en-US" sz="1900" kern="1200"/>
        </a:p>
      </dsp:txBody>
      <dsp:txXfrm>
        <a:off x="4660697" y="2380527"/>
        <a:ext cx="2095164" cy="888857"/>
      </dsp:txXfrm>
    </dsp:sp>
    <dsp:sp modelId="{F03E6DE9-A3DB-41BE-B942-8A2C933CCE81}">
      <dsp:nvSpPr>
        <dsp:cNvPr id="0" name=""/>
        <dsp:cNvSpPr/>
      </dsp:nvSpPr>
      <dsp:spPr>
        <a:xfrm>
          <a:off x="41812" y="4229869"/>
          <a:ext cx="888857" cy="888857"/>
        </a:xfrm>
        <a:prstGeom prst="ellips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40D6AD7-0D0F-402A-BC61-240C8C98B6FB}">
      <dsp:nvSpPr>
        <dsp:cNvPr id="0" name=""/>
        <dsp:cNvSpPr/>
      </dsp:nvSpPr>
      <dsp:spPr>
        <a:xfrm>
          <a:off x="228472" y="4416529"/>
          <a:ext cx="515537" cy="515537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EC38DCB-E5C5-4679-A1E3-9E5ECABCC17A}">
      <dsp:nvSpPr>
        <dsp:cNvPr id="0" name=""/>
        <dsp:cNvSpPr/>
      </dsp:nvSpPr>
      <dsp:spPr>
        <a:xfrm>
          <a:off x="1121139" y="4229869"/>
          <a:ext cx="2095164" cy="88885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1900" kern="1200"/>
            <a:t>Remote-Physical Connection Reduces Waste</a:t>
          </a:r>
          <a:endParaRPr lang="en-US" sz="1900" kern="1200"/>
        </a:p>
      </dsp:txBody>
      <dsp:txXfrm>
        <a:off x="1121139" y="4229869"/>
        <a:ext cx="2095164" cy="88885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dev"/>
          <inkml:channel name="Y" type="integer" min="-2.14748E9" max="2.14748E9" units="dev"/>
          <inkml:channel name="F" type="integer" max="32767" units="dev"/>
        </inkml:traceFormat>
        <inkml:channelProperties>
          <inkml:channelProperty channel="X" name="resolution" value="1000" units="1/dev"/>
          <inkml:channelProperty channel="Y" name="resolution" value="1000" units="1/dev"/>
          <inkml:channelProperty channel="F" name="resolution" value="0" units="1/dev"/>
        </inkml:channelProperties>
      </inkml:inkSource>
      <inkml:timestamp xml:id="ts0" timeString="2025-12-04T01:28:33.3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41938 10029 6073,'0'0'0,"0"0"1464,0-1-152,0-1-191,0 1-105,-1 1-1016,1-2 1096,0-1 96,0 0 33,-1 1 31,0 0-48,1-2-80,0 3-1128,-1 0 1057,1-4-129,-1 3-104,1-3-24,-1 4-72,1-4-40,-1 4-688,1 0 641,-2-3-97,0 2-72,1 1-40,-1-1-32,0 1-48,2 1-352,-4-1 312,2 1-80,-2 0 0,2 1 0,-3 1 32,0 2-16,4-3-248,-4 3 144,-1 2-24,-2 1-80,1 1 64,-1 2 32,0 1-31,7-9-105,-7 8 160,1 3-72,-1 0 0,1 0 8,1 1-88,-1-1 72,7-11-80,-4 9 16,0 3-16,2-3 0,0 0 0,0-1 72,2 0-40,0-9-32,-1 7 16,1 2-64,0-1-40,2 0 72,2-1 16,-3 1 0,0-8 0,4 6 0,0 1-88,0-2-16,1 0 0,0 0-48,1-2 7,-7-4 145,7 4-256,0-2-112,1 3-40,0-4-56,1 0-24,1 1-64,-9-2 552,8 1-632,1-1-112,0 0-113,0 0 17,0 0-104,0-1-16,-9 1 960,8-2-1064,2 1-153,-1-1-103,-1 0-144,0-2-193,-1 3-159,-7 0 1816,6-3-1968,-1 2 31,1-3 377,-2 3 424,0-4 335,-4 2 81,0 4 720,4-4-2776,-5 4 2776</inkml:trace>
  <inkml:trace contextRef="#ctx0" brushRef="#br0">41974 10157 8377,'0'0'0,"-1"0"2529,-2 0-273,-2 0-2256,5 0 1673,-5 0-313,0 0-264,-1 0-128,1 0-127,-1 0-145,1 0-696,5 0 576,-6 0-80,2 0-128,0 0-48,1 0 48,-1 0-40,3 0-328,1 0 360,-1 0-112,-1 0-96,1 0-72,0 0-16,1 0 16,0 0-80,0 0 88,2 0-24,2 0-80,-2 0 8,3 0 16,0 0 33,-1 0-41,-3 0 56,4 0-16,2 0-64,1 0-32,2 0 72,1 0-16,1 0 0,-12 0 24,11 0 32,-2 0-32,0 0 8,-1 0 32,-1 0-8,0 1-56,-7-1-16,7 1 8,-2 0-48,0 0 24,-1 0 64,-2 4-24,2-5-8,-4 0 56,2 4 24,0-3-8,2 1 24,-4 0 112,1 2-16,0-3-192,-1-1 232,0 5 48,0-4-112,0 5 16,0-5 8,0 5-48,0-2-144,0-4 184,0 5 0,0-2-96,-1 1-24,-1 1 24,1-1-48,0 0-40,1-3 16,-1 0 56,0 5-96,0-5 24,0 5 96,0-4-112,0 2 16,1-3 0,0 0 0,-1 4-112,0-4 0,1 4-32,-1-3-168,1 1 312,0-2-424,-1 1-104,1 2-232,0-2-65,0 2-55,0-3-192,0 3 1072,0-3-1200,0 1-209,0 3-375,0-5-416,0 5-505,1-4-216,0 2 2921,-1-2-2312,2 0 648,2 0 511,-3 0-1655,-1-1 2808</inkml:trace>
  <inkml:trace contextRef="#ctx0" brushRef="#br0">42278 10120 4192,'0'0'0,"-1"0"1481,0 0-185,0 0 376,0 0 249,0-1-49,0 1-1872,1 0 1761,-1 0-177,0-1-200,-1 1-160,2 0-79,-2-1-105,1 1-1040,1 0 912,-2 0-120,0 0-136,1 0-135,-1 0-17,-2 0-64,3 0-440,0 0 360,-1 0-120,-2 0-32,3 2-48,-1-1-8,1 0 32,-1 0-184,1 0 144,-1 1-64,0-1-8,0 1-16,1-1 16,-1 1-16,1-2-56,0 1 88,0 1-16,-1-1-88,2 0 32,-1 1 16,1 0-8,0-2-24,0 1 64,0 0-56,0 1-48,1-1 8,0 1 48,1-1 0,-2 0-16,1 0 32,1 0-32,3 0-32,-4 1 32,4-1 0,-4 1-16,1-2 16,0 1 56,0 1-56,4-1-8,-5 0 16,4 1-8,-3 0 16,0-2-16,1 1 48,-2 1-48,4 0-16,-3 2 16,2-3 0,-2 3 16,0-3-16,1-1 8,-2 5 8,4-5-40,-4 5 32,4-5 24,-4 5-16,1-5-16,0 1 40,-1 3-56,4-2-24,-4 3 56,0-4-48,0 4 80,0-5-48,0 1 24,-1 3-24,2-2 0,-2 2-16,0-3 16,0 3 16,0-3-16,0 0 48,-1 3-48,0-3-48,-1 0 24,1 3-24,-1-3-24,0 0 72,-1 0-112,2 1-176,-1-1-168,-3 1-104,4 0-152,-3-2-96,3 1 808,0-1-969,-4 2-255,3-2-280,-2 0-305,3 0-455,-1 0-505,0-1 2769,0 0-3248,0 0 591,-2-4 737,2 3 655,-3-5 361,3 1-1448,2 5 2352,0 2 0</inkml:trace>
  <inkml:trace contextRef="#ctx0" brushRef="#br0">42198 10101 8953,'0'0'0,"0"0"2361,-1 0-529,0 0-1832,0 0 1481,-4 1-137,3 0-48,-4 0-56,2 1-103,-1 0-105,4-2-1032,-3 4 912,-1-3-208,0 5-144,-1-1-104,0 0-119,1 0-65,3-3-272,-2 2 192,-1 2-96,0-1-56,3 1-8,-3-1 8,4 1 32,1-5-72,-1 2 40,-1 2-72,1-1-64,1 1-104,-1-1-176,1 0-161,0-3 537,0 2-792,0 2-248,1-2-224,1 2-273,2-1-335,-2 1-432,-2-4 2304,6 3-2681,0 1-72,0-1 553,1 1 688,0-1 455,1-2-1951,-7-2 3008,-2 0 0</inkml:trace>
  <inkml:trace contextRef="#ctx0" brushRef="#br0">42413 10103 11938,'0'0'0,"0"-1"3281,0 1-2025,-1 0-520,0 0-144,0 0-80,0 0-87,1 0-425,-1 0 328,1 0-96,0 0 24,-1 1 96,1 0 32,0 1 88,0-2-472,0 2 472,0-1-56,0 3-64,1-3-24,0 4-80,1-4 8,-2-1-256,4 5 256,-3-4-96,3 4 33,-3-3-17,4 4 0,-5-5-16,0-1-160,5 6 168,-4-5-96,4 5-24,-4-4 80,4 4-32,-4-5-96,-1-1 136,4 6 8,-3-2-104,4 1 0,-3 0 32,2 0 0,-3 0-72,-1-5 120,4 5 8,-3 1-56,3 1-16,-2-1 24,-1 2 8,0-2-88,0-6 128,0 7 16,1-2-104,-1 1 16,-1-1 16,0 0 16,0-1-88,0-4 80,0 5-32,0 0-48,-1-1-48,-1 0 80,0-2-8,1 3-24,1-5 16,-4 2 16,2 3-120,-3-3-96,3 4-72,-1-5-208,1 3 464,1-4-712,0 1-312,-4 1-449,4 0-511,-1-1-697,0 0-1016,0 0 3697,2-1-4048,-2 0 991,0 0 896,0 0 713,0 0-896,2 0 2344</inkml:trace>
  <inkml:trace contextRef="#ctx0" brushRef="#br0">42692 10157 17771,'0'0'0,"0"0"1913,0 0-1217,0 0-696,0 0 488,0 0-56,0 0-16,1-1-48,0 1-120,0-1 32,0 1-280,-1 0 248,2-1 24,-1 1-72,1-1-31,2 0-25,-3 1-24,2 0-120,-2-1 144,0 1-40,4 0-64,-4 0-40,5 0 16,-1 0 0,-2 0-16,-2 0 40,4 0 0,0 0-56,-1 0-64,1 0-152,0 0-96,-2 0 328,-1 0-473,3 0-167,0 0-168,-1 0-248,1 1-264,-1-1-377,0 1 1697,-2 0-2320,3-1-705,0 1-240,0-1 657,0 1 799,0-1 497,-1 0 1312,-3 1-2488,-1-1 2488</inkml:trace>
  <inkml:trace contextRef="#ctx0" brushRef="#br0">42774 10215 11394,'0'0'0,"-1"0"8162,0 0-6162,0 0-2000,1 0 920,-5-1-304,4 1-119,-2 0-81,1-1-80,1 0-40,0 1-296,0 0 152,0-1-24,0 1-48,1 0-8,0-1 64,0 0 48,0 1-184,0 0 144,1 0-64,0-1-32,3 0-40,-2 0 40,2 1 24,-1 0-72,-1-1 56,2 0-56,0 1-56,2-1-64,0-1-72,1 2-136,-3-1 328,0 0-544,5 0-296,1 1-385,0-1-503,-1 1-681,0-1-1071,-5 1 3480,0 0-4289,5-1 832,-1 1 936,0-1 849,0 1-760,-8 0 2432</inkml:trace>
  <inkml:trace contextRef="#ctx0" brushRef="#br0">43072 9713 10914,'0'0'0,"0"-1"1896,0 1-976,0 0-215,-1-1 15,1 0 112,0 1-832,0 0 864,0 0-40,0 0 8,0 2-31,-1 3-17,1-4-40,0 0-744,-1 5 656,1 1-64,-1 4-80,0 3-40,-1 3-39,0 1-73,2-16-360,-1 14 264,-1 1-112,1-1-16,0-1-40,0 0-56,0-3 72,1-10-112,0 9 56,0-1-24,2-1 8,2-2-16,-3-1-8,6 1 0,-6-7-16,3 4 56,1 0-96,1-2 8,1 0 48,-1-1-48,1-1 64,-6 0-32,4 0 16,2 0-32,0-2-24,0-2-8,-1 2 24,0-5 24,-5 7 0,6-6 0,-1 1-72,1-3-24,0 1 24,-1-2 8,1 1 64,-7 8 0,6-8-32,0-1-32,0 3-8,-1 0 48,0 1-32,-1 0 24,-4 5 32,2-1-8,2-2-88,-2 1 8,2 1 24,-3 1-32,1-1 112,-2 1-16,1 0 0,4 0-32,-4 1 8,0 1 8,1 2 40,2-3 24,-4 0-48,1 4 80,1 0-64,-1 2 8,3 1 56,-3 1 32,4 0-112,-5-9 152,2 9 16,2-1-64,-2 0 8,4-1 32,-1-1-24,0-1-120,-5-5 144,4 5-8,2-3-88,-1 2-40,2-4 48,-1 2-8,0-2-48,-6 0 112,6 0 24,0 0-16,-1 0 16,0-2 24,0 1 40,0-4-200,-5 5 256,5-2-8,1-4-64,-1 0-8,-1 0-16,1-1 16,-1 0-176,-4 6 160,1-7-8,4-1-48,-4-1-80,0-1 96,0 1-31,0 0-89,-1 10 48,0-11 24,0 1-72,0 0-48,-1-1 64,0 0-145,-1 1 129,2 9-272,-2-10-64,0 1-216,1-1-56,-1 1-48,1 0-208,0 3 864,1 6-1072,0-6-209,0 1-431,0 1-521,0 2-903,0 1-1033,0-2 4169,0 4-3489,0-1 985,1 0 911,-1-1 729,1 2-1344,-1 0 2208</inkml:trace>
  <inkml:trace contextRef="#ctx0" brushRef="#br0">43562 9808 14291,'0'0'0,"-1"0"2664,0 0-1408,-1 0-279,-3 0-25,4 1 40,-1 0-40,-1 0-952,1 0 728,0 0-95,-3 4-217,3-4-80,-3 4-64,2-3-64,0 1-208,0 1 240,-1 1-48,0 1-40,0 0-8,1 0-64,-1 0-32,3-4-48,1 2 80,-2 1-64,1 0-32,0 1 48,1-1-64,0-1 8,1-2 24,0 1-72,3 1-128,-2 1-160,3-1-168,0 1-184,1-1-225,-3-2 937,0 0-1128,3 3-304,2-1-385,-1-3-495,2 4-665,1-3-375,-7-2 3352,3 2-2769,3-2 785,1 0 679,0 0-575,0 0 224,-10 0 1656</inkml:trace>
  <inkml:trace contextRef="#ctx0" brushRef="#br0">43787 9803 17275,'0'0'0,"-1"0"0,1 0 2753,-2 0-1801,0 0-464,-3 0 32,1 0 72,0 2 0,3-2-592,-2 1 489,-1 1-193,-1-1-104,1 3-24,0-3 0,0 3 8,3-3-176,-2-1 152,-2 4-24,3-2-56,-3 1 24,3-1 16,-3 2 0,4-4-112,0 1 128,-3 3-104,4-3 8,-2 1-32,2-1 32,-1 4 24,1-5-56,0 1 56,0 0-48,0 1 8,1 2 40,1-3-56,2 1 16,-4-2-16,1 1 16,4 3-88,-4-4 16,5 2 72,-2 0-16,0-1 56,-2-1-56,1 2 24,2 0-48,0-1-32,0 0 24,0 1 64,-1 0-24,-2-2-8,1 1 48,2 0-80,-1 0-8,0 0 56,-2 1-8,3-2 40,-5 1-48,2 0 40,0 1-40,2-1 0,-4 0 32,1 1 8,0-1 16,0-1-56,-1 0 56,1 2-80,-1-1 8,0 0 16,0 0 16,0 0 8,0-1-24,0 1-16,0-1-168,0 1-80,-1-1-128,0 0-168,-1 0-144,2 0 704,-2 0-889,1-1-223,0 1-248,-1-1-240,0 0-353,1 1-471,0-1 2424,0 0-2881,-1 0-224,1 0 729,-1 0 727,1 1 609,0-1-352,1 0 1392,-1 0-1784,1 1 1784</inkml:trace>
  <inkml:trace contextRef="#ctx0" brushRef="#br0">43898 9754 15099,'0'0'0,"0"-1"2744,0 1-1695,0 0-449,0 0-64,0 0-536,0 0 560,0 0-40,0 0-40,0 0-64,0 0 8,0 0 8,0 0 16,0 0-3728,0 0 6969,0 2-3353,1-1-96,-1 0 16,1 1-56,0 0 24,-1-2-224,1 1 208,0 0-96,1 1-16,2 0-8,-3 2-8,0-3 8,-1-1-88,5 2 96,-4 2-80,3-3 40,-2 3-24,3-3 24,-3 3-56,-2-4 56,4 1-24,-3 4-24,3-3 8,-3 2 56,3-2 0,-3 3-72,-1-5 144,2 1-72,2 4-72,-3-3 16,0 4-16,1-1-16,-1-2 16,-1-2 40,1 3 8,0 0-112,0 1 56,1 0 16,-2 0-16,0 0 8,0-5 24,0 5-64,0 0-120,0 0-80,0 0-104,-1 0-48,0-1 392,1-3-520,0 4-144,-1-1-201,1 0-239,-1 1-152,-1-1-296,1-3 1552,0-1-1905,0 6-487,-3-2-633,2-2-256,-2 4 753,0-2 783,0-3 1745,3-1-1072,-5 6-32,0-4-808,6-2 1912</inkml:trace>
  <inkml:trace contextRef="#ctx0" brushRef="#br0">42938 10078 10578,'0'0'0,"0"0"3208,0 0-3208,-2 0 1697,-2 1-601,2 0-176,-4 0 40,4 0-31,-3 1-33,4-1-896,0-1 872,-3 2-128,2-1-104,0 1-72,0 0-47,1 2 15,0-4-536,0 1 536,1 0-32,0 4-80,1-4-24,1 3-16,4-2-24,-3 0-360,-1 0 368,4-1-48,5 4-144,6-4 32,4 6 8,4-6-63,-9 2-153,-5-1 160,16-1-72,2 0-56,1-1 40,2 0 24,0 0 24,-13-1-120,-6 1 88,19-2-16,0 0-72,-1 1-16,2 0 8,0-1 16,-15 1-8,-3 0 0,17-1-88,0 0 48,1 0-56,-1 0 80,1 1 80,-16 0-64,-3 0 48,16 0-40,-1 0-64,0 0-16,-2 0 56,-1 0 40,-12 1-24,-2-1 32,13 1 0,-1 0-96,1 0 8,-2 0 40,1 0-16,-13 0 32,-1 1 16,11 1-16,1-1-40,-1 0 24,-1 0-16,1 0-24,-11-1 56,1 0-96,8 0-96,0 0-177,1 0-119,-3 0-160,-1 0-272,-8-1 920,-1 0-1024,8 0-208,-2-1-249,0-2-279,-2 2-593,-1 0-1087,-5 0 3440,0-1-4289,4 1 888,-2-3 1000,-3 0 1025,-2 0 656,-1 0-1232,-1 5 1952</inkml:trace>
  <inkml:trace contextRef="#ctx0" brushRef="#br0">43086 10325 6257,'0'0'0,"0"0"1232,0-1-416,0 1-816,0-2 288,0-3-168,0 4 24,0-3 152,0 2 145,0-3 119,0 4-560,0-1 616,0-3 8,0 3 16,0-3 64,0 3 56,0-2 17,0 3-777,0 0 712,0-4-88,0 4-32,0-3-24,0 2-24,0 0-32,0 1-512,0 0 440,0-1-64,0 0 33,0 2 71,0 0 16,0 0 8,0 0-504,1 1 432,0 1-96,0 3-88,0-1-16,1 1-48,0 2-24,-2-6-160,4 9 184,-2 5-64,4 1 8,-5 1 48,5 1-56,-5 1 24,-1-18-144,4 16 152,-3 1-88,4-1 137,-5 2-25,2-1 16,2-1-16,-3-16-176,-1 14 112,5 0-80,-3-1 8,3 0 40,-1-3-40,0 1 32,-3-10-72,2 7 56,2 1-88,-1-2 64,1-2-8,0 1 16,0-2 56,-5-5-96,5 5 56,-2-4-24,2 4 8,-1-5 40,0 1 8,-2-1 40,-2 0-128,6 0 152,-5 0-72,5 0 32,-5-1 16,3-1-24,-2-3 16,-2 5-120,5-4 128,-3-2-80,4-3-24,-1-4 80,0-2-24,1-3 24,-6 18-104,5-19 112,1 0-80,-2 2 24,-3-1-40,4 0 8,-4-1-24,-1 19 32,2-19-48,-2 1 16,0-1-16,1 1 80,0 1-24,1 1-40,-2 16 72,1-13-40,1 2-80,-1 1 8,1 1-80,-1 2-48,1 2 168,-2 4-288,2-3-152,-1 1-216,1 0-184,-1-2-193,3 4-223,-4 0 1256,0 0-1520,2 0-433,0-1-631,-1 2-753,1-1-88,-1 1 841,1 0 2584,-2 0-1785,2 0 729,-1 0-584,4 1-32,-5-1 1672</inkml:trace>
  <inkml:trace contextRef="#ctx0" brushRef="#br0">43486 10406 5865,'0'0'0,"0"0"1744,-1 1 33,-2 0-297,-1 1-8,2 3 112,-1-4-1584,2-1 1665,-1 4-105,-3-3-248,4 5-215,-4-5-217,3 6-120,-1-4-760,2-1 688,-1 5-40,-4 1-112,4 1-63,-3 1-25,4 0-96,0-5-352,0-2 376,0 7-64,-1-1-136,1-1-64,1 1 0,-1-1-24,1-2-88,0-3 96,0 6 8,1 0-88,0-1-64,4 0-24,-4 0-24,0-4 96,-1 0-168,6 1-112,-5 2-168,6-1-144,-3-1-65,0-2-159,-2-1 816,0-2-1000,2 5-264,1-4-377,0 0-391,0 0-464,1-1-545,-2 0 3041,-2 0-3001,5 0 721,1-1 703,-2-4 633,1 0-1112,-7 5 2056</inkml:trace>
  <inkml:trace contextRef="#ctx0" brushRef="#br0">43691 10426 18051,'0'0'0,"-1"1"2265,0-1-2265,1 0 776,-3 0-336,-1 0-32,2 1 128,-4-1 40,4 0-127,0 1-449,-1 0 376,-1 1-168,-1 2-112,0-3 16,0 4-16,0-4 24,2 2-120,0 0 152,-1 1-24,-1 1-32,0-4 48,4 5-32,-4-4 0,5 0-112,-1 1 112,0-2-88,0 3-48,0-3 24,1 3 24,0-2-40,0-1 16,0 2 32,1-2-64,1 3-24,3-3 72,-4 0-16,4 3-16,-3-3 16,0 0 32,3 0-88,0 1-16,-1-1 48,2 1-24,0 0 80,-5-2-32,4 1 40,0 1-56,1-1-24,-1 1 0,0 0 24,0-1 88,-3 0-72,1-1 80,2 2-48,-1 0-32,1-1-32,-1 1 48,-3 0 56,1-2-72,2 1 40,-4 0-8,1 1-64,1 0 32,-1-1 40,-1 1 64,1-2-104,-1 2 112,0-1-72,0 1 8,0-1-24,0 1-8,0-1 24,0 0-40,-1 0 48,0 0-80,-1 1 0,1 0-8,0-1-104,-1 1 8,1-2 136,0 2-224,-1-1-216,0 0-136,1 1-160,-1 0-113,0-1-143,2 0 992,-1 0-1136,-1 0-336,1 0-369,-1-1-439,1 1-425,0-1-272,1 0 2977,0 0-2520,-1 0 736,0 0 655,1-1 537,0 1-600,0-3-576,0 3 1768,0 0 0</inkml:trace>
  <inkml:trace contextRef="#ctx0" brushRef="#br0">43814 10344 8465,'0'0'0,"0"0"0,0 0 7354,0-1-4714,-1 1-1431,0 0-353,0-1-40,0 0-64,1 1-752,0 0 608,-1 0-216,0-1-120,1 1-31,0 0-9,-1 0 40,1 0-272,0 0 264,0 0-40,0 0 48,0 0 0,1 1-24,1 1 24,-2-2-272,4 1 208,-3 1-48,4 2-16,-4-3 24,5 3-40,-4-3 32,-2-1-160,5 4 192,-3-2-136,4 3 56,-2-3 24,1 5-112,0-2 184,-5-4-208,4 4 160,1 1-88,0-1 120,-1 3-88,0 0 0,1 1 73,-5-9-177,1 9 152,4-1-64,-4 1-16,0-1 32,1 0-72,-1 0 72,-1-7-104,1 6 104,-1 2-72,0-1 32,1 0 8,-1 0-40,0 0 40,0-8-72,0 7 88,0 2-72,-1-2 16,1 1 0,-1-1-16,0 0 24,1-7-40,-2 8 16,0-1-40,0 1 24,0-1 0,-2 0 0,3-1 24,1-5-24,-5 5 16,3 0-56,-4 0 8,5 0-32,-5-1-88,5 0-72,1-5 224,-5 5-376,3-1-201,-3 0-159,4 0-160,-4-2-248,4 2 1144,1-4-1448,-1 2-449,-2-1-727,2 0-1137,-1 0-1048,0 0 1128,1-1 3681,1 0-2537,-1 0 1121,-1 0 848,0 0-1360,2 0 1928</inkml:trace>
  <inkml:trace contextRef="#ctx0" brushRef="#br0">44454 10071 18499,'0'0'0,"0"0"1985,-1 0-1129,1 0-432,-1 0-424,1 0 280,-2 0-88,2 0 0,-1 0 56,0 0 16,1 0 24,0 0-288,0 0 281,0 0-25,0 0-64,0 0-8,1 0-48,0 0-40,2 0-96,-1 0 120,0 0-48,2 0-32,0 0 32,1 0-48,0 0 32,-3 0-56,1 0 16,2-1-16,2 1-16,0-2-80,0 1-24,1-1-184,-6 2 304,2-1-552,3-1-241,0 1-335,0 0-304,-1 0-425,0 0-727,-4 1 2584,2-1-3593,2 1-232,-1-1 969,-1 1 879,-2 0 529,2 0-456,-4 0 1904</inkml:trace>
  <inkml:trace contextRef="#ctx0" brushRef="#br0">44493 10139 15323,'0'0'0,"-1"0"5865,0 0-4441,-3 0-591,2 0-225,-3 0-64,4 0-544,1 0 528,-4 0-64,2 0-8,0 0-40,0 0-72,0 0-8,2 0-336,-2 0 256,1 0-48,0 0 40,-1 0-23,2 0 15,0 0-32,0 0-208,0 0 104,0 0-48,1 0-24,1 1-16,-1-1 56,4 1 8,-4-1-80,0 0 32,4 0-8,-3 1-48,4-1-8,-1 0 88,0 0-40,-4 0-16,3 0-72,3 0-200,0 0-248,0 0-249,2 0-231,-1 0-368,-6 0 1368,6 0-1801,1 0-647,0 0-1009,0 0-1392,-1 0 608,0 0 1193,-7 0 3048,5 0-1929,1 0 905,-1 0-880,-6 0 1904</inkml:trace>
  <inkml:trace contextRef="#ctx0" brushRef="#br0">46735 8845 3984,'0'0'0,"0"-1"1321,0 1-409,0-2-912,0 2 1040,0-2 120,0 1 9,0-1 47,0 0 104,0 0-40,0 1-1280,0 1 1225,0-2-97,0 1-120,0-1-120,0 1-128,0 0-79,0 1-681,0 0 568,0 0-24,0 0-8,0 0-56,2 0 32,-2 2-112,0 1-400,0-2 408,1 1-16,-1 4-88,1-1 1,-1 0-89,1 2-64,-1 1-152,0-7 104,1 12-16,0 1-64,-1 1-40,1 0 48,-1 0-24,0-4-8,0-8 16,0 11 0,1-1-56,-1 0-32,0 0 8,0 0-88,0-4 152,0-6-264,0 9-57,0-1-191,0-1-152,0-1 0,0 1-104,0-4 768,0-4-832,0 6-40,0-1-233,0-1-191,0-1-272,0-1-337,0-3 1905,0-1-2304,0 6-265,0-5 425,0 3 575,0-4 489,0 2-696,0-2 1776,0 0-1512,0 0 1512</inkml:trace>
  <inkml:trace contextRef="#ctx0" brushRef="#br0">46740 9065 6249,'0'0'0,"1"0"1592,-1-2-120,2 1-391,-2-1-1081,1 0 952,0 0-32,1-2 0,2 2-47,-2-3-65,2 2-104,-2 0-704,-2 1 608,5 0-72,-4-3-120,4 3-56,-4-3-32,5 3-24,-5-2-304,-1 2 280,6 0-64,-4-3-87,4 1-41,0 0-32,-1 2-16,-2-2-40,-1 2 24,3 0-8,0-2-96,0 2-113,-1-3-191,1 3-312,-3 1 696,0 1-1056,3-3-392,-1 1-425,-3 1-391,5-1-185,-4 1 385,1 0 2064,-1 1-1512,-1 0 407,0 0-1759,-1 0 2864</inkml:trace>
  <inkml:trace contextRef="#ctx0" brushRef="#br0">46820 9029 12274,'0'0'0,"-1"0"3473,1 0-3473,0 0 1696,-2 0-656,0 1-247,0 0-65,0 0-24,1 1-72,0-1-632,0 0 568,0 0-128,1 1-128,-1 2-16,1-3-16,0 3-15,0-3-265,0 0 280,1 3-88,1-3-64,2 4-24,-3-4-64,4 4 16,-3-4-56,1-1 72,1 5-56,1 0 24,2 0-24,-1 0-72,3 0-40,-6-2 96,1-1-240,5 3-208,0 0-265,1 0-215,0-4-296,0 4-352,-5-4 1576,0 0-1945,5 0-615,-1 0-649,1 1-40,-1-2 761,1 0 807,-6-1 1681,1 1-1024,4-2-1368,-9 2 2392</inkml:trace>
  <inkml:trace contextRef="#ctx0" brushRef="#br0">47069 9116 8649,'0'0'0,"0"0"4041,0 0-1776,-1 0-2265,0 0 1088,0 0-368,-1 0-16,1 0 120,0 0 57,0 0 15,1 0-896,-1 0 808,0 0-128,0 1-88,0-1-80,0 1-64,1 0-71,0-1-377,-1 1 328,1 1-56,-1-1-96,1 1 16,0 2-40,0-2-8,0-2-144,0 5 136,0-4-80,1 4 16,0-4 8,1 4-48,-1-3 64,0-2-96,3 6 16,-3-5-48,3 4 48,-3-4-32,3 4 16,-3-3 32,-1-2-32,4 4-32,-3-2-120,4 2-56,-3-2-96,3 2-136,-4-3-72,-1-1 512,5 1-657,-3 4-207,2-5-176,-2 2-280,3 0-361,-4-1-391,-1-1 2072,5 2-2649,-4-1-631,3 1 327,-3-1 801,3 0 743,-3-1 593,-1 0 816,4 0-2176,-4 0 2176</inkml:trace>
  <inkml:trace contextRef="#ctx0" brushRef="#br0">47046 9169 13498,'0'0'0,"-1"0"4129,-1 0-2448,-2 0-697,2 0-256,-3 0-96,4 0-56,-4 0-576,5 0 568,-1 0-96,-4 0-119,3 0-41,0 1 16,0-1 48,0 2-376,2-2 360,-2 0 32,1 0-112,-1 0-24,2 0 16,0 0-24,0 0-248,0 0 184,0 0 8,2 0-96,3 0-64,-4 0 40,5 0-16,-2 0-56,-3 0 32,4 0 40,1 0-56,0 0-32,3-1 0,0 0-112,0 1 128,-8 0-248,8-1-152,1 1-232,-2 0-168,0 0-112,1 0-241,-1 0 1153,-7 0-1368,7 0-360,1 0-553,-1-1-751,0 1-857,-1-1 488,-1 1 3401,-4 0-2432,5-1 895,0 0 657,-1-1-1112,-6 2 1992</inkml:trace>
  <inkml:trace contextRef="#ctx0" brushRef="#br0">46537 9319 11698,'0'0'0,"0"0"1856,0 0-703,0 0-1153,0-1 816,0-1-272,0 0-288,0 1-104,0-1-72,0 1 0,1 0-80,-1 1 80,2-1 8,3 0 72,-3 0 96,4-1 168,-2 2 120,0-1-544,-1 0 633,5-1 39,2 1-8,1-4-48,2 4 0,3-1-64,-8 0-552,0-1 512,9 1-152,3-2-80,2 2-8,0-3-55,2 3 23,-11 0-240,-1 0 248,12 0-112,2-3-24,1 4-32,0-1-32,1-1 16,-13 3-64,-1-1 88,16-2-48,0 1-56,-1-2 16,2 3-16,1 0 48,-17-1-32,1 1 64,16-1-16,-1-2-48,0 2 8,1-2-16,-1 3 8,-16-2 0,1 1 24,15-1-24,0-2-24,-1 4 8,1-4 40,-2 3-24,-16-1 0,4 0 48,11 2-48,-1-4-88,1 2-24,-3-1-152,0 3-88,-16-1 352,5-1-560,6 1-249,0 1-183,-1-2-320,-2 2-280,-1 0-433,-10 0 2025,2 0-2640,5 0-585,-2 0 256,-2 0 793,-2-1 655,-1 0 225,-4 2 1296,0-2-2312,-2 2 2312</inkml:trace>
  <inkml:trace contextRef="#ctx0" brushRef="#br0">46912 9420 7633,'0'0'0,"-1"0"1648,0-1-863,0 0-337,-1-1-224,0 1-224,2 1 160,-2-2-80,-1 1-56,2-1-24,-2 1 8,1 0-8,0 0 0,2 1 16,-2-1 32,-2 0-24,3 1 72,-1-1 120,0 0 72,0 1-288,2 0 360,-2-1 24,0 1-112,0-1-96,1 1-24,-1-1-64,1 1-88,1 0 88,-2-1-24,2 1-48,-2-1-16,2 0 16,-1 1 0,0 0-16,1-1 24,0 1 40,-1-1 72,1 1 160,-1 0 209,1 0 151,-1 0-656,1 0 744,0 0 24,0 0-48,0 0-32,-1 1 56,1 0-47,0 1-697,0-2 648,0 2-8,0 2-88,0-3 40,0 0 72,0 4-80,0-4-584,0-1 553,0 5-89,-1-3-144,1 3 8,-1-3 40,1 4-64,0-3-304,0-1 312,0 3-40,0 2-72,0 0 0,0 3 32,0 0-16,0-3-216,0-5 160,0 8 8,-1-1-80,1 0 16,-1 0-16,1 1 0,-1-3-88,1-5 72,-2 9-24,1 1-48,0-1 0,-1 0 24,0 0 40,1-3-64,1-5 56,-2 7-24,0 1-16,2-2-64,-1-1 64,1 2-16,0-4 0,-1-3 16,1 5 56,0 2-88,0-2-8,0-1 24,0-1 0,0-2 0,0-2 40,0 3 16,0 0-56,1-4-40,0 5 40,0-5 0,0 2 0,0-2 56,0-1-24,0 2-16,0-1 0,1 0-16,3-1 57,-4 0-57,-1 0 48,5 0 8,-4 0-24,5 0-8,-2-1 40,2-1-48,-3-1-16,0 2 88,4-2-16,0-2-56,0 3 32,1-2-48,-1 2 24,-3-1-24,-1 1 48,4 0 16,0-2-64,-1 3-16,1-4 0,0 3 0,-3-1 16,-2 1 16,5 1 24,0-1-96,-1-3 8,1 4-40,0-1 0,-4 1 88,0 0-136,3-1-113,1 0-151,0 1-168,-1-1 0,0 1-128,-2 0 696,-1 0-760,3 0-128,0 0-177,1 0-111,-2 0-152,1 0-200,-3 1 1528,0 0-1801,2 0-399,1-1-497,-2 1-496,1 0 497,-1 0 823,-2 1 1873,0-1-1208,0 1 600,3 0-208,-4-1-912,-1 0 1728</inkml:trace>
  <inkml:trace contextRef="#ctx0" brushRef="#br0">47188 9482 8601,'0'0'0,"-1"0"2713,1-1-857,-1 0-511,0-2-169,-1-1-24,1 3-1152,0 1 1112,0-2-87,0-3-89,0 4-80,0-2-72,0-1-64,1 4-720,-1-1 624,0-1-79,0 0-81,0 0-40,1 0-56,-1 0-32,1 1-336,-1 0 240,1-2-112,0 2-16,2 0-40,-1-1 8,4 0-8,-4 2-72,0-1 16,5-1-16,-1 0-16,0 1 32,2 0 56,3-1-56,-8 2-16,6-1-16,3 0-80,-1 0-48,1 1-40,-2-1-152,-1 1-152,-6 0 488,5 0-760,1 0-209,0 1-167,-1 0-160,1 0-232,-1 1-321,-6-2 1849,5 2-2336,1-1-513,-1-1-328,0 2 609,0-1 783,-2 0 625,-4-1 1160,1 1-984,4-1-896,-5 0 1880</inkml:trace>
  <inkml:trace contextRef="#ctx0" brushRef="#br0">47290 9440 9762,'0'0'0,"-1"0"4353,0 0-2265,1 0-2088,-2 0 968,-3 0-512,4 0-168,-4 0-16,3 0-24,0 0 105,2 0-353,-4 0 360,3 0 0,-1 2 64,1 0 24,-1-1 40,0 4 32,2-5-520,-1 0 520,0 5-96,1-3 0,0 4-8,0-1-87,1 1-329,-1-5 320,5 4-40,-3 3-120,4 0 8,-1-1-16,-1 1 0,1 0-152,-5-8 168,5 9 24,-1-1-80,0 2 0,0 0 48,1-1-24,-4 2-136,-1-11 184,5 10-8,-4-1-64,4 0 0,-4 0 48,0 0 24,0-1-184,-1-8 208,1 7-40,-1 2-32,0-2-40,0 1 80,-2-1 0,1-1-176,1-6 176,-1 8 0,-1-2-72,0-1-16,0-1 33,-2 1-17,2-3-104,2-2 88,-4 6-8,2-5-24,-2 4-24,1-4 8,-3 1 40,2 0-80,4-2 16,-5 1 24,0 0-40,-1 1-24,0-2 80,-1 0-40,0 0-16,6 0 32,-7-1-8,-1-1-80,2 0-64,-2-2-48,2 3-184,1-1 352,5 1-505,-6-3-191,1 3-312,2-4-256,2 3-337,-2 1-583,4-1 2184,0 2-3081,-2-1-1680,1-1 264,0 1 1241,1 0 1167,0 0 1185,0 0 904,0 1-776,0-1-640,0 1 1416</inkml:trace>
  <inkml:trace contextRef="#ctx0" brushRef="#br0">45523 10722 6025,'0'0'0,"0"0"1464,0 0-1464,0 0 1320,0-1-223,0-1-81,0 0 96,1 1 96,0-1 65,-1 1-1273,1-1 1272,0 1-120,0-2-120,-1-1-87,1 3-81,-1-1-96,0 2-768,0-1 664,0-2-112,0 1-64,0 0-8,0 0-64,-1 1-23,1 1-393,-2-2 296,1 1-32,0 0-48,-4 0 32,4 0-8,-3 1-32,3 0-208,0 0 208,-5 0-64,4 0-8,-3 0 24,3 0-8,-3 1-8,4-1-144,0 1 128,-5 0-72,5 1-40,-4 0 40,4-1 0,-4 3-8,4-4-48,0 1 80,-4 1-88,4 0 8,-3 2 40,2-3-72,1 0 80,0-1-48,-1 2 24,1 2-32,-1-3 16,1 1-8,1-1 16,0 1 32,0-2-48,0 2 24,0-1-40,1 0-8,1 1 8,2 0 0,-3-1 16,-1 0 0,4 0 32,-2 1-32,3-1-16,-4 0 32,4 2-32,-3 0 0,-2-2 16,6 0 72,-5 0-88,5 1 32,-4 2-32,4-3-8,-5 1 48,-1-2-24,5 1 48,-3 3-64,3-2 48,-4 2-24,3-3-8,-2 3 64,-2-4-64,1 2 40,4 3-56,-5-4 32,0 4 24,1-5-24,0 5 88,0-5-104,-2 1 56,1 3-72,0-3 8,0 3-8,0-3 16,-1 4 40,1-5-40,-1 0 32,0 2-80,-1 0 8,1-1-16,-1 1 8,0-1 48,2-1-128,-2 0-144,0 0-272,0 0-232,0 0-232,0-2-225,0 1 1233,2 1-1408,-2-3-304,0-1-329,0 2-455,0-4-529,0 2-128,1-1 3153,1 5-2384,-2-7 736,1-2 503,0-1-183,1 0-752,0 10 2080</inkml:trace>
  <inkml:trace contextRef="#ctx0" brushRef="#br0">45589 10546 9193,'0'0'0,"0"-1"2281,0 1-689,0-1-439,0 1-121,-1-1-1032,1 1 1032,-1-1 8,-1 0-48,1-1-79,-1 2-33,0-1-160,2 0-720,0 1 624,-1-1 8,0 0-176,-1 1-96,1-1-8,0 0-159,1 0-193,0 1 160,-1-1 0,1 0-88,-1 0 0,1 0 64,0-1-40,0 2-96,0-1 104,1 0 48,0 1-64,0-2-48,1 1 72,0 0-56,-1 0-56,-1 1 40,2-1 32,0 1-64,-1-1-32,0 0 40,1 1 8,1 0-24,-2 0 16,1 0 40,-1 0-72,0 0 0,4 0 48,-4 0-32,0 1 0,-1-1 56,1 2-32,1-1-24,-1 1 0,1 0-8,0-1 48,-1 2-40,-1-2 72,2 0-8,-1 3-32,1-3 48,0 3 8,-2-2 8,1 1-96,-1-2 168,2 1-64,-1 4-48,-1-5 16,1 5-48,-1-4 48,0 2-72,0-2 128,0-1-16,0 4-24,0-3 16,0 2-32,0-2 56,0 1-128,0-1 160,0-1 0,0 3-32,0-3-56,-1 4 64,1-4-24,0 1-112,-1 0 144,1-1 24,-1 0-80,0 1-32,1 2 16,-1-4-8,1 1-64,0 0 56,0 1 33,0-1-89,0 0-33,0 1 66,0-2-50,0 0 17,0 1 65,0-1 23,0 1-104,0-1-56,0 0 40,0 0-25,0 0 57,0 0-32,1 0 16,1 0-88,0-1-72,2 1 16,-3-1-104,2 0 264,-2 0-296,1 0-80,3 0-136,-4 1-104,5-2-64,-4 1-112,1 0 792,-1 1-897,-1-1-111,5 0-136,-4 0-128,5 0-113,-3 0-127,-2 1 1512,1 0-1640,1-1-169,1 1-175,-1-1-297,1 1 329,0 0 512,-3 0 1440,0 0-984,2 0 335,0 0-423,0 0-1280,-4 0 2352</inkml:trace>
  <inkml:trace contextRef="#ctx0" brushRef="#br0">45862 10645 6137,'0'0'0,"-1"0"3112,1 0-3112,0 0 1921,0 0-745,-2-1-304,2 1 65,-1-1 143,0 1 112,1-1 32,0 1-1224,-1 0 1097,1-1-217,-1 0-168,0 1-96,0 0-104,0 0-512,1 0 472,0 0-80,-1 0-72,1 0-56,-1 0-8,1 2 1,-1-1-257,1-1 256,0 4-32,-1-2-64,0 3-80,1-4 32,-1 6-32,0-4-80,1-3 112,0 5-24,-1 0-64,0-1-24,1 2 16,-1-1 0,1 1-16,0-5 8,-1 6 48,1-1-120,-1 0-24,1 0-64,0 0-136,0-1 288,0-5-464,0 6-225,0-1-263,0-1-224,0 1-224,0-4-241,1 4 1641,-1-4-1992,0 0-417,0 3-487,0-4 159,0 1 713,0 1 575,0-1 1449,0-1-1368,0 0-944,0 0 2312</inkml:trace>
  <inkml:trace contextRef="#ctx0" brushRef="#br0">45826 10717 7457,'0'0'0,"-1"-1"2193,0 1-281,0-1-576,0 1-159,0-1-1177,1 1 1216,-1 0 104,0-1-64,1 0-127,-1 1-161,1-1-192,-1 1-776,1 0 624,-1 0-88,1-1-104,0 1-24,0-1 0,0 0-15,1 1-393,0 0 392,0 0-32,0 0-32,0 0-64,1 0 0,-1 0-8,1-1-256,-2 1 264,5 0-32,-4 0-80,3 0-32,-3-1-40,3 1 56,-3 0-136,0 0 112,3 0-40,-2-1-40,4 1-64,-4-1 48,3 1-16,-4-1 0,0 1 16,5-1-16,-5 1-144,6-1-160,-3 1-224,-3-1-232,3 1 760,-2 0-992,0 0-289,4-1-359,-2 0-456,-3 0-529,6 1-688,-6-1 3313,-1 1-3649,6 0 905,-5-1 711,5 1 433,-4-1-768,-2 1 2368</inkml:trace>
  <inkml:trace contextRef="#ctx0" brushRef="#br0">46143 10341 7289,'0'0'0,"-1"0"1352,0 0-119,-1 0-217,2 0-1016,-2 0 968,0 0-8,1 0 72,-1 1 9,0 0-121,1 0-88,1-1-832,-2 2 696,1 0-168,-1 2-64,1-3-71,0 4-65,0-4-328,1-1 312,-2 6-72,2-5-104,0 5-48,-1-2-8,0-2-32,1 4-48,0-6 72,0 2-8,0 4-80,0-5 16,0 5 16,0-5-16,1 5 0,-1-6 40,0 1-32,1 4-56,0-4 8,0 0 8,0 0-24,0 1 56,-1-2-48,1 1-16,0 0-80,0 0 16,0-1 40,1 1 16,-2-1 72,0 0-8,0 0-16,1 0-40,-1 0 0,2 0 40,-2 0 16,0-1 8,0 1 8,0 0-8,0-2-32,0 1-8,0-1 16,0 0 8,0-2 16,0 4 0,0-2 16,0-3-40,0 0 0,0 0 48,1 0-24,0 0 0,-1 4 0,0-5 8,2-1-16,-1 1 8,0 0 24,4 0 8,-4 2-32,-1 3 32,1-5 0,1 0-32,2 1 16,-3-1 40,1 2 24,-1 0-80,-1 3 72,4-4 64,-3 1-40,1 0 32,0 0 48,2 1-32,-3-1-144,-1 3 112,1 0 40,4-1-48,-5-1-24,1 1 56,3 0-24,-3 1-112,-1 1 128,2-2 32,-1 1-72,4-1 0,-4 2 40,0 0-8,1-1-120,-2 1 112,4 0 32,-4 0-48,2 0-8,-1 0 56,1 1 0,-1 0-144,-1 0 160,1 0 0,0 1-80,-1 2-24,1-3 8,-1 3 32,0-3-96,0-1 88,0 5 0,0-4-48,-1 4-40,0-4 48,-1 4 24,1-4-72,1 0 80,-2 4 0,1-4-39,-1 4-25,0-4-8,1 5 40,0-5-48,0 0 48,-1 5 48,0-5-56,-1 5 0,2-5 32,-1 5-32,1-4-40,1-2 112,-1 5-16,-1-3-56,0 4-24,1-4-8,-1 3 32,1-4-40,1 0 72,-1 4 24,0-3-72,0 2 8,0-2 8,1 2-8,-1-3-32,1-1 48,-1 2-16,1 2-48,0-3-8,0 0 24,0 0 8,0 0-8,0-1 48,0 1-8,0 0-56,2-1 0,0 2 8,-1-2 8,-1 0 24,5 0-8,-4 0-72,3 0 16,-3 0 8,4 0-8,-4 0 40,-1 0-16,4 0-40,-3 0-120,4 0-40,-4 0-56,4 0-137,-4 0 409,-1 0-512,5 0-80,-3 0-144,3 0-104,-4 0-120,3 1-161,-3-1 1121,0 0-1296,3 0-224,-3 0-225,4 1-255,-4 1-320,4-1 303,-4 0 2017,0-1-1536,3 1 432,-2 0 135,2-1-1927,-4 0 2896</inkml:trace>
  <inkml:trace contextRef="#ctx0" brushRef="#br0">46355 10298 5017,'0'0'0,"0"0"608,-1 0 64,0 0 248,1 0-920,-1 0 1216,1-1 209,-1 1 127,0-1 16,0 0-39,0 0-113,0 0-1416,1 1 1272,-1-1-152,1 0-199,-1 0-81,1 0-88,-1-1-96,1 2-656,0 0 608,-1-1-128,0 0-96,1 0-64,0 0-15,0 0-25,0 1-280,0 0 264,0 0-56,0-1-56,2 0-16,-1 1-56,3 0 32,-3-1-112,-1 1 88,5-1-48,-4 1-8,5-1-48,-5 1 40,5-1-8,-4 1-16,1 0 32,2-1-48,-1 1-56,1-1-24,0 0-96,0 0-144,-3 1 336,0-1-504,3 0-233,-1 0-191,1 0-152,0 1-184,-1-1-225,-2 1 1489,1 0-1680,1-1-216,-3 1-249,5-1-231,-5 1 135,4 0 545,-5 0 1696,1 0-1184,0 0 207,0 0-1975,-1 0 2952</inkml:trace>
  <inkml:trace contextRef="#ctx0" brushRef="#br0">46411 10262 4737,'0'0'0,"0"0"744,-1 0-104,-1 0 264,-2 0 312,2 0 257,0 0 23,-2 0-88,4 0-1408,-2 0 1232,1 0-231,-1 1-209,-1-1-152,1 1-80,0 0-40,2 0-520,-2-1 440,1 1-72,-1 1-64,0-1-31,1 1-25,1 0-8,0-1-240,0 2 224,0-2-56,0 3-16,0-3 24,0 4-16,2-3 40,-1-1-200,0 2 176,0-1-56,4 3-24,-4-3 0,3 4-8,-3-2 48,1-3-136,1 2 120,-1 1-48,2 1 24,-2 0 16,3 0-16,-4 0 56,-1-4-152,5 4 128,-4 0-64,4 0 32,-3 1-40,2 0 16,-3 0 24,-1-5-96,2 3 88,2 2-8,-4-1-48,1 0 48,0 0-32,1-1 32,-2-3-80,1 2 80,0-1-16,-1 3-8,0-4 48,0 4 24,0-4-24,0-1-104,-1 1 104,-1 4-72,0-5 8,-3 1 24,4 1-7,-4-1 23,5-1-80,-2 0 40,-4 1-24,2-1 0,-1 0-16,0 0 40,1 0-32,3 0-8,-3 0-8,0 0-48,0-2-40,0 0-9,-1 1-63,1-1-96,4 2 264,-2-1-456,-2-1-240,3 0-216,-1 1-240,0-1-249,1 0-279,1 2 1680,-1-2-2056,1 0-353,0 0-351,0 0 567,0 0 585,1 0 431,-1 2 1177,5-2-1568,-4 0-752,-1 2 2320</inkml:trace>
  <inkml:trace contextRef="#ctx0" brushRef="#br0">46547 10324 11370,'0'0'0,"0"0"0,0 0 3393,0 0-1705,0 0-664,0 0-184,0 0-63,-1 2 39,1-2-816,0 0 768,-1 1-88,1 0-96,0 0-88,0 1-72,0-1-72,0-1-352,0 2 273,0 0-113,0 2-48,0-3-16,0 1-32,0 2 48,0-4-112,0 1 72,0 4-48,0-4-24,1 4 0,-1-3 24,1 4-24,-1-6 0,0 1 32,1 5-128,0-4-72,1 3-48,-1-3-217,0 3 433,-1-5-656,0 1-296,2 4-416,-1-4-297,0 3-343,0-3-432,0 3 2440,-1-4-2977,2 2 160,-1-1 617,0 1 487,0-1-1455,-1-1 3168</inkml:trace>
  <inkml:trace contextRef="#ctx0" brushRef="#br0">46530 10381 12738,'0'0'0,"0"0"4497,-3 0-2408,-2 0-825,4 0-320,-4 0-944,4 0 824,-2 0-32,-2 0-159,3 0-113,-2 0-48,2 0-152,-2 0-320,4 0 312,-1 0-88,0-1-96,0 0-40,0 0-8,1 1-8,0 0-72,0 0 48,0-1 48,1 1-80,4-1-16,-4 1 16,4-1-16,-1 1 0,-4 0 8,5-1 56,0 0-64,2 0-64,1-1 24,1 1-72,-2-1 112,-6 2-216,7-2-96,0 0-176,-1 0-152,0 1-88,0-1-137,-2 1 865,-4 1-1016,4-2-192,1 1-304,0 0-281,-1 0-239,0 0-305,-1 0 2337,-4 1-2672,5-1 279,0 1 553,-1-1 447,0 1-55,-2 0-1016,-2 0 2464</inkml:trace>
  <inkml:trace contextRef="#ctx0" brushRef="#br0">46756 10238 9193,'0'0'0,"0"0"2417,0 0-833,-1 0-535,1 0-121,-1 0-120,1 0-40,0 0-768,0 0 720,-1 0-64,1 1-88,-1 1-71,0 0-17,1-1-16,0 2-464,-1-1 424,1 0-64,-1 3-104,1-1-64,-1 0-48,0 2-16,1-3-128,-1 0 128,0 5-24,0-1 8,0 0-64,0 1 32,0-1 0,0-4-80,1 0 48,-1 4 8,1-1-72,-1 1 8,1-1 8,-1 1 8,1-5-8,0 2 56,-1 1-40,1 0-16,0 0-40,0 0 24,0 0 16,0-2 0,0-1 16,0-1-32,0 4-72,0-4-8,0 0 8,0 0-32,0-1 120,0 0-120,0 0-32,0 0-72,1 0 16,0 0 8,0-2 8,-1 0 192,1 0-248,1 0 72,0-3-8,-1 4 32,1-4 104,-1 4-64,0-1 112,0-1-56,0 1-16,3-2 0,-2 3 32,0-1 16,-1-3-24,-1 5 48,1-1-24,3-1 0,-3 0-64,1 0 64,2 0 0,-2 1 8,-1 0 16,2 0 0,-2-1 0,3 1-24,-3 0 0,3 1 32,-3-1 24,1 1-32,1 0 56,-3 0-32,5 0 0,-5 1 32,2 0 0,0 1 56,-1-2-112,2 1 136,-2 1-8,0-1-8,1 1 48,-1 0 48,0-1 32,0 0-248,-1 2 272,1-2 8,-1 1-56,0 0 24,0 2 24,0-3-8,0 1-264,0 1 288,-1-3-64,0 5-32,-1-4-16,-2 3 0,2-3 25,1 1-201,-2 0 176,1 0-56,-3 2-32,3-3-8,-3 1 0,2 2 48,2-4-128,-3 1 104,2 0-64,-3 0-64,3 1 96,-4-1-8,4-1 24,1 0-88,-3 0 96,2 0-248,-2-1-152,2-1-192,0-2-273,0 2-263,2 1 1032,-1-3-1328,1 3-320,-1-5-305,1 4-463,0-4-321,1 5-224,-1-1 2961,1-2-2280,4 0 728,-4 0 463,3-1-63,-3 1-1080,-1 4 2232</inkml:trace>
  <inkml:trace contextRef="#ctx0" brushRef="#br0">46879 10252 5649,'0'0'0,"0"0"1528,0 0-24,0 0-167,0 0-233,0 0-104,0 0-128,0 0-872,1 0 792,0 0-71,0 0-33,0 2 16,1-1 40,-2 0 32,0-1-776,1 1 776,0 0-63,0 1-49,1 0-40,-2-1-32,2 3-24,-2-3-568,1-1 504,-1 2-112,1 3-32,-1-4-32,1 4-32,-1-4-7,0 0-289,1 4 256,-1-3-104,1 4 0,-1-5-32,0 5-24,0-4 56,0-2-152,0 6 128,0-5-32,0 5 0,0-5-8,-1 4-8,1-3 16,0-2-96,-1 6 104,-1-5-64,1 4 16,-1-4 16,0 4-48,1-3 64,1-2-88,-1 4 56,0-2-56,1 2 40,-2-3-24,2 0 0,-1 4 24,1-5-40,0 0 24,0 2-48,0 0 40,0-1-16,1 1-16,0-1 56,-1-1-40,1 1 40,0-1-48,0 1 16,0-1 8,1 1-16,3-1 72,-5 0-72,1 1 40,3-1-48,-3 1 8,4-1-16,-3 1 16,4-1 24,-6 0-24,4 1 48,1-1-80,-1 1 32,1-1-16,0 2-8,1-2 24,-6 0 16,7 0-16,1 0-48,1 0 24,1 0 24,0 0-104,-1 2 104,-9-2-64,9 0-80,-1 0-120,0 0-88,-1 1-160,1-1-216,-2 2 728,-6-2-969,7 1-231,0 0-400,0-1-489,-2 0-495,1 2-665,-1-1 3249,-5-1-3465,5 0 873,-3 1 767,2 0 617,-4-1-568,0 0 1776</inkml:trace>
  <inkml:trace contextRef="#ctx0" brushRef="#br0">46249 10514 3088,'0'0'0,"0"0"1240,-1 0-1080,-1 0-40,1 0-120,0 0 129,-3 0 31,2 0 80,0 1 208,0 0 280,0 1 272,-1-2-1000,2 1 1200,0 0-7,-1 0-129,0 0-112,0-1-32,0 1-40,1-1-880,0 0 897,0 1-1,-1-1-32,0 1-16,2-1-8,-2 1-40,2-1-800,-1 0 729,0 0-81,1 0-120,-1 1-80,1-1-16,-1 1 16,1-1-448,0 0 432,0 1-24,0-1-56,0 1-39,0-1 7,1 1 24,0-1-344,0 0 360,3 1 0,-3 1-80,4-2 0,-4 1-40,5 0 16,-3 0-256,-1 0 240,4 0-40,1-1-24,3 2-32,1-1 8,3 0 8,-5 0-160,-2-1 192,11 1 0,0-1-64,3 0-40,-2 0 48,2 0-40,-9-1-96,-3 1 136,13 0 16,0-2-95,0-1-1,2-1-8,1 3-8,-10-2-40,-3 1 64,15-2-48,-3 2-16,1-3-32,-2 3 64,0-2 8,-11 3-40,-2 0 16,13 0-16,-2-1-120,0-1 32,-1 2 104,-2-1-16,-9 2 0,0-1 56,7 0-24,0 1-104,-1 0 56,0 0 0,-1 0 16,-7 0 0,0 0 16,4 0-32,-1 0-24,0 0 40,-2 2-48,0-1 64,-5 0-16,1-1 32,2 1-97,0 0 9,-1 1-48,0-1-16,-1 0-8,-3-1 128,-1 1-208,7 0-128,-6 0-144,4 1-80,-4-2-120,0 0-168,0 1 848,1-1-1040,-1 1-329,0-1-367,0 2-401,1-2-743,-1 1-1177,-1-1 4057,1 0-3553,-1 1 953,0-1 903,0 1 937,-1-1-168,0 1-688,1-1 1616</inkml:trace>
  <inkml:trace contextRef="#ctx0" brushRef="#br0">46093 10221 4608,'0'0'0,"0"0"473,0 0 15,0-1 64,-1 1 88,-1-1 128,1 0 104,0 0-872,1 1 993,-2-1 79,0 0-40,1 0-40,-1 0-16,0 0-39,1 1-937,1 0 888,-2 0-64,1-1-88,-1 1-96,-1 0-40,1 0-24,1 0-576,1 0 537,-3 0-57,1 1-96,0 0-56,0 1 0,0 3-8,-1-4-320,2 0 320,0 5-24,-2-1-56,-2 2-32,4 1 16,-4 2-16,4-3-208,0-2 192,-3 7-32,2 0-72,1 1 0,-1 0 40,0 1 0,1-6-128,1-2 105,-1 8-9,0 1-72,1 0 8,-1 1 48,1 1-40,0-7-40,0-4 64,0 11-16,0 2-80,0-1 32,1 1 0,0 0 56,0-8-56,-1-3 56,5 10-16,-5 1-40,5-1-24,-5 0 8,6-2 0,-6-7 16,1-1-64,4 7-104,-3 0-129,4-1-151,-1 0-56,-1-1-176,-2-6 680,1-1-784,2 6-192,1 0-232,-1-2-249,0 0-311,2-1-329,-3-5 2097,-1 0-2528,5 4-177,1-1 585,-1 0 599,2-2 377,-1 0-1480,-9-5 2624</inkml:trace>
  <inkml:trace contextRef="#ctx0" brushRef="#br0">47112 10198 10010,'0'0'0,"0"0"3576,0 0-1767,-2-1-761,1 1-464,-1-1-88,1 0-24,0 0-472,1 1 552,-1-2 65,-1 1-73,2 1-48,-1 0-40,0-1-136,1 1-320,0 0 304,-1-1 0,1 1-72,0-1 16,0 1 0,1 0-32,1 0-216,-2 0 240,5 0-40,-4 1-40,4 1 0,-3-1 49,4 4-9,-5-4-200,-1-1 288,6 6-16,-2-2-40,2 2-8,-1 2-56,1-1 32,-1 0-200,-4-5 208,4 8 32,0 0-112,-1 0-56,-2 2 24,3 0-8,-4-3-88,-1-7 136,2 11 24,2-1-56,-4-1-64,2 2 32,-2-1-56,2-3-16,-2-5 56,0 11 0,0-1-56,0 1 32,0-1-48,0-1 16,0-3 0,0-5 32,0 10-32,0 0-32,0 0 0,-1 1 8,0 0-24,-2-5 48,1-6-8,1 10-40,-5 1-64,5-1-72,-4-1-64,2 0-72,0-5 320,1-5-408,-2 9-112,0-1-112,-1-1-185,1 0-167,-2-2-264,2-3 1248,3-3-1664,-5 6-729,0 0-1112,1 1-704,0-3 1017,0 0 1031,1-3 2161,2-2-1264,-4 3-88,-2-4 184,8-1 1168</inkml:trace>
  <inkml:trace contextRef="#ctx0" brushRef="#br0">46371 10659 4120,'0'0'0,"0"0"368,0 0-368,0 0 313,0 0 191,0 0 288,0 1 392,0-1 384,0 1 161,0-1-1729,0 0 1760,0 1-152,0-1-231,0 1-177,0-1-176,0 1-120,0 0-904,0-1 809,0 2-105,0 0-80,0-1-88,0 1-48,0 0-48,0-1-440,0 3 440,0-4-96,0 6-64,0-5-8,0 5-39,0-1 23,0-3-256,0 0 224,0 5-48,0 0-56,0 0-24,0 2 8,0 0 16,0-6-120,0 2 72,0 3-32,0-1-24,0 0-32,0 0 72,0 0 32,0-5-88,0 2 64,0 2-48,0 0-56,0-1 0,0 0 40,0 1 24,0-5-24,0 2 72,0 2-72,1-3-32,-1 3 32,1-4 16,-1 1 16,1-2-32,0 1 24,-1 1-40,1 0-24,-1-2 16,1 2 48,1-2 16,-2 0-40,1 0 32,0 0-32,0 2-32,0-2 24,1 0 32,-1 0 32,0 0-56,0 0 32,3 0-32,-3 0 0,4 0 0,-4 0-48,3 0 40,-3 0 8,-1 0-32,4 0-40,-2 0 48,4 0 24,-5 0 0,5 0 0,-6 0 0,1 0 0,5 0-32,-5 0-24,5 0 48,-1 0-24,-1 0-8,-4 0 40,4 0-88,-2 0-144,3 0-168,-3 0-200,4 0-185,-5 0-191,5-1-232,-4 0-208,3 1-177,-2-1-223,2 0-201,-3 0-287,-2 1 2304,5-1-2641,-4 0 433,4 0 616,-3 0 543,3 0 337,-4-1-1744,-1 2 2456</inkml:trace>
  <inkml:trace contextRef="#ctx0" brushRef="#br0">46572 10719 13274,'0'0'0,"0"0"0,0 0 2641,0 0-985,-2 0-479,0 0-217,0-1-96,0 1-32,2 0-832,-1-1 744,-1 1-176,0-1-136,2 1-111,-1-1-105,1 1 48,0 0-264,0-1 216,1 1-80,1-2 32,0 1-32,3 1-24,-4-1 16,-1 1-128,6-2 96,-2 1-80,1-1-16,-1 1 16,1-1-8,-1 0 48,-4 2-56,6-1 0,-1-1-64,0 1-48,0-1-96,0 1-144,0-1 352,-5 2-560,5-1-225,0 0-263,0 0-240,0 0-208,0 0-289,-1 0 1785,-3 1-2080,3-1-329,-1 1-415,0-1 191,2 1 705,-3-1 591,1 1 1337,-2 0-1056,0 0-1344,-1 0 2400</inkml:trace>
  <inkml:trace contextRef="#ctx0" brushRef="#br0">46634 10700 7113,'0'0'0,"-1"0"2337,1 0-1,-2 0-736,-2 0-439,2 0-177,0 0-984,2 0 912,-4 1-80,3-1-104,-1 1-136,0-1-119,0 1-129,1-1-344,1 0 248,-2 1-56,1 0-48,-1 1-64,2-1 48,0 1 0,0 2-128,0-3 152,0 0 48,0 4-48,2-4 32,-1 7 32,1-4-24,-1 0-192,-1-3 200,5 4 8,-4-1-64,3 1 0,-3 0 48,3-1-16,-3 0-176,-1-3 168,5 4-8,-5-1-64,5 2 24,-4-1 0,0 0 0,3-1-120,-4-3 137,2 5-1,-1 0-24,1 0-8,-1 0 40,1 0 0,-2-3-144,1-1 112,-1 4 24,0-1-48,0 0-32,0 1 24,0-2-8,0 0-72,0-3 64,-1 3 8,-1 0-48,1 1-8,-4-1 16,4-3-8,-2 4-24,2-4 56,-1 0 0,-3 4-56,3-4-56,-3 1 32,3-1-64,-2 0 88,3-1-112,-1 2-136,-3-1-256,4 0-257,-4-1-263,3 1-248,-1-1 1272,2 0-1688,-1 1-737,0-1-1120,-2 1-464,3-1 993,-1 1 951,1-1 2065,0 0-1280,0 1-1008,1-1 2288</inkml:trace>
  <inkml:trace contextRef="#ctx0" brushRef="#br0">47311 10545 3104,'0'0'0,"0"0"3169,0 0-1193,0 0-439,0 0-1537,0 0 1184,0-1-112,-1 1 8,0 0 73,1-1 63,-1 0-8,1 1-1208,0 0 1144,-1-1-79,1 1-193,-1-1-104,0 0-80,0 1-80,0-1-608,1 1 544,-1-1-80,0 0-64,-1 0-31,1 1-73,0-1 24,0 1-320,0 0 328,-1 0-64,1-1-56,-1 0-80,0 1-32,0 0-24,0 0-72,1 0 96,-1 0 8,-2 0-48,2 0-40,0 0 8,-2 2-24,3-2 0,1 1 40,-3 0-8,-1 1-64,3-1 24,-1 1-40,0 2 24,1-3 24,0-1-16,0 2-8,-1-1-40,2 4 0,-1-5-8,1 1 32,0 1 40,0-2-48,1 2 24,1-1-48,-1 1 0,4-1 16,-3 1 48,1-1 8,-2 0 24,1 0-48,3 0 8,-3 1-40,4 0 16,-5-1 48,3 0-8,-2 0 32,-1 1-8,5-1-24,-4 0-8,3 4 8,-4-4 56,2 0-56,-1 0 80,-2 3 16,2-3-40,0 3 16,-1-2 24,0 3 32,-1-5-128,0 1 160,0 4-16,0-4-64,0 4 24,-1-4 32,-1 5 8,1-5-144,0 0 144,-3 5-80,2-2-24,-3 1-24,3-1 0,-3-3 64,3 3-80,2-2 48,-6 0-48,5 3-16,-4-3-72,3 3-112,-2-5-232,3 3 432,0-1-760,-3-1-488,3 1-513,-1-1-639,-1 0-1145,2 1-1560,0-1 5105,0 0-4185,-1-1 1264,1 0 1153,-1 0 912,1 0-504,1 0 1360</inkml:trace>
  <inkml:trace contextRef="#ctx0" brushRef="#br0">47493 10494 9193,'0'0'0,"-1"0"4049,0 0-2120,1 0-1929,0 0 976,0 0-360,-1 1-88,1 0 8,0 0 88,-1 1 25,0 2-649,1-4 616,-1 2-64,1 3-80,0-1-152,-1 0-56,0 2-40,1 0-224,0-4 168,0 7 0,0 1-64,-1-2-48,1 2-16,-1 0-32,1-3-8,0-5 32,-1 8-24,1-2-112,0 2-104,0-1-208,0 0-240,0-3 656,0-4-880,0 5-385,0-2-383,0 1-520,0-2-681,1-1-544,0-1 3393,-1-2-2920,1 4 895,-1-4 697,0 2-680,0-2 2008</inkml:trace>
  <inkml:trace contextRef="#ctx0" brushRef="#br0">47474 10560 15395,'0'0'0,"-1"0"2312,0 0-1376,0 0-936,0 0 585,0 0-81,-2 1 72,2-1 136,0 1 128,-1-1 32,1 1-872,1-1 793,-1 0-113,1 1-136,0-1-112,0 1-56,0 0-64,1-1-312,0 0 312,3 1-80,-2 1-104,2-2 16,-2 0-72,4 0 48,-4 1-120,0-1 32,3 0-24,1 1-32,0-1-40,1 0 40,0 0-120,-3 0 144,-1 0-320,5-1-280,0 1-384,0-1-328,0-1-393,-1-2-623,-3 3 2328,0 0-3345,3-5-1472,0 2 536,0-2 1288,-1 0 1153,0-1-104,-6 7 1944</inkml:trace>
  <inkml:trace contextRef="#ctx0" brushRef="#br0">47718 10124 5185,'0'0'0,"0"0"1408,0 0-216,0 0-360,0 0-71,0 0-761,0-1 880,-1 1 120,1 0 144,0 0-24,0 0-103,0 0-97,0 0-920,0 0 792,0 0-192,0 0-80,0 2-88,0-1-64,0 4-8,0-5-360,0 1 281,0 4-89,0-1-56,0 1-16,0 1-16,-1 1 16,1-6-120,0 7 88,-1 2-80,0 1 8,-1-1 8,1 1 0,0-3 0,1-8-24,-1 9 40,0-1-56,0-1-8,1-1 48,-1 0 0,1-2-24,0-4 24,0 1 32,0 4-96,0-4-32,0 0 16,0 1-24,0-1 80,0-1-56,0 1-48,0-1-112,0 0-40,1 0-89,-1-1-63,0 0 408,0 1-416,0-2-16,1-2-32,1 2 64,-2-4 48,2 2 64,-1-1 288,-1 5-232,1-6 56,1 0-8,0-1 32,2-3 64,-3 0 24,0 1 64,0 8-56,3-8 48,-3 0-56,1 0 0,-1 1 48,3 2 8,-4 0 8,0 5 24,2-5 24,-1 1-48,1 0 16,-1 4 24,0-4-16,1 4-24,-2 1 64,1-4 0,1 2-32,-1 0 24,1 0 16,-1 0 24,3 0-96,-4 2 136,1-2 40,1 0 8,3 1 16,-5-1 48,4 1 16,-2 0-264,-2 0 272,5 1 40,-4-1-72,5 1-32,-5 0 48,5 0-88,-4 0-168,-2 0 176,4 0-8,-3 0-80,4 1 8,-4-1 32,3 2-8,-3 0-120,-1-2 169,2 1 15,-1 1 16,1 2-8,-2-3 48,0 1-8,0-1-232,0-1 240,0 4-16,0-3 16,0 0-8,0 4 24,-1-3 0,0 1-256,0-1 216,-3-1 32,3 5-72,-3-5 8,1 5 40,-1-2-72,1 0-152,2-4 176,-3 5-32,-1 0-64,0 0-8,1 1 32,-1-1 16,2-1-120,2-3 88,-3 4 33,2 0-65,-3-1-8,3 0 24,-3-3 32,4 3-104,1-3 112,-2 1 40,0 3-40,1-5-16,-1 4 40,1-3-24,0 1-112,1-2 160,-1 4-16,1-3-32,-1 1-16,1 2-40,0-3 40,0 2-96,0-2 96,0 0-8,0 0-64,1 3-24,0-3 16,0 1 0,0-1-16,-1-1 40,5 4-8,-4-4-64,3 2 32,-3-1 0,5 0 0,-5 0 0,-1-1 32,6 0-24,-2 1-48,1-1-32,-1 0-24,1 0-144,-2 0 240,-1 0-304,2 0-232,2-1-257,-2 0-183,0-1-200,1 1-200,-2 0 1376,-1 0-1729,2-1-431,1 1-641,-1 0-599,1-1 359,-1 1 888,-1 0 2153,-2 0-1336,3 0 632,0-1-520,-2 1 0,-2 1 1224</inkml:trace>
  <inkml:trace contextRef="#ctx0" brushRef="#br0">47911 10140 7473,'0'0'0,"0"0"2209,0 0-857,0 0-496,0 0-72,0 0 96,0 0 97,0 0-977,0 0 968,0 0-128,0 0-144,-1 0-112,1 1-56,-1 1-56,1 0-472,0 0 425,-1-1-73,1 3-88,0-2-16,-1 3-48,1-4-24,-1 2-176,1 0 184,0 1-56,-1 1-24,1 1 0,-1 0-8,1 1 24,-1-5-120,1 2 104,0 2-40,-1 0-40,0 0 24,0 0 8,0-1-8,1-2-48,-1 0 40,1 3-16,-1-1-48,1 0 40,-1 1 16,1-2 0,0-3-32,-1 2 48,0 1-56,1 0-8,0-2 0,-1 2 32,1-4 24,0 1-40,0-1 8,0 2-32,0-1 0,0-1-32,0 1 24,0-1 16,0 0 16,0 0-64,0 0 0,0-2-16,1 1-24,-1 0 56,2-1 24,-2 1 24,1 0-40,0-1-24,1 0-40,-1 0-8,3 1 8,-3-1 32,1 1 72,0 0-64,-1-1-56,3 0-16,-2 0 24,3 1 16,-4 0 32,1 0 64,2 0-24,-3-1-40,5 1-24,-5-1 16,5 1 32,-4 0 40,-1 1 0,2 0 16,-1-1-16,2 1 0,-3 0 0,3 0 24,-3 0 48,0 0-72,2 1 64,-2 0-16,1 0 24,-1 1 8,3-1 32,-3 1 72,-1-2-184,1 2 168,0 1 8,0-2-8,0 1 8,-1-1 32,1 3 32,-1-4-240,0 1 248,0 1-48,0-1 24,0 3 24,0-3 40,-1 1 32,1-2-320,-2 1 288,1 3-103,-1-2-9,1-1-8,-1 0-8,-2 3 8,3-4-168,0 0 112,-1 2-48,-2-1 8,2 1-16,-2 0 8,2-2 48,1 1-112,-3 0 48,3 0-64,-3-1-72,3 0 24,-1 0-80,-2 0-56,3 0 200,0 0-288,0 0-201,-1-1-143,0-1-112,1 0-120,-1 0-152,2 2 1016,0-2-1288,-1-2-297,1 3-311,0-1-393,0-2-263,0 2-217,0 2 2769,1-2-2256,0-2 711,1 3 569,0 0 408,-1-1-1408,-1 2 1976</inkml:trace>
  <inkml:trace contextRef="#ctx0" brushRef="#br0">48147 10196 8801,'0'0'0,"0"0"3257,0 0-3257,0 0 1568,0 0-791,-1 0-281,0 0 64,0 0 96,0 0 80,0 0-736,1 0 752,-1 0-112,0 1-143,-1 0-113,1 1-48,0-1-40,0 0-296,1 0 272,-1 3-72,0-3-88,0 3-48,0-2 0,0 2 16,0-4-80,1 0 72,-1 4-48,0-2-24,1 3-8,-1-4 8,0 5 24,1-5-24,0-1 24,0 6-48,-1-5-64,1 5-88,-1-5-88,1 5-200,-1-5 464,1-1-688,-1 6-297,1-5-343,0 5-336,0-5-481,0 5-487,0-5 2632,0 0-2849,0 3 577,0-2 719,0 2 481,0-2-1016,0-2 2088</inkml:trace>
  <inkml:trace contextRef="#ctx0" brushRef="#br0">48100 10241 6609,'0'0'0,"0"0"3145,-1 0-577,0 0-1072,1 0-1496,-1-1 1081,0 1-161,0 0-56,0-1-32,0 1-80,0 0-127,1 0-625,0 0 528,-1-1-128,1 1-104,-1-1 32,1 1-8,0 0-16,0 0-304,0 0 336,0 0-112,0 0-48,0 0-32,1 0 0,0 0-8,0 0-136,0 0 104,4 0-24,-4 0-64,3 0-32,-2 0 40,2 0 16,-3 0-40,0 0 40,4 0-24,-2 0-56,2 0-24,-4 0-56,5 1-104,-6-1 224,1 0-424,5 1-256,-5-1-384,5 1-297,-5-1-375,5 1-448,-5-1 2184,-1 0-2737,6 1-504,-5-1 505,5 0 831,-5 0 705,4 0 176,-4 0 1024,0 0-1616,-1 0 1616</inkml:trace>
  <inkml:trace contextRef="#ctx0" brushRef="#br0">48281 10146 4416,'0'0'0,"0"0"1137,0 0-25,0 0-216,0 0-896,0 0 816,0 0 80,0 0 145,0 0 63,0 0-72,0 0-72,0 0-960,0 2 817,0-1-121,0 3-64,0-3-64,0 4-56,0-4-40,0 0-472,1 4 408,-1-1-104,0 0-8,1 0-8,-1 1-40,0 0 9,0-4-257,0 3 216,0 1-88,0 0-48,0 0-16,0 1-24,0-2 8,0-3-48,0 3 40,0 2-56,0 1 16,0-1-24,-1 1-96,1-1-104,0-5 224,-1 4-489,0 1-359,0 0-352,0 1-488,0-1-585,0-1-583,1-4 2856,0 3-2937,0 1 696,-1 0 713,1-1-56,-1-3 168,1-1 1416</inkml:trace>
  <inkml:trace contextRef="#ctx0" brushRef="#br0">48287 10257 10498,'0'0'0,"-1"0"4073,1 0-2777,-2 0-760,0 0-200,1 0-336,0 1 392,-1-1 104,0 1 96,1-1 9,0 1-25,-1-1-80,1 0-496,1 0 440,0 0-64,-1 0-56,1 0-32,0 0 24,0 0-40,1 0-272,-1 0 232,2 0-8,3-1-112,-4 0-40,4 0 8,-3 0 16,1 0-96,0 0 56,1-1-48,1-2-48,0 2-24,0-2 64,-1 3 40,-1-2-40,0 1 40,1 1-24,2-3-48,-1 2-16,0 0-8,0-2-24,-3 3 80,0 1-184,3-2-168,-1-2-216,0 2-200,0 0-232,-3 0-273,3 1 1273,-2 0-1608,-1-1-496,4 0-649,-4 1-480,3-1 433,-3 1 847,0 0 1953,-1 0-1232,1 0 208,0 0-528,-1 1 1552</inkml:trace>
  <inkml:trace contextRef="#ctx0" brushRef="#br0">48352 10207 8273,'0'0'0,"0"0"3705,0 1-3705,-1-1 2425,0 2-1073,-1-2-336,0 1-64,0 1-48,0-1-71,1 1-833,0 0 720,-2 0-136,2 1-88,-2-1 0,2 2-24,-1-4-80,1 3-392,1-1 392,-2 0-112,0 3-71,1-4-9,0 5-48,0-5 0,1 2-152,0 0 120,0-1-48,0 3-64,1-4 24,1 5-8,0-5 8,-1 1-32,2 2 40,-2-3-72,4 4-48,-1-4-96,0 3-168,1-2-201,-3 0 545,0 0-824,3-1-296,0 0-352,0 1-337,1-1-447,0 0-601,-4-1 2857,2 1-3328,2 0 279,0-1 888,0 0 865,-1 0 568,1 0-1176,-6 0 1904</inkml:trace>
  <inkml:trace contextRef="#ctx0" brushRef="#br0">48457 10286 9153,'0'0'0,"-1"0"0,1 0 3801,-1 0-2056,0 0-1049,0 0-336,1 0-24,-2 0 112,2 0-448,0 0 520,-1 0-8,1 0-8,-1 0-24,1 0-55,-1 0-9,1 0-416,0 1 344,0-1-104,0 0-40,0 0-40,0 1 8,0 0 0,0-1-168,1 0 136,0 2-72,1-2-40,-1 1 32,4-1-32,-5 0 40,2 0-64,1 0 40,-2 1-56,3-1 16,-3 0-8,4 0 16,-4 0-8,0 0 0,3 0-8,-3 0-48,3 0 8,-3-1 8,3 0-8,-3 0 8,0 1 40,2-1-88,-2 0-56,1 0 16,-1 0 56,1 0 32,-1 0 24,-1 1 16,1 0-8,0 0-32,-1-1 16,0 0 64,0 1 8,-1 0 32,1 0-80,0 0 88,-1 0 0,-1 0 88,0 0 56,1 0 48,-1 2 72,2-2-352,-1 0 312,-1 2-8,0-1-16,0 1-24,1 0-16,0-1-24,0-1-224,0 1 209,0 1-89,-1 0 16,0-1 0,1 0-40,1 1 0,0-2-96,-1 1 80,0 1-80,1 0 32,0-1-24,0 3 8,0-4 40,0 0-56,1 2 24,0-1-8,1 1-40,2-1 32,-2-1-32,2 1 8,-3-1 16,0 2 16,5-1-88,-1-1 8,0 0-72,0 0-152,1 0-105,-5 0 393,5-1-568,1-1-208,0 1-112,0-4-128,0 4-320,0-5-345,-7 6 1681,7-4-2208,0 0-689,0-1-392,0 0 449,0-1 871,-1 1 809,-6 4 1160,6-5-592,0-1-1056,-6 7 1648</inkml:trace>
  <inkml:trace contextRef="#ctx0" brushRef="#br0">48656 10123 8753,'0'0'0,"0"0"3289,-1 0-1673,1 0-703,-1 0-193,1 0-720,0 0 792,0 1 24,-1 0-8,1 0-16,0 0-55,-1 1-57,1 2-680,0-3 640,-1 0-48,0 4-184,1-1-80,0 0-48,0 3-112,-1-2-168,1-4 200,0 5 0,0 2-136,0-1 0,0 2 16,0-2-64,0 1-16,0-8 72,0 8-24,0-1-56,0 0-24,0 0-8,0-1-104,0-1 144,0-4-256,0 4-168,0 1-240,0-1-184,0-1-232,1 1-281,-1-1 1361,0-4-1696,0 1-504,0 4-649,0-4-416,0 0 569,0 1 847,1-1 1849,-1-1-1112,0 1 288,0-1-736,0 0 1560</inkml:trace>
  <inkml:trace contextRef="#ctx0" brushRef="#br0">48652 10252 9810,'0'0'0,"0"0"3936,0 0-2079,0-1-1857,0 1 1056,0-1-240,0 0-120,0 0-95,0 0 23,0-1-88,0 1-536,0 1 504,0-2-24,0 1-72,0-1-40,0 0-16,1 1-80,-1-1-272,1 1 256,-1 0-32,2-2-80,0 1-32,2 1-32,-3-2 16,2 1-96,-2 1 80,0-1 0,3 0-39,-3-2-65,5 2 48,-5 0 0,3 0-24,-3 0 48,0 1-24,4-1-80,-4-2-25,4 3-95,-3 0-64,0-1 240,-1 1-320,0 0-120,1-1-72,-1 1-32,1 0 48,0 0 40,-2 1 456,0-1-352,1 1 32,1 0 0,-2 0 80,1 0 40,-1 2 71,0-1 129,1-1-48,-1 4 24,0-3 0,0 1 24,-1 2 72,1-3 73,-1 2-145,1-2 256,0 1 168,-2 2 64,1-3 72,1 4 104,-1-3-56,0 0-608,1 0 584,-1-1-72,1 4-136,-1-4-71,1 4-25,-1-3-32,1 1-248,0-2 224,0 1-8,-1 3-72,0-4-24,1 4 32,0-3-24,0 1-128,0-1 152,0 0-48,0 2-64,2-2-16,-2 2 32,1-2-8,0 1-48,-1-2 40,2 1-24,3 2-16,-4-2-56,3 1 40,-3-1-16,1-1 32,1-1-136,-2 4-128,5-4-200,-5 1-168,6 1-153,-3-2-151,-1 0 936,-1 0-1088,2 0-232,0 0-217,0 0-247,0 0-248,0 0-385,-3-1 2417,0 0-2785,4 0 9,-3 0 663,3-2 769,-3-1 584,3 3 168,-5 0 592,1 0-1504,-1 1 1504</inkml:trace>
  <inkml:trace contextRef="#ctx0" brushRef="#br0">48845 10233 9017,'0'0'0,"0"0"3577,0 0-1560,0 0-2017,0 0 1360,0 0-192,0 0-64,0 0 49,-1 2-17,0-2-56,1 0-1080,0 1 944,-1 0-224,1-1-175,-1 2-89,1-1-80,0 1-32,-1-2-344,1 1 336,-1 4-64,1-4-48,-1 2-8,1-1-16,-1 2-48,1-4-152,0 1 176,0 3-64,0-3-64,0 3 8,0-3-16,0 3 8,0-4-48,0 1 72,0 3-32,0-3-24,1 3 0,0-3 16,1 3-32,-2-4 0,0 1 24,1 3-24,1-3-40,-1 0-16,0 1-8,1 2 24,-1-4 40,0 1-104,0 0-136,4 1-168,-5 0-112,2-1-112,0 1-48,-1-2 680,2 1-848,-3 1-201,2-1-191,-1 0-232,3 0-337,-3 0-463,0-1 2272,0 1-2961,3-1-648,-3 0 465,1 0 999,-1 0 873,3 0 656,-4 0 616,1-1-1616,-1 1 1616</inkml:trace>
  <inkml:trace contextRef="#ctx0" brushRef="#br0">48861 10282 9121,'0'0'0,"0"0"4113,-1 0-2000,1 0-1169,-2 0-360,1 0-136,0 0 24,1 0-472,-1 0 568,0 2 49,0-2 95,0 2 56,0-1-72,0-1-72,1 0-624,-1 1 496,1 0-120,-1 1-72,1-1-24,-1-1-47,1 1-17,0-1-216,0 2 192,0 0-64,0-1-32,2 0 0,-1 1-48,3-1 40,-3-1-88,0 1 40,3 0-72,-3 0 32,4 0-40,-4 0-56,6 0-96,-7-1 192,3 1-384,2 0-249,-1-1-199,1 1-160,0-1-272,-1 0-289,-3 0 1553,3 0-2144,0 0-953,1 0-824,-1 0 601,1 0 1047,-1 0 953,-3 0 1320,3 0-848,1 0-496,-5 0 1344</inkml:trace>
  <inkml:trace contextRef="#ctx0" brushRef="#br0">47794 10429 7009,'0'0'0,"-2"0"2889,2 0-945,-2 0-720,0 0-143,0 0-41,1 0-1040,0 0 992,0 0-88,0 0-160,-1 0-88,1 0-63,0 0-9,1 0-584,0 0 584,0 0 0,2 0-24,-1 0-8,4 1-24,-1 1 0,0-1-528,-3-1 473,6 2-49,4 0-80,4 2-88,2-3 64,3 3-24,-4-3-296,-10-1 280,16 1 0,2 3-136,0-3-40,1 0-32,1 1-32,-8-1-40,-10 0 96,19 0-8,2 0-56,-2 1-24,1-1-8,-1 0-8,-8 0 8,-10 0 40,19 0-8,0 0-48,0-1-88,0 1 32,-1-1 0,-9 0 72,-9 0-24,17 0 48,2 0-48,-2 0-16,0-1 8,0 0 0,-11 0 32,-6 0-8,15 0 8,-1 0-16,1-1-24,-2 1 24,0 0 0,-9 0 16,-6 1-16,12 0 32,0 0-56,-3 0-8,0 0 40,-1 0-40,-7 1 48,-3 0-40,8 0-16,0 0-104,-3 1 8,-1-1 24,-1 3 8,-4-4 120,-1 0-112,3 2-16,0-1-64,-1 1-88,0-1 8,-1 1-152,-3-1 424,0-1-569,5 1-215,-5 1-288,5-1-304,-5 1-401,3-2-631,-3 1 2408,-1-1-3425,2 0-592,0 1 865,-1-1 1103,0 0 969,0 0 440,0 0 640,-1 0-1208,0 0 1208</inkml:trace>
  <inkml:trace contextRef="#ctx0" brushRef="#br0">48194 10559 2320,'0'0'0,"0"0"352,0 0-80,0 0 80,0 0-352,0 0 496,0 0 184,0 0 129,0 0 79,0 0 80,0 0 8,0 0-5793,0 0 10642,0 0-4800,0 0-57,0 0-48,0 0-16,0 0-96,0 0-11258,0 0 21637,0 0-10507,0 0-168,0 0-32,0 0-16,1 0-40,-1 0-424,0 0 400,1 0-16,-1-1-40,1 1-16,-1 0 57,1 0-41,-1 0-344,0 0 320,0 0 0,0 0-72,0 0 16,0 0 16,0 0-40,0 0-1912,0 0 3592,0 0-1704,0 0-48,0 1-40,0 0 48,0 1-8,0-1-168,0-1 144,0 2 56,0 2-40,0-3-8,0 3 40,0-3 8,0 3-200,0-3 216,0 0-55,0 5-9,0-5-48,-1 5-8,1-2 32,-1-1-128,1-2 120,0 3 0,-1 1 8,0-1-32,0 1 0,0 0 16,0-2-112,1-2 120,-1 4-16,0-1-40,1 1-32,-2-1-8,2 0 32,0-1-56,0-2 72,-1 4 24,1-1-24,-1-1-40,1-1-8,0 4 16,0-6-40,0 1 72,0 4 16,0-3-48,0 2-8,0-3 8,0 3 16,0-3-56,0-1 56,0 2 32,0-1-80,0 1 8,0-1 32,1 0-8,-1 1-40,0-2 88,1 2-32,-1-1-72,0 0 0,0-1 16,2 2 16,-2-2-16,0 0 72,1 1-32,0-1-56,-1 1 16,2-1 32,-2 0-32,1 0 24,0 0 40,0 0-64,3 0 0,-3 0 40,1 0-40,1 0 0,-2 0 16,0 0 8,3 0-64,-3 0 24,4 0 64,-4 0-40,2 0-8,-1-1 48,0 0-48,3 0-48,0 0 24,-1 0 8,-1 0 32,0 0-16,-2 0 40,3-1-24,1 1-56,0 0-8,-1-1 64,1 1-32,-3 1 16,0-1 48,2 0-64,0 0-16,0 0-8,1 0 8,-1 1 16,-3-1 16,-1 1-40,5 0-88,-3-1-96,2 0-88,-3 1 16,1 0-72,-1 0 368,0 0-400,2 0-96,-3 0-129,2 0-55,-1 0-32,1 0-16,-1 0 728,0 0-768,0 0-88,0 2-169,0-2-231,1 1-320,-1-1-513,0 0 2089,-1 0-2648,2 0-465,-1 1 521,1-1 839,0 0 753,-1 0 536,0 0 464,-1 0-632,2 0-680,-2 0 1312</inkml:trace>
  <inkml:trace contextRef="#ctx0" brushRef="#br0">48453 10585 16563,'0'0'0,"0"0"2905,0 0-2217,-2 0-440,1 0-248,0 0 88,0-1-96,0 1-56,0-1 24,1 0 64,0 0 40,1 0-64,0 1 80,0-1 16,1 0 32,0 0 64,-1 0 120,0-1 64,0 2-376,0 0 416,0-1-32,1 1-80,2-1-88,-3 0-40,1 0-56,-1 1-120,1 0 104,0 0-47,2 0-33,-2 0 8,4 0-16,-2 0 8,-2 0-24,1 0 16,1 0-72,1 1-16,0 1-113,1-2-103,2 1-80,-5-1 368,1 1-552,2 0-104,1 0-184,-1 0-136,0 0-193,0 0-183,-4 0 1352,1-1-1616,2 0-385,0 1-375,0-1-337,-1 0 241,-3 0 735,1 0 1737,1 0-1120,-2 0 408,-1 0-1216,0 0 1928</inkml:trace>
  <inkml:trace contextRef="#ctx0" brushRef="#br0">48525 10566 5345,'0'0'0,"-1"0"1552,1 0-312,-2 1-488,-2 0-247,3-1-505,0 1 440,-1 0-8,-2-1 88,3 2 104,-1-1 80,0 0 64,1 0-768,0 0 824,-1 1 1,0 2-41,0-3-16,0 3-56,0-3-64,2 1-648,-1 0 624,-1 0-96,0 3-95,2-4-17,-1 5-56,0-2 0,1-3-360,0 2 328,0 1-16,0 1-48,0-1 24,0 1 16,0-1 0,0-1-304,1 0 288,0 2-24,1 0-88,-1 0 32,1 0-16,-1 0 8,0-3-200,2 1 177,-2 2-57,0 1-48,1-2-8,-1 2 8,1-1 40,-2-4-112,1 2 96,1 2-48,-1 0-16,1-1-8,-1 0 64,0 0 8,0-2-96,0 0 104,1 0-48,-1 4-24,0-5 8,0 4 40,-1-4 8,0 1-88,1 0 96,-1 0-72,0 1 8,0-2 8,0 1-8,0-1 32,0-1-64,0 1 48,0 1-48,-1 0 0,-1-1 8,0 1-32,-2-1-48,4-1 72,-1 1-184,-1 0-176,-2 0-184,2 0-161,-3 0-167,4 0-168,0-1 1040,-3 1-1272,2-1-361,-4 0-543,5 0-817,-4 0-840,3 0 569,2 0 3264,-4 0-2265,2 0 873,-2 0 488,2 0-504,2 0 1408</inkml:trace>
  <inkml:trace contextRef="#ctx0" brushRef="#br0">44984 10166 11594,'0'0'0,"0"0"3505,-5-3-2041,1 2-296,1-1-1168,2 0 960,-5 0-167,0-2-225,1 3-160,0-4-80,3 4-136,-1 0-192,2 1 152,0-3-88,0 2-64,1-2-40,0 2 56,1-1-40,3 0 24,-2 2 8,3-2 24,2 0-96,4-2 0,4 2 32,3 1 0,-4-2 32,-7 1 8,13 1-16,3-1-32,-1 0 16,1 1 8,0-1 56,-8 2-40,-7-1 24,16 1-8,2 0-48,0-1-16,1 1 64,1-1 8,-11 0-24,-6 1 24,18-2-8,0 1-72,3 0 8,-2-4 48,3 5 40,-14-3-40,-5 1 32,20 1 0,2-4-24,1 0 16,2 1 56,0-2 48,-16 3-128,-5 1 80,23-3-16,1-2-40,2 1 16,1 0 88,0 0 40,-19 3-168,-6 0 224,28-3-40,0 1-16,1-1 32,2 1 0,0-1 16,-21 3-216,-8 1 176,31-4-72,2 1-40,-1 0-8,2 0 17,-1 1-9,-24 2-64,-5-1 40,31-1-40,0 2-8,1-3-8,0 3 40,0-3 32,-27 3-56,-3 0-16,32 1-8,-1-4-72,2 1-25,-1 0 89,2-1-8,-33 3 40,3-1 32,30-2-32,0 0-56,1-1 56,-1 1-16,0-1 32,-32 3-16,1 0 64,30-2-64,0 0-40,-1 0 32,1 0-64,-1 0 8,-35 3 64,9-1-40,25-1-32,-1 0-8,-3 3-24,2-1 8,-2 0-96,-30 2 192,3-1-240,26 0-88,-2 0-64,-2 1 16,0 0-24,-1 0 32,-29 0 368,7 0-352,18 1-8,-2 0 0,-1 0-24,-1 1-89,-1 2-79,-23-4 552,5 1-648,14 3-168,-1-2-184,-2 4-184,-1-5-217,0 5-175,-20-6 1576,6 1-1720,10 6-105,-2-4 121,-1 1 303,-1-2 425,-1 4 344,-14-5 632,3 2-488,8-2-568,-3 3-344,-17-4 1400</inkml:trace>
  <inkml:trace contextRef="#ctx0" brushRef="#br0">44506 13212 9169,'0'0'0,"0"0"3145,-1 0-1569,1 0-543,-1 0-169,-1 0-40,2 0-16,-2 0-808,2 0 752,0-1-103,0 1-161,-1 0-88,0 0 24,1-1-64,0 1-360,0 0 376,0 0 40,0-1-88,1 1-40,0 0 16,1-1-120,1 1-184,-2 0 168,0 0-32,3 0-88,-2 0-32,3 0 24,-3 0-40,2 0 0,-3 0 16,1 0-32,3 0-40,0 0-32,-1 0-48,1 0-152,-1 0 288,-4 0-512,5 0-224,0 0-352,-1 0-249,0 0-295,1 0-320,-2 0 1952,-2 0-2361,3 0-319,1 1 71,-4-1 545,5 1 727,-5 0 353,2-1 984,-1 1-2320,-2-1 2320</inkml:trace>
  <inkml:trace contextRef="#ctx0" brushRef="#br0">44564 13245 5761,'0'0'0,"0"0"3985,-1 0-1609,-1 0-864,-2 0-263,3 0-105,-1 0-1144,1 0 1120,-3 0-32,3 0-159,0 0-97,-1 0-120,0 0-64,1 0-648,0 0 592,0 0-72,-1 0-96,1 0-48,-1 0-63,1 0-41,1 0-272,0 0 216,-1 0-48,1 0-64,0 0-16,0 0 8,0-1-24,1 1-72,-1-1 80,2 1-24,-1-1-72,4 1 16,-4-1 40,3 1-8,-4 0-32,1 0 24,4-1-32,-4 0-104,5 1-128,-2-1-200,1 1-305,-3-1 745,1 1-1160,1 0-608,1-1-777,0 1-1240,2-1-743,0 0 1111,-3 1 3417,-1-1-2409,4 1-255,-7 0 2664</inkml:trace>
  <inkml:trace contextRef="#ctx0" brushRef="#br0">46327 11957 11618,'0'0'0,"-1"0"2056,1 0-1031,-2-1-417,-2 1 0,2-1 136,2 1-744,-2-1 856,-2 0 16,2 0-31,1 0-41,-3-1-16,2 1 0,2 1-784,-2-1 832,-2 0-88,2 0-79,0 0-9,-2 0-120,3 0-16,0 0-520,0 1 448,-3 0-144,2 0-32,0 0-96,-2 0-16,3 1-8,0-1-152,-3 4 152,2-3-80,-3 5 16,0 1 40,-1 3-40,0 1 48,4-8-136,-2 8 56,-2 5-56,1-1 16,1 1 0,2 1 40,-2-1 16,4-13-72,-1 11 32,0 1-48,1 1 16,0-2-16,1-2 32,0 0 16,1-11-32,2 7 0,-3 0-48,5-2 48,-2 1 16,1-3 16,1 1 40,-5-5-72,3 2 0,3 3-24,0-4-24,0 0 32,0 0 0,0-1 16,-6 0 0,6 0-16,1-1-40,0-3 40,0 0 16,0-1 48,1 0-8,-8 3-40,6-3-16,1-3-24,0 1 24,-1-1 0,-1-3 64,0 1-24,-5 9-24,4-9 0,-1 0-24,-3-1-8,3 0 48,-2 0 24,-2 0 24,0 10-64,0-8 56,-1 0-23,0-1-17,-5 0 56,1 1 0,0 0 8,4 8-80,-5-7 56,-2-1-8,-1 1-32,0 0-8,-1 0 24,1 2-16,7 5-16,-6-3 48,-1-1-48,0 4 8,2-4 24,-1 4-48,1-1 80,6 2-64,-5-1 16,1 0-64,-1 1 16,1-1-56,3 0-72,-3 1-96,5 0 256,-1 0-417,0 0-311,-1 0-216,1 0-288,1 0-273,-1 0-215,1 0 1720,0 0-2160,0 1-761,1 0-1184,4 3 16,-4-2 1113,5 2 991,-6-4 1985,5 1-1088,0 3-816,-5-4 1904</inkml:trace>
  <inkml:trace contextRef="#ctx0" brushRef="#br0">46479 12152 21716,'0'0'0,"-1"0"1865,0 0-1129,-1 0-456,0 0-280,2 0 192,-2 0-64,1 0-64,-1 0-32,0 0 24,2 0-40,-1 0-16,1 0 8,-1 1-16,1-1-176,-1 0-80,0 0-176,1 0-168,0 0 608,0 0-777,0 0-215,0 0-344,1 0-424,0 0-681,1 0-1232,-1 0 3673,-1 0-4065,2 0 1001,2 0 831,-3-1-527,-1 1 2760</inkml:trace>
  <inkml:trace contextRef="#ctx0" brushRef="#br0">46743 11990 4640,'0'0'0,"0"0"1625,0-1-161,0 0-464,0-3-1000,0 4 921,0-2 167,0-2 200,-1 2 136,0 0 25,1-2-113,-1 3-1336,1 1 1192,-1-3-192,-1 2-175,1-1-121,-1 0-24,1 1-56,-1 0-624,2 1 600,-4 0-24,2 0-120,1 0-16,-5 0-15,4 1-41,-2 0-384,3-1 400,-1 2-80,-4 1-40,2-1-104,1 2-16,-2-2 32,1 2-192,4-2 128,-6 3 32,1 0-72,-1 2-48,-1 1-24,0 0 40,2 0-56,4-7 72,-5 8 0,2 0 0,2-1-48,-3 1 8,4-1 0,-1-2-32,2-5 24,0 5 24,-1 1-48,1-1-16,0 0 32,1 0-16,3-2 0,-4-2 8,2 3 8,3 1-32,-1-1-8,1-1 8,0-3 0,-1 2 16,-3-1 32,5-1-16,1 3-32,-1-4-40,2 2 24,-1-1 16,-2-1 16,-3 0-16,5 0 16,1 0 0,0-1-72,0 0 48,0-1-24,-3-1 48,-3 2-40,5-1 80,0-2-96,0 2 0,-1-3-16,0 3 32,-2-1 40,-2 1 16,3 0-32,-4-3 32,4 4-64,-4-1 48,0 0 16,0 1-16,0 1 32,0-2-8,0 0-24,-1 1-16,0 0 48,0 0 0,0 0-32,-1 1 56,0-1 16,-1 1-32,-2 0-24,2 0 24,-3 1 16,2 0-56,2-1 64,-4 4-8,0-2-56,-1 3-16,-1-1 16,0 0 0,2-1 0,3-2 40,-6 3-24,2 0-16,1 0-24,0-2 8,3 3 0,-1-5 16,1 0-40,0 5 8,1-4-80,0 0-80,0 0-72,0 0-168,1 0 432,0-1-504,0 0-184,0 0-136,1 0-113,0 0-119,0 0-136,3 0 1192,-2 0-1408,-1 0-321,5-1-415,-2-1-569,2-3-440,1 1 297,-3 1 2856,-1 0-2025,6-4 769,1-1 560,0 0-504,-1 0 168,-9 8 1032</inkml:trace>
  <inkml:trace contextRef="#ctx0" brushRef="#br0">46919 11964 11626,'0'0'0,"0"0"3257,0 0-2073,-1 0-616,0 1-568,1-1 432,-1 1 72,0 0 96,0 1 65,0-1-9,0 0-56,0 2-600,1-1 504,-1-1-80,-1 4 0,1-4-32,-1 4-16,1-1 64,0-2-440,0 0 376,0 2-56,0 1-79,-1-1-89,0 1 56,1-1-16,0-1-192,1-1 216,-1 2-48,0 1-40,0-1-24,0 1-16,0 0 40,1-4-128,-1 2 56,1 1-32,-1 0-24,1 0-16,-1 0 64,1-3 16,0 1-64,0 2 48,0-3-40,0 4-16,0-4 8,1 1 8,0 2 8,0-3-16,0-1 72,0 1-88,1 1-24,-1 0 40,3-1-40,-2 0 48,-1-1-8,2 0 0,-3 1-8,4-1-24,-2 1-64,3-1 0,-4 0-88,1 0 184,1 0-240,1 0-112,1 0-168,0-1-49,-1 0-103,1-1-24,-4 2 696,2-1-720,2-1-160,-1 1-112,1 0-161,-1-1-239,1-2-256,-4 4 1648,2-2-2041,1 0-415,0-2-209,0 3 353,0-4 711,-3 3 625,1 1 976,2-3-552,-2 2-120,3-3-848,-5 5 1520</inkml:trace>
  <inkml:trace contextRef="#ctx0" brushRef="#br0">47034 11969 7697,'0'0'0,"0"0"2945,0 0-1401,0 0-1096,0 1-224,0 0 160,0-1-384,-1 1 568,1 1 153,0 3 87,0-4 24,0 4 0,-1-1-32,1-3-800,0 2 768,0 3-63,-1 0-49,1 1-56,0 2-40,-1 0-80,1-8-480,0 8 392,0 0-128,0 1-104,0-2 8,0 1-24,0-1-8,0-7-136,0 6 64,0 1-64,0-1-40,0 1 16,1-1 24,1 0-64,-2-6 64,1 5-176,1 0-192,2-1-200,-3 0-112,3 0-184,-3-4-184,0-1 1048,2 4-1313,-1-4-383,3 1-417,-3 0-543,2-1-465,-2 0 473,-2 0 2648,4 0-1841,-2 0 665,2-2 184,-3-2-416,-1 4 1408</inkml:trace>
  <inkml:trace contextRef="#ctx0" brushRef="#br0">47172 11961 9329,'0'0'0,"0"0"3721,0 0-2240,0-1-897,0 1-168,0-1 112,0 1-528,-1 0 624,1 0 40,0 0-40,0 0-48,0 0-71,0 0-505,0 0 480,0 0-120,0 0-56,0 0-32,0 0 0,0 0-16,0 0-2200,1 0 4144,0 0-2000,1 0-64,2 0 16,-3 0 32,1 1-24,2-1-160,-4 0 144,1 1 0,4-1-64,-3 2 0,2-1 0,-2 0 0,3 0-80,-5-1 144,2 2-24,3-1 0,-4 1-64,4 2 0,-5-3-16,4 2-40,-3-2 104,-1 0 9,1 3-49,1-3 8,-1 5-24,0-2 40,-1 0-88,0-3 104,0 4 48,0-1-24,0 1 8,0-1 40,-2 1 8,1 0-184,1-4 216,-2 4 24,-2 1-32,3-1 16,-3 1 32,2-1 16,-1 0-272,2-5 288,0 5 16,-4 0-48,4 0-64,-1 0 8,-2 0-40,3-1-160,1-3 136,-2 3-48,1 0-48,0 0-56,-1-2 80,1 3 8,0-4-72,1-1 72,-1 6 32,1-5-120,-1 4 64,1-4-64,0 3 16,0-4 0,0 0 16,1 2-16,1 0-32,2-1-8,-3 1 64,4-1-64,-2 0 40,-2-1-64,3 1 40,3-1-152,-1 0-48,0 0 8,1 0-208,-1 0 424,-4 0-488,7-2-72,1 1-208,0 0-64,-1-1-153,0 1-119,-2 0 1104,-5 0-1248,6 0-184,0-1-209,-1 2-271,-1-2-425,1 1-615,-2-1 2952,-4 2-3201,5-2 657,0 0 863,-1 0 721,0 0 376,-1-3-840,-4 5 1424</inkml:trace>
  <inkml:trace contextRef="#ctx0" brushRef="#br0">47477 11955 5081,'0'0'0,"0"0"2864,0 0 225,-1 0-1081,1-1-551,-1 0-1457,1 1 1256,0-2-104,0 1-136,-1 0-103,-1-1-105,0 1-80,2-1-728,-1 1 656,0 0-72,-1-1-144,-2 0-56,2 1-88,0 0-56,0 0-240,0 0 184,0-1-112,-3 1-32,3 0-40,-3 1 24,4 0 8,-3-1-32,2 1 64,0 0-23,-2 0-17,2 0 32,-2 1 0,2 0 24,0 2-80,-1-1 96,2-2-24,-3 2-48,2 2-24,0-3 24,-2 3 24,3-3-48,1 0 40,-1 4-32,-1-3-16,1 3 48,0-3 24,0 3 8,1-4-72,0 0 56,0 4-56,0-4-72,0 5 32,1-4 72,0 3-32,0-4 0,0-1 40,0 5-32,4-4-48,-5 3 32,5-4-24,-4 1 32,2-1 0,-1 1 32,0 0-32,4-1-32,-5 0 8,4 0-48,-3 0-40,1 0 112,0 0-96,-1-1-88,3 0-89,-4-1 1,5-2-104,-5 2-16,2 1 392,0 0-368,-1-4-40,3 3 64,-4-3 48,4 3 16,-4-3 16,1 4 264,0-2-232,0-1-24,1 0-8,-1-1 32,-1 1 48,0-1 24,1 3 160,1-1-88,-3-1 32,1-1-16,1 1 56,-1 0 32,0 2 32,-1 0-48,0-1 72,1 2 0,-1-1-8,1 0 64,-1 0 72,0 1 48,0 1-248,0-1 296,0 0-8,0 1 0,0 0 16,0 0 32,0 1 8,-1 0-344,0 0 392,1 3-32,-1-3-32,0 3 16,0-3-24,0 6 9,1-5-329,-1 1 328,0 3-96,-1 2-40,0 1 80,0 1-64,0 0 16,2-7-224,-1 3 184,-1 4-128,0-1-56,1 0 32,-1 0 24,1-2 24,1-4-80,0 2 32,0 2-120,0 0-152,2 0-248,-1-1-320,0 1-481,0-5 1289,2 1-1824,-2 2-881,3-1-1296,-2 0-944,2-2 1265,-3 2 1311,0-4 2369,2 1-1232,-2 0 488,1 0-256,-2-1 1000</inkml:trace>
  <inkml:trace contextRef="#ctx0" brushRef="#br0">45868 12661 4072,'0'0'0,"0"0"1089,0 0-129,0 0-344,0 0-184,0 0 64,0 0-496,0 0 672,0 0 192,0 0 105,0 0 55,0 0 0,0 0-96,0 0-6409,0 1 11834,0-1-5600,0 1-113,-1-1-64,1 1-80,0 0-40,0 0-456,0 0 440,0 0-40,0 1-8,0-1-8,0 0 33,0 1 23,0-1-440,0 0 432,0 0-32,0 3-72,0-3-32,0 1-16,0-1 0,0 1-280,0 1 264,0-2-16,0 3-80,0-3-64,0 3 40,1-2-48,-1 0-96,0 1 120,0-2-32,1 3-72,-1-2 8,2 3 8,-2-3-8,0 1-24,0 0 24,0 1 8,1 0-72,-1 1-16,1-1-24,-1 0-120,1-1 200,-1 0-272,0 2-256,1 1-272,-1-1-192,1 1-345,-1-1-271,1-2 1608,-1 1-2064,1 2-545,0 1-496,0 0 169,1 0 879,-2 0 689,0-4 1368,0 1-1168,1 3-296,-1-7 1464</inkml:trace>
  <inkml:trace contextRef="#ctx0" brushRef="#br0">45982 12853 10066,'0'0'0,"0"0"4601,0 0-2649,-1 0-1080,1 0-344,0 1-48,-1-1 161,1 0-641,-1 0 744,0 0-16,0 2 16,0-2-80,0 1-128,0-1 16,1 0-552,-1 1 473,0-1-137,0 0-56,0 0-88,0 2-128,1-2 64,0 0-128,-1 1 80,1-1-80,-1 1 32,1-1-32,0 1-32,-1-1-8,1 0 40,-1 1-128,1-1-200,-1 0-112,1 0-137,0 0-263,0 0-128,0 0 968,0 0-1264,0 0-409,0 0-471,0 0-665,0 0-735,0 0 14978,0 0-26205,0-1 12410,1 1 785,1-2-440,-2 2 2016</inkml:trace>
  <inkml:trace contextRef="#ctx0" brushRef="#br0">46030 12689 11290,'0'0'0,"0"0"3745,0-1-2489,-1 1-800,1-1-216,-1 0-8,1 1-232,0-1 352,0 0 128,-1-1 40,1 1-23,0 0 31,0-1-96,0 1-432,0 1 408,0-2-32,0 0-144,0 0-24,1 0-56,0 0-72,0 0-80,-1 2 72,2-2 8,-1 0-64,4 0-8,-4 0 64,3 1-48,-4-1-24,1 2 24,3-2 16,-3 1-24,3-1-32,-3 1 64,0-1-8,1 1-40,-2 1 16,4-1 48,-3 0-64,0 0 0,0 1 56,1-1 8,-1 1-64,-1 0 64,1 0 40,0 1-8,0 1 8,0 2 40,-1-2 8,1 2-152,-1-3 120,0 3 0,1 0-40,-1 0-40,0 3 40,0-1-40,1-2-40,-1-2 56,0 4-16,1 0-24,-1 0 8,1 0-24,0 0 17,-1-2-17,0-2 24,1 3-8,0 0-32,0 0-49,0 0 49,-1 1-8,1-2 24,-1-2 48,0 3-7,1 0-90,0 1-63,-1-1-72,1 0-88,0-1 272,-1-3-344,0 5-160,1-2-184,0 1-168,0-1-136,0 1-201,0-2 1193,-1-2-1368,1 4-320,-1 0-329,1-1-311,-1 1-249,1-1 209,-1-1 2368,0-2-1705,1 3 609,-1 0 432,1 1-16,-1-1-864,0-4 1544</inkml:trace>
  <inkml:trace contextRef="#ctx0" brushRef="#br0">46058 12787 14195,'0'0'0,"0"0"3080,0 0-3080,0 0 1104,-2-1-687,0 0-185,0 1 64,0-1 64,0 1 152,2-1-512,-1 1 528,-1 0-56,1 0-40,0-2-80,-1 1-24,1 0-64,1 1-264,0 0 224,-1-1-104,1 0-64,0 1 0,0-1-32,1 0-24,0 0 0,0 1 56,0-1-32,4 0-40,-4 0 48,4 0-72,-4 0-40,2 0 80,0 0-152,1 1-128,0-1-128,1 0-168,0-1-96,0 1-112,-1 1 784,-1-1-968,3-1-201,-1 2-231,1-2-240,-1 2-273,1-1-247,-5 0 2160,3 1-2449,0-1 145,1 0 527,0 0 609,-1 1 456,0 0-496,-2 0 1208,0-1-1224,-2 1 1224</inkml:trace>
  <inkml:trace contextRef="#ctx0" brushRef="#br0">46189 12695 7081,'0'0'0,"0"0"3385,0 0-3385,-1 0 2504,-1 0-1319,0 0-473,0 0-24,0 0 104,1 0 112,0 0-904,-1 0 944,0 0-119,0 0-73,0 0-104,0 0-64,1 0-64,0 0-520,0 0 400,0 0-120,-1 0-88,1 0-16,-1 0-32,2 0-24,0 0-120,-1 0 40,1-1-24,-1 1 8,1-1 16,0 1 40,0-1-24,0 1-56,1 0-24,0 0 8,1-1-8,-1 0 64,1 1 8,-1-1 8,-1 1-56,2 0 40,-1-1-96,3 1 32,-3-1 24,1 1-24,-1-1 104,0 1-80,2 0 0,-2-1-16,1 1 16,-1 0-16,4 0 48,-5 0-8,0 0-24,2 0 0,-1 0-56,1 0 16,-1 0 72,1 0-8,-1 0 16,-1 0-40,1 2 56,0-1-112,0 1 40,0 0 16,-1-1-8,1 0 56,-1-1-48,0 2 32,0-1-24,0 4 8,0-5 40,-1 2-16,0-1 41,1-1-81,-1 5 112,-1-4-32,-2 3 56,3-3 16,-3 4-16,2-4 72,2-1-208,-4 5 216,2-4-72,-2 3 32,2-3-8,-2 3-56,2-3 32,2-1-144,-4 4 112,2-2-88,-2 2 8,3-4-24,-1 4 40,0-2-24,2-2-24,-1 1 88,0 3-72,-1-3-48,2 1 8,0-1-8,0 1 64,0-2-32,1 1 8,0 0-16,1 1-40,-1 0 32,3-1-8,-2 1 24,-2-2 0,4 1 16,-3 1-48,5-1 8,-5 1 64,5-1-40,-5 1 24,-1-2-24,6 1 32,-5 0-72,4 1-8,-3-1 64,2 0 16,-2 1-32,-2-2 56,4 0-16,-3 2-80,0-1 40,3 0-16,-4 1 32,2-1-16,-2-1 40,0 2 16,0 0-24,0-1-8,0 0 32,0 1-8,0 0-48,0-2 72,-1 1-16,-1 0-56,1 1 0,-1-1 8,0 1 24,-2 2-32,4-4 56,-1 1-16,-1 1-24,-2-1-16,2 3 0,0-3-16,-1 0 16,2-1 16,0 2-32,-1 2-120,-2-4-112,2 2-112,0-1-160,-1 0 520,2-1-624,0 2-193,0 0-255,-2-2-240,2 2-320,0-1-409,-1 0 2041,2-1-2720,-2 1-881,1-1-128,0 0 1072,0 2 961,0-2 816,1 1 880,0-1-1224,0 0 1224</inkml:trace>
  <inkml:trace contextRef="#ctx0" brushRef="#br0">46330 12641 7009,'0'0'0,"0"0"2721,0 0-1081,-1 0-936,0 0-248,1-1-456,-2 1 504,2-1 152,-1 1 201,0 0 175,0 0 24,0 0-16,1 0-1040,0 0 896,-1 0-191,0 0-89,1 0-104,0 0-40,-1 0-24,1 0-448,0 2 376,-1-2-88,1 2-24,-1 0-8,1 1-32,0-2 16,0-1-240,0 4 280,0-2-119,0 2 31,0-3-16,0 4-80,0-4 96,0-1-192,0 6 136,0-5-48,0 4-48,0-3-16,0 4-8,0-5 40,0-1-56,0 6 40,0-5-40,1 4 0,-1-4 0,1 4 16,-1-4 40,0-1-56,1 4 56,-1-3-72,1 0 0,0 4 16,0-5 0,0 1-16,-1-1 16,1 2-24,0 0-48,0-2 32,1 0 40,-1 1-16,1-1-8,-2 0 24,3 2-32,-1-2-72,-1 0 8,1 0-16,2 0-80,-3 0 192,-1 0-176,1-1-72,1 0-49,2 1 17,-3-1 16,3 1-16,-3 0 280,-1 0-304,4-1-48,-3 0-152,3 0-120,-2 0-144,2 0-184,-3-1 952,-1 2-1161,4-2-295,-2 1-432,2-1-513,-3 1-552,2-1 137,-1 0 2816,-2 2-2041,4-2 697,-3 0 352,3 0-568,-4 2 1560</inkml:trace>
  <inkml:trace contextRef="#ctx0" brushRef="#br0">46433 12652 8841,'0'0'0,"0"0"4281,-1 0-1856,0 0-1497,1 0-560,-1 0-368,0 0 272,0 1 104,0 1 80,0 0 120,0 2 41,0-3-49,1 2-568,0-2 536,-1 0-16,1 5-128,-1-2-56,1 1-32,-1 1-112,1-1-192,0-3 176,-1 5-32,1 0-64,0 0-40,0-1 24,0 1-24,0-2-40,0-3 40,0 4 8,1 0-72,-1 0-32,1 0 48,-1 0-48,1-1 56,-1-4-120,1 5-168,0 0-288,0 0-256,0-1-256,0 0-361,0-1 1449,-1-3-1856,2 3-609,-2 0-735,1-3-161,0 4 833,1-4 847,-1 0 1681,-1 0-1232,1 0-384,-1-1 1616</inkml:trace>
  <inkml:trace contextRef="#ctx0" brushRef="#br0">46504 12707 7729,'0'0'0,"0"0"3425,-1 0-1153,1 0-2272,-1 0 977,1 0-497,0 0-136,-1 0 0,1 0 88,0-1 64,0 0-496,0 1 504,0 0-32,0-1-72,0 1-80,0-1-16,0 0-87,0 1-217,1 0 240,-1-2-80,2 1-40,0 0 16,2 0-24,-3-1 24,0 2-136,-1-1 120,5 0 8,-4 0-40,3 1 8,-3-2 56,3 1-16,-4 1-136,1-1 232,1 1 0,1-1-32,-1 1 80,-1 0-16,0 0-8,0 0-256,0 0 320,1 1-56,-1 0-32,-1 0 0,1 1 8,-1-1 32,0 1-272,0 0 241,0 0-25,0 2-64,0-2-24,0 3 16,0-3 40,0 0-184,0 1 192,0-1 0,0 4-32,-1-2 32,1 0 8,-2 1-64,1-3-136,0 0 232,0 3-80,-1 0-24,1 0 32,-1 0-32,1 0-16,0-2-112,1 0 144,-2 2 0,1 0-72,-1 0 64,1 0 8,0 0-32,0-4-112,1 2 136,0 1-48,-1 0-80,0 0 40,1-2 40,0 4-16,0-6-72,0 1 88,0 4-56,0-5-32,0 2 0,0 0 16,0-1 40,0-1-56,1 2 48,0-1-24,1 1-40,0-1 32,-1-1-40,3 0 64,-3 0-40,-1 0 32,1 2-80,4-2 8,-4 1-64,3-1 0,-2 0-88,0 0 192,0 0-352,0 0-152,4 0-200,-5 0-168,5 0-120,-2 0-233,-4 0 1225,1-1-1424,5 1-360,-5-1-537,5 0-807,-4 1-1033,3 0 512,-4-1 3649,0 1-2497,4 0 961,-3-1 768,3 1-632,-5 0 1400</inkml:trace>
  <inkml:trace contextRef="#ctx0" brushRef="#br0">46722 12738 6257,'0'0'0,"0"0"2776,0 0-839,0 0-1049,0 0-888,0 0 608,-1 0 80,1 0 160,0 0 185,0 0 111,-1 0-32,0 0-1112,1 0 1048,0 0-151,0 2-169,-1-2-104,1 1-128,-1 0-72,1 1-424,0-2 392,-1 4-80,1-3-88,-1 3-8,0-3-56,0 3 8,1-3-168,-1-1 192,0 4-32,0-3-63,-1 3-17,1-2 0,-1 2-48,1-3-32,0 0 96,0 3-48,-2-2-32,0 3 16,1-4-32,0 4-32,-1-5 32,2 1-64,0 3-88,-3-2-145,2 2-151,-2-2-80,2 2-152,1-3 680,0-1-744,-3 2-120,3 2-136,-1-4-129,0 1-183,0 0-200,1-1 1512,1 0-1697,-2 0-103,1 0 40,0-1 183,0 1 225,1-2 168,0 1 1184,-1 0-1017,1-3 169,0 2 240,0-2 256,0 2 200,0-2 120,0 3 32,0 0 16,0-3 16,0 3 0,0-4 48,0 3 144,0 1 248,0-2-472,0 1 744,0 1 241,0 0 159,0-1 8,0 0 24,1 0 9,-1 1-1185,0 1 1184,2-2-8,-2 1-64,0-1-31,0 1-33,1 0-64,-1 1-984,0-1 920,1 1-104,-1-1-103,1 0-65,-1 1-48,1 0-48,-1 0-552,0 0 528,1 0-88,0 0-64,0 1-32,0 0-24,0 1-48,0-2-272,-1 1 248,1 1-71,1-1-65,0 1-32,-1 2-8,3-3-8,-4 1-64,1 0 80,1-1-24,-1 4-40,3-4-32,-3 4-24,0-4-80,0 1 120,0 1-312,3-1-257,-3 2-279,3-3-264,-3 4-224,4-4-313,-4 0 1649,0 2-2016,3-2-521,-2 3-511,2-3-201,-2 1 776,3 2 873,-5-4 1600,1 0-1000,5 1-752,-6-1 1752</inkml:trace>
  <inkml:trace contextRef="#ctx0" brushRef="#br0">46814 12665 9754,'0'0'0,"0"0"3832,0 0-3832,0 0 1401,0 0-833,0 0-96,-1 0 144,0 0 208,0 0 192,1 0-1016,-1 0 1025,0 0-153,1 0-160,-2 0-104,1 0-136,-1 1-32,2-1-440,-1 1 360,0 4-56,0-4-39,-1 4-49,2-1 32,-1 1-56,0-4-192,0 5 144,0 2-32,-1 0-40,1 1 0,0 0 8,1-1-40,-1-6-40,1 4 88,-1 1-120,1-1-8,0 1 64,0 0-88,2-1 32,-2-5 32,0 4-168,2 0-216,0 0-216,2 0-257,-4 0-263,2-4-248,-2 0 1368,2 4-1761,-1-5-559,1 2-769,-1-1-680,0 0 433,0 0 1071,-1-1 2265,2 0-1424,-1 0-232,-1 0 1656</inkml:trace>
  <inkml:trace contextRef="#ctx0" brushRef="#br0">46887 12708 8385,'0'0'0,"0"0"4665,-1 0-4665,1 0 2841,-1 0-1881,1 0-440,-2 0-16,0 0 144,1 0 225,1 0-873,-2 0 944,0 0-64,1 0-80,0 0-160,-1 1-128,1 0-55,1 0-457,-2 0 384,1 3-120,-1-3-32,0 3-48,0-3-64,0 4 80,2-5-200,-1 2 168,-1 3-72,0 0-24,1 0-32,0-1-56,-1 0 16,2-4 48,-1 5 8,1 0-56,-1-1 8,1 0 8,0 0-16,0 0 0,0-4 32,1 2-16,0 3-64,3-3 24,-2 2 8,-1-4-16,4 2 32,-5-2 0,2 1-8,3 0-80,-4-1 16,4 0 32,-3 0 16,4 0 24,-6 0 8,1-1-16,5 0-40,-5-1-16,5-2 32,-4 2 64,2 0-32,-4 2 40,1-4 0,4 3-64,-4-4-24,3 4 40,-3-4 8,1 4 0,-2 1 56,1-5-16,0 3-40,-1-2-16,0 3 16,0-4-16,0 4 16,0 1 0,0-4 32,-1 2-144,0 0-16,-1-2-80,1 2-136,-1 0 344,2 2-440,-1-4-80,-1 3-153,1 0-175,0-1-104,-2 0-296,2 0 1248,1 2-1585,-2-2-479,1 0-737,0 0-647,-1 0 23,0 0 1016,1 0 2409,1 2-1480,-1-4 600,1 2-584,0 2 1464</inkml:trace>
  <inkml:trace contextRef="#ctx0" brushRef="#br0">46926 12585 11562,'0'0'0,"-1"0"5545,1 0-5545,0 0 1777,-2 0-1153,-2 0-360,3-1 72,-1 0 112,1 1 272,-1 0-720,1 0 792,0-1-40,0 0-103,-1 1-185,0 0-56,1-1-128,0 1-280,1-1 264,-2 1-64,1 0-120,0-1-40,1 0-40,0 0 16,0 1-16,0 0 16,0-1 0,0-1-64,0 1-64,0 0 56,1 1-56,0-1 112,-1 1-120,2-2-32,2 2-128,-2-2-80,1 2-32,-1-2-73,0 1 465,0 1-440,-1-2 0,4 1-56,-4 1-24,5-2 0,-4 1-56,1 0 576,-1 1-592,-1 0-96,5-2-169,-4 1-143,3 0-168,-3 0-224,1 1 1392,-1-1-1673,0 0-383,3 0-281,-3 1-95,3-1 559,-3 0 657,0 1 1216,0-1-712,-1 0 168,4 0-928,-5 1 1472</inkml:trace>
  <inkml:trace contextRef="#ctx0" brushRef="#br0">47024 12476 6169,'0'0'0,"-1"0"3048,1 0-3048,-1 0 2769,0-1-1369,-1 1-495,0 0-41,0-1 72,0 0 16,1 1-952,0-1 1000,0 0-87,-2 0-113,2 0-32,-1 0-144,0 0-72,2 1-552,-1-1 504,0 0-128,-1 1-64,0-2-48,1 1-48,-1 0-39,2 1-177,-1 0 208,0-1-56,0 1-72,0-1 0,0 1-48,0-1 8,1 1-40,0 0 40,-1-1-16,1 1-24,0 0 16,0 0-40,0 0 32,0 0-8,1 0-8,0 0-8,0 0-16,1 0-16,3 1 56,-5-1-32,3 1 24,-1-1 24,-1 1-32,5 0-48,-4 0 56,3 0-32,-4 1 64,1-2-32,1 0 24,-2 1-48,3 0-8,-2 0 8,2 0 48,-3 0 8,1 0-32,0 0 40,-1 1 0,1-1-40,-1 1 0,-1-1-16,2 1 32,-2-2-16,1 1 72,0 1-24,-1-1 8,0 1-24,0 2-8,0-4 48,0 0-72,0 1 64,-1 1 8,0 0-56,-1-1 8,1 1 24,-1-1 32,1 0-80,1-1 112,-2 2-56,1 0-16,-1-1-24,1 0 8,-1 1 8,2-1-32,-1 0 40,-1 0-8,2 1-64,-1-1 16,0 0 8,-1 1 72,2-2-64,0 2 16,0-1 0,-1 0-16,1 1-56,-1 0 40,1-1 32,0 0-16,0 2 24,0-2-32,0 1-40,0-1 40,0 4-8,0-4 16,0 0 0,1 2 40,0-2-64,-1 3 8,2-3 32,-1 3-32,0-3 40,-1 0-24,0 2 32,2-2-16,-2 3-16,1-3 40,-1 3-24,1-3-8,-1 0-8,0 2 56,0-2-96,0 3 24,0-3 32,0 3-16,0-3 32,0 0-32,0 2 8,0-2-32,-1 3-8,1-3-8,-1 0-56,-1 4-88,2-5 184,-1 0-320,-1 2-272,0 0-153,-2 2-159,3-3-168,-1 0-160,0-1 1232,0 1-1649,0 1-543,0-1-809,1 0-719,-2 0 271,2 0 1088,0-1 2361,0 1-1424,-2 0 592,2 0-432,1-1 1264</inkml:trace>
  <inkml:trace contextRef="#ctx0" brushRef="#br0">45506 12552 2536,'0'0'0,"0"0"72,0 0-56,1-2 0,0 2-16,0-1 16,3-1-16,-3 1-16,4-1 8,-4 1 0,3-1 8,-3 2 0,0-1 16,4-1-16,-3 1 0,4 0 8,-5 0 8,5 0 0,-6 1-16,1-1 16,5 0 0,-5 0-24,5 0 0,-5 0 8,5 0 8,-4 1-8,0-1 16,2 0-24,0 0 0,1 1 8,-2 0 0,1-1 32,-2 1-32,0 0 40,2-1 24,-2 1 48,4-1 160,-5 0 328,4 1 457,-4 0-1057,-1 0 1520,5-1 368,-5 1 89,1-1-73,1 1-136,-1 0-191,-1 0-1577,0 0 1392,0 0-248,0 0-143,0 0-73,0 0-96,-1 2-48,1-2-784,-2 1 720,1 3-120,-4-3-87,4 4-33,-3-3-56,-1 5-40,4-6-384,-3 4 320,-1 2-48,0 2-96,-2 0 24,2 0-16,0 1 0,3-7-184,-2 4 176,0 3-120,-1 1 0,1-1 16,0 1 16,0 1 88,3-10-176,0 7 144,-3 3-72,2 0-48,0 0 8,1-1 0,0 2-8,1-10-24,0 6 32,0 3-80,0 1-32,1-1 48,3 0-88,-3 0-48,1-10 168,3 9-272,1 0-256,0 0-168,1 0-96,0 1-161,2-1-103,-7-10 1056,4 8-1168,4 1-312,2 1-233,0-1-407,0 1-713,1-1-751,-11-9 3584,8 7-3185,5 1 904,0 0 761,-1-2-576,-14-7 2096</inkml:trace>
  <inkml:trace contextRef="#ctx0" brushRef="#br0">47152 12442 4881,'0'0'0,"0"0"0,0 0 1568,0 0-336,0 0-584,0 0-280,-1 0-104,0 0 56,1 0-320,0 0 473,0 0 143,0 0 128,0 0 88,0 0 32,0 1-16,0 0-848,0-1 777,0 1-97,0 4-120,0-4-88,0 3-40,0-2-24,0 1-408,0 0 416,0 1-40,1 2-16,0 1-24,1 1 9,2 1 47,-4-6-392,1 2 408,1 5-48,1-1-24,-2 1-32,1 0-24,-1 2 56,0-8-336,0 3 272,0 5-48,0-1-72,0 0-16,0 1 8,0 0 40,-1-8-184,0 4 144,0 4-24,0 1 24,0-1-40,0 2 64,0-2-40,0-8-128,0 5 80,0 3-24,0 0-16,-1-1 57,0 2-1,0-1 40,0-8-136,-1 4 120,-2 5-48,3-2-32,-3 1 16,2-1-16,-3 0 16,5-8-56,-1 5 64,-4 2-64,4 0 40,-3 0 8,2 0-96,-3 1 64,4-9-16,-1 5-64,-2 3-128,3-1 0,-4-1-112,3 0-169,-2-1-95,3-5 568,1 3-848,-1 1-320,-1-1-368,1 0-569,0-1-776,1 0-879,-1-3 3760,1 0-3577,0 3 1056,0-3 889,0 1-464,0-2 2096</inkml:trace>
  <inkml:trace contextRef="#ctx0" brushRef="#br0">47357 12515 7369,'0'0'0,"0"0"2617,0 0-857,-1 0-664,1 0-1096,0 0 768,-1 0-71,1 0 39,-1 0 96,1 0-24,0 2-40,0-2-768,-2 0 720,1 2-103,0 3-33,0-4 0,-1 4-104,1 0-16,1-5-464,-2 5 400,-2 1-112,3 2 24,-4 2-48,3 2 8,-3-1-272,5-11 280,-1 12-24,-4 0-56,1 0 16,2 0 25,-3-1-9,3 0-232,2-11 240,-4 11-80,3 0-64,0 0-8,-1-1-24,1 0 8,0 1-72,1-11 56,0 10 8,-1-1-88,1 2 24,0 0 24,0-1-48,1 0 24,-1-9 72,1 9-48,1-1-64,2-1 0,-3 1-16,4-1-16,-4-2 72,-1-6-120,5 6-144,-4 0-216,5-1-185,-5-1-167,5-2-160,-5 2 992,0-3-1160,5 0-193,-1 0-279,-1 1-336,0-1-481,0 1-535,-2-2 2984,-2 0-2753,5 0 705,-3 0 479,3-1-1071,-5 1 2640</inkml:trace>
  <inkml:trace contextRef="#ctx0" brushRef="#br0">45485 14019 7593,'0'0'0,"0"0"2153,0 0-329,0 0-464,0-1-167,0 1-33,0-1 0,-1 1-48,1 0-1112,-1-1 1064,1 1-135,0-1-137,-1 1-48,0-1-88,-1 1-48,2 0-608,-1-1 512,-1 1-80,0-1-63,0 1-17,0-1-32,-2 1-72,4 0-248,-2 0 208,1 0-80,-4 0 8,4 0 8,-4 0-24,4 0 24,1 0-144,-5 1 88,4 1-32,-4-1-16,4 3 48,-4-3-48,4 3 16,1-3-56,-5-1 56,4 5-72,-1-3 16,-2 3 16,3-3-16,-1 3 40,2-4-40,-2 0 48,-1 4-64,2-3 0,0 3 48,-1-4-64,2 4 48,0-5-16,0 2 32,0 2-96,0-2 56,0 2 48,2-3-80,2 3 96,-4-4-56,2 1 24,2 2-64,-2-1 24,3 2 0,0-3-24,-1 3 24,-3-4 16,3 1 48,0 3-80,2-3 32,-2 3 32,1-3-64,-1 0 88,-4-1-56,5 5 16,0-4-56,-2 0 40,2 3-32,-1-3 32,-3 1 40,-1-2-40,5 2 48,-3 2-96,3-4 40,-4 2 32,0-1-24,0 3 72,-1-3-72,1-1 56,-1 2-56,0-1 0,0 4 32,0-5-8,-1 2-24,1-2 32,-1 2 8,-1 1-40,-3-1 0,3-1 16,-3 4 0,0-5-16,5 0 40,-5 5-24,-2-4-48,1 3 8,-1-4 24,1 2 40,0 2-40,5-4 16,-5 0-32,0 1-112,0 0-112,1-1-112,0 0-200,1 0 552,3 0-704,-3 0-217,0-1-247,2-1-328,-2-2-392,3 3-697,-1-4 2585,2 5-3481,-2-2-312,2-4 897,0 0 855,0 0 473,0-3-480,0 9 2048</inkml:trace>
  <inkml:trace contextRef="#ctx0" brushRef="#br0">45555 13856 6825,'0'0'0,"-1"-1"2288,1 1-447,-1-1-737,0 1-264,-1-1-40,1 1-800,1 0 897,-2-1 63,0 0-16,1 1-64,0 0-40,0-1-79,0 1-761,1 0 728,-1-1-120,0 0-136,0 0-128,0 1-96,0-1-32,0 1-216,1 0 200,0 0-32,-1-1-80,1 1-48,0-1 0,0 0 0,0 1-40,0 0 120,0 0-16,1-1-32,0 0-8,0 1 0,3 0 0,-3-1-64,0 1 80,0-1-8,4 1-48,-5 0 16,5 0 16,-5 0 8,3 0-64,-1 0 80,-2 0 16,5 0-40,-5 0-16,2 0 24,2 0 9,-3 1-73,-1-1 96,2 1 24,-1 1-40,1-1 0,-1 1 48,1-1-48,-2 0-80,0 0 160,2 0-8,-1 0 0,0 1 0,-1 0 0,0 2 16,0-4-168,0 1 168,0 0 32,0 0-72,0 3-48,-1-2 48,1-1 16,0 0-144,-1 0 168,0 3 8,0-3-80,0 0 16,0 1 8,0 2-24,0-4-96,0 1 136,0 1-64,-1-1-48,1 0 64,-1 1-16,1 0 48,0-2-120,0 1 128,0 0-72,-1 1 8,1-1-40,0 1 8,0 0 0,1-2-32,-1 1 8,1-1 8,-1 1-32,0 1 16,1-2 48,-1 2 24,1-2-72,0 0 56,0 1-24,0 0-64,0 1-8,0-2 24,0 1 32,0-1-16,0 0 40,0 0-80,1 1-16,1-1 8,-1 2 8,0-2 64,2 0-24,-2 1 0,1-1-128,2 1-152,-4-1-112,6 0-168,-5 0-144,2 1 704,0 0-896,1-1-249,1 1-263,0-1-272,1 0-353,1 0-543,-3 0 2576,1 0-3193,5 0-424,0 0 889,1 0 807,-3 0 553,1 0-888,-9 0 2256</inkml:trace>
  <inkml:trace contextRef="#ctx0" brushRef="#br0">45913 14021 6249,'0'0'0,"0"-1"2152,0 1-2152,0 0 2257,0 0-513,0 0-232,0 0-55,-1 0-9,1 0-80,0 0-1368,0 0 1249,-1 1-153,1-1-200,0 1-152,-1-1-56,1 1-95,-1 1-593,1-2 520,0 1-64,-1 1-152,1-1-64,-1 1-8,1 2-88,0-3-144,-1-1 184,1 4-32,-1-3-64,1 3 0,-1-2-8,1 2-24,-1-2-56,1-2 104,0 5-24,-1-4-64,1 3-16,0-2 0,-1 3 16,0-4-16,1-1 0,0 5 56,-1-4-144,1 4-64,-1-4-48,0 4-264,1-4 464,0-1-616,0 6-184,0-5-249,0 4-151,0-4-144,0 4-264,0-4 1608,0-1-1889,0 5-335,0-4-529,0 4-360,0-4 545,0 4 727,0-4 1841,0-1-1360,0 4-1048,0-4 2408</inkml:trace>
  <inkml:trace contextRef="#ctx0" brushRef="#br0">45888 14113 11522,'0'0'0,"-1"0"4281,0 0-2353,0-1-1928,1 0 1113,-3 0-273,2-1-88,-2 1 0,2-1 40,0 0 0,-1 2-792,2-1 793,-2 0-65,1-1-104,0 1-64,0-1-24,0 1-64,0-1-472,1 2 480,-1-1-88,1-1-128,0 0-104,0 1-24,0-1-48,0 1-88,0 1 121,1-1-33,0-1-48,1 1-56,2-1 16,-2 1 16,0 0-16,0 1 48,-1-2-8,4 1-24,-3 1-16,3-1 16,-3-1-32,1 2 16,-1 0 0,0 0-56,4-1-313,-1 0-175,-1 1-168,1 0-280,-2 0 992,-1 0-1136,3 0-225,3 0-399,-1 2-368,0-2-553,0 2-856,-3-2 3537,-2 1-4001,5-1 969,0 1 871,-1 1 585,-1-1-400,-5-1 1976</inkml:trace>
  <inkml:trace contextRef="#ctx0" brushRef="#br0">46288 13549 4512,'0'0'0,"0"0"1569,0 0-169,0 0-1400,0 0 1368,0 0-159,0 0-65,-1 0 88,1 0 40,-1-1-55,0 0-1217,1 1 1168,0 0-128,0-1-144,-1 1-103,1-1-57,0 0-128,0 1-608,0 0 536,0 0-152,0-1-104,0 0-56,0 0-48,0-1 8,0 2-184,0 0 184,1-2-24,1 0-56,3 1-32,-4-4 16,5 4 16,-2-3-104,-4 4 120,6-5 0,0 2-80,1-1-8,-1 0 32,0 1-8,-1-1-56,-4 4 80,4-2-16,0-2-32,0 3-32,0 0 8,-1 1 64,0-1-72,-4 1 40,2 0 17,3 0-33,-5 0-40,1 0 64,1 1-8,0 0-40,-2 0 64,1 0 8,0 4-24,0-4-16,-1 5 32,0-2 32,0-1-96,0-2 96,-1 5 16,-3 1-56,2 2-16,-3 0 40,0 0 8,1-1-88,3-7 80,-3 8 72,0-2-24,0 1-16,0-2 64,-1 2-16,2-2-160,2-6 152,-3 7 0,2-1-40,-3 0 16,4 0 32,-5 0-8,5-2-152,1-3 128,-4 5 16,2-1-80,1-1-8,-1 1 56,0-1-40,1-1-72,1-2 104,-2 1-32,1 1-72,1-1 0,-1-1 40,1 0 8,0 1-48,0-2 24,0 1 40,0 1-64,1-1-16,0 0 16,1 0-16,-1 0 16,-1-1 16,4 0 0,-3 1-48,3-1-8,-3 0 64,4 0-48,-4 0 24,0 0-32,4 0-88,-3 0-192,3 0-120,0-2-152,-2 1-192,1 0 776,-3 0-928,4-1-241,-1 1-295,0-1-304,1 0-489,0 0-623,-1 1 2880,-3 1-3657,4-2 400,0 1 905,0-1 711,0 0-287,-5 2 1928</inkml:trace>
  <inkml:trace contextRef="#ctx0" brushRef="#br0">46480 13650 15635,'0'0'0,"0"0"2392,-1 0-1583,0 0-441,0 0 32,-2 0 160,2 0-560,0 0 704,0 0-24,0 0-136,-1 0-160,0 0-88,1 0-56,0 0-240,0 0 184,-1 0-16,1 0-103,0 0-25,0 0 16,0 0-32,0 0-24,1 0 32,0 0-48,0 0-64,0 0-169,0 0-111,0 0-224,0 0 584,0 0-904,1 0-320,1 0-433,-1 0-455,3 0-505,-2 0-551,-1 0 3168,2 0-3073,-2 0 785,5 0 591,-5-2-1159,-1 2 2856</inkml:trace>
  <inkml:trace contextRef="#ctx0" brushRef="#br0">46613 13516 10522,'0'0'0,"0"0"3480,0 0-1871,-2 0-745,1-1-120,0 1-744,0-1 848,0 1 89,-1 0-9,0-1-88,1 0-120,0 0-88,0 1-632,0-1 576,-1 0-80,-3 1-47,4 0-25,-1-1-48,-2 1-16,3-1-360,1 1 304,-5-1-80,3 1-72,-2 0-32,3 0 8,-4 0-32,5 0-96,-1 0 96,-4 2-32,3-1-64,0 0 40,-2 1-24,3 0 40,0-1-56,0 2 56,-1-2-56,0 3 0,0-3-16,1 3 16,0-3 32,1 0-32,-1 2 8,1-2-8,0 3-24,1-3-32,1 3 72,2-3-16,-4 0 0,1 2 40,5-2-24,-2 3-88,0-3 96,3 3-32,1-2 8,-5-1 0,2 3 40,3-3-96,-1 4 0,0-4 64,-1 3-16,1-2 64,-6-1-56,3 2 24,1-1-64,-1 2 24,-2-3-40,3 4 96,-4-4-8,0 1-32,0 0 32,3 0-8,-4 2-80,1-2 96,-1 2-8,0-2-8,0-1-24,0 2 72,0-1-96,0 3 8,-1-3 32,0 3 8,-1-3 24,1-1-48,-2 3 56,1-2-24,-2 3-8,2-4 48,-3 4 32,3-4-16,1 0-88,-4 3 112,1-3-72,0 3-8,0-4 56,2 1-16,-3 0 32,5-1-104,-2 0 104,-3 0-96,3 0-8,-2-1 16,2 0 0,-1-1 56,3 2-72,-1-4 16,0 2-32,0-4 48,1 2-16,0 0 24,0-1 8,0 4-48,1-3-48,0-2 8,3-2-8,1 1 48,-1-1 56,0 1-24,-4 6-32,4-5-16,1-1-40,-1 1-16,0-1 0,0 1 8,0-1-48,-3 7 112,2-5-160,1 0-104,0 0-8,-3 0-24,5 0-104,-4 1-24,-2 4 424,4-4-600,-2 2-208,2-2-113,-3 3-215,0 0-200,0-2-224,0 3 1560,0-1-2017,1-1-551,-1 0-681,0 1-24,1 1 873,0-2 743,-2 2 1657,0 0-1120,2-2-992,-2 2 2112</inkml:trace>
  <inkml:trace contextRef="#ctx0" brushRef="#br0">46217 13440 6401,'0'0'0,"-1"0"1856,0 0-223,0-1-577,-1 1-240,0 0 16,0 0-832,0 0 896,0 0 65,-2 0-65,3 0-88,-4 1-24,3 3-80,-2-2-704,1-2 648,-2 5-71,-1 0-97,0 1-72,0 0-8,0 0-64,3-2-336,0-1 344,-2 4-56,0 1-56,1 0-56,0 1-48,2-2 48,0-2-176,0-1 104,0 5-56,1-1 32,0 2-96,-1-1 48,2 0 56,0-4-88,0 0 40,0 4-16,0 2-8,0-1-32,2 1 16,2-1 32,-3-4-32,0-2 24,4 8-104,-1-2-80,2 1-72,-1-2-160,2 0-96,-4-3 488,1-1-736,4 4-264,1 1-329,1-1-343,2-2-304,1 1-289,-8-6 2265,2 1-2488,7 0 191,1-1 561,2-1 447,-1-1-871,1 0 376,-17 0 1784</inkml:trace>
  <inkml:trace contextRef="#ctx0" brushRef="#br0">46730 13388 7833,'0'0'0,"-1"0"1809,1-1-713,-1 1-408,0-1-56,0 1 112,1 0-744,-1-1 800,0 1 33,0-1-65,1 1-72,-1-1-88,1 1-72,0 0-536,-1-1 480,0 1-80,1-1 16,0 1 9,0 0-41,0 0 48,1 0-432,0 0 352,0 0-56,0 1-16,4 1-40,-5 2 16,5-3-24,-5-1-232,1 4 216,4 1-56,-1-1 8,1 1-8,0 1-32,0-1 32,-4-4-160,3 4 144,0 1-64,2 1 40,-2-1-56,0 2 16,1-1 40,-5-7-120,4 8 80,0-1-24,-2 1-48,3-1 8,-3 1 16,2 1 8,-4-9-40,1 9 88,0 0-88,1 0 32,-1 1 32,-1-1-64,0 1 96,0-10-96,0 9 65,-1 1-90,0-1 42,0 0-17,0 0-41,-1-1 90,2-8-49,-2 9 16,1-1 0,-2 0-16,-1 0 0,4 0 0,-3 0 8,3-8-8,-4 7 0,3 0-81,0-1-55,-3-1-128,3 0-136,0 0-184,1-5 584,-3 5-840,2 1-368,-1-2-401,0 0-487,1-2-657,0 3 2753,1-5-3416,-1 2 375,0 3 793,0-4 543,0 1-815,1-2 2520</inkml:trace>
  <inkml:trace contextRef="#ctx0" brushRef="#br0">46090 11860 11850,'0'0'0,"0"0"3513,-1 0-2337,0 0-752,-4 1-176,4 1 56,-1 3 112,0-5-416,0 1 520,0 5 25,0-2-97,-2 1-40,3 2-8,-4 1 8,2-3-408,1 0 432,-4 5-32,1 2-8,-1 0 0,1 1-112,-1 0-16,3-6-264,0-1 216,-2 8-136,1 1 32,-1 0-32,1 1-16,3 0 9,-1-7-73,0-1 80,1 9-40,0 2-56,1-1-8,0 2-48,0-3-33,1-9 105,2 2-192,1 7-184,3-2-232,0 0-240,2 1-368,2-1-441,-5-9 1657,1 2-2304,6 6-881,1 1-536,3-2 689,-2-2 815,1-1-895,-16-10 3112</inkml:trace>
  <inkml:trace contextRef="#ctx0" brushRef="#br0">47653 11775 3400,'0'0'0,"0"0"648,0 0-136,-1 0 49,1 0 71,-1 0 104,1 0 176,0 0-912,0 0 992,0 0-80,0 0 9,0 2-73,0-2-24,0 1 0,0-1-824,0 1 792,0 4-47,1-5-57,0 5-64,0-4-104,3 5 8,-3-5-528,0 4 512,5-1-128,-2 3 32,1 0-16,0 0-64,0 1 25,-5-8-361,6 8 320,0 1-112,-1-1-32,1 0-24,-1 1-32,0-1 32,-5-8-152,5 10 88,-1 0-40,1-1-8,-2 1 8,-1 0 8,3 2-56,-5-12 112,1 10-40,3 1-16,-3 1 8,-1-1 24,1 0-24,-1-1-64,0-9 104,0 10 8,0 0-24,0 1 40,0-1 0,-2-1 16,1 1-144,0-10 120,-2 10-16,1 1-64,0 0-32,-3 1 24,3 0-32,-3-1 0,5-11-32,-4 11-160,-1 0-272,1 0-408,-1 0-520,1 0-833,0 1 2225,3-12-3449,-4 14-912,0-2 1001,-1 0 975,-1 0-15,7-13 2400</inkml:trace>
  <inkml:trace contextRef="#ctx0" brushRef="#br0">46954 13329 3928,'0'0'0,"0"0"704,0 0-287,0-1 55,0 0 216,0 0 192,0 0 192,0 1-1072,0-1 1217,0 0-1,-1 0-48,1 1-56,-1-2-72,1 1-87,0 1-953,-1-1 856,1 0-80,-1 1-144,1-1-64,0 1-8,-2-1-71,2 1-489,-1 0 456,0 0-40,0 0-96,1 0 8,-2 0-8,1 1-8,0-1-312,0 1 288,0 0-32,-1 4-64,0-4-24,0 4 32,0-1-40,1-2-160,0 1 192,-3 2-56,2 1-56,-2 2 24,2 1-8,-3 0-8,4-5-88,0 3 112,-4 3-48,4 1-32,-3 0 16,2 1-8,0-2 32,2-6-72,-1 3 40,-1 3-32,1 0-16,-1 0 8,1 0 0,0 1 24,1-9-24,-1 6 40,0 1-48,1 1-8,-1 0-16,1-1 8,0-1 24,0-5 0,0 3-56,0 1-48,1 1-112,1-1-80,2 1-80,-3-1-72,1-6 448,1 4-568,-1 3-152,3-1-128,-1 0-129,0 1-143,1-1-192,-4-4 1312,3 2-1552,1 2-337,0 0-311,1 0-153,-2 0 393,1 0 512,-4-6 1448,2 3-1217,1 1-1535,-4-5 2752</inkml:trace>
  <inkml:trace contextRef="#ctx0" brushRef="#br0">47628 13358 9498,'0'0'0,"0"0"4040,-1 0-1807,0-1-1209,0 1-1024,1 0 736,-1 0-24,1-1 49,-1 0 31,1 1-96,-1-1-104,1 1-592,0-1 528,0 1-72,0-1-96,0 1-32,0 0-8,0-1-48,0 1-272,0 0 241,1-1-33,1 1-72,-1 0 32,4 0-8,-4 0 24,0 0-184,2 0 136,-2 2 16,5-1-72,-5 1 8,5-1 48,-5 4-32,2-5-104,0 1 152,-2 3-16,5-3-32,-4 4 8,3-3 0,-1 4 0,-3-4-112,2 1 104,1 3-48,1 1-32,-1 0 8,1 2 56,-4 0 24,0-7-112,2 3 88,-1 3-32,-1-1-40,1 0 0,-1 0 40,0 0 0,-1-5-56,0 3 72,0 2 16,0 0-64,-1 2 64,0-1 0,-1 1-16,1-7-72,-2 4 72,2 2-56,-3 1-16,2-1 16,-3 0 40,3 0-56,0-6 0,-1 4 32,-2 2-48,1-1-72,1 0 56,-1 0-80,-1-1-80,4-4 192,-2 3-312,-2 1-208,0 0-184,-1-1-176,1 1-233,0-1-295,4-4 1408,-3 3-1840,-1 1-737,-1 0-944,0-1-863,0-3 1031,-1 5 1024,6-5 2329,-3-1-1432,-3 4-600,7-4 2032</inkml:trace>
  <inkml:trace contextRef="#ctx0" brushRef="#br0">46264 14047 4865,'0'0'0,"0"0"1256,0 0 56,-1 0-136,1 0-1176,-1 0 921,1 0-97,0 0 16,-1 0 24,0 0 8,1 0 8,0 0-880,0 0 833,-1 1-113,0 1-72,1-1-48,0 3-104,-1-2-48,1-2-448,-1 4 416,1-3-120,-1 5-8,1-1-31,0 1-73,-1 1 48,1-6-232,-2 7 192,1 1-104,0 1-16,1 0-32,-1 0 8,1 0 24,0-9-72,-1 8 64,0 1-40,1-1-56,0-1 40,0 0-40,0 0 32,0-7 0,0 6 8,0 0-80,0 0-32,0 0-56,0-1-136,0-1-104,0-5 400,0 5-609,0 0-279,0-1-192,1-2-192,-1 3-225,1-4-255,-1-1 1752,0 1-2128,1 3-201,-1-3 497,1 0 535,-1 1 321,1-1 976,-1-1-2424,0 0 2424</inkml:trace>
  <inkml:trace contextRef="#ctx0" brushRef="#br0">46322 14221 8289,'0'0'0,"0"0"2673,0 0-1153,-1 0-728,1 0-120,-1 0 81,1 0-753,0 0 856,0 0 72,-1 0-120,0 0-144,1 0-120,-1 0-159,0 0-385,1 0 280,-1 1-56,1-1-88,0 1-56,-1-1 0,0 1-72,1-1-8,0 0-24,-1 1-24,1-1-128,-1 1-224,1-1-329,-1 1-455,1-1 1184,0 0-1664,0 1-497,0-1-639,0 1-121,0-1 689,0 1 471,0-1 1761,0 0-2912,0 0 2912</inkml:trace>
  <inkml:trace contextRef="#ctx0" brushRef="#br0">46380 14095 4336,'0'0'0,"0"0"4601,0 0-2504,0 0-1225,-1-1-440,1 0-88,0 1 104,0 0-448,0 0 576,0-1 33,0 1-25,0-1-56,0 0-80,0 0-32,0 1-416,0 0 376,0-1-40,0 1-88,0 0-48,0-1-48,0 1-24,0-1-128,0 1 88,1-1-16,0 1-48,0-1-24,0 1 8,0-1 16,2 1-24,-2 0 24,1 0 24,-1 0-48,0 0 0,4 0 24,-4 0 0,0 0-24,0 0 72,0 0 8,3 1-16,-3 0 16,0 1 40,1-1 24,-1 2-144,0-1 209,0-2-17,0 5-48,1-4 16,-1 5 0,-1-5-24,1 2-136,-1 0 144,0-2-48,2 6-32,-2-3 0,0 1 32,0 0-8,-1-1-88,1-1 64,-1 4-24,1-1-56,-1 1-8,1 0 48,0 0 24,-1-3-48,1-1 24,0 3-8,-1 1-40,0-1-16,1 0 40,0 0-40,0-3 40,0 0-24,0 2-48,0 1-120,0-1-80,0 1-160,0-1-201,0-2 633,0-1-872,2 3-264,-1 0-256,-1-1-193,0 1-215,1-1-304,0-2 2104,0 0-2297,0 0 409,0 2 535,-1-3 409,0 0-1512,0-1 2456</inkml:trace>
  <inkml:trace contextRef="#ctx0" brushRef="#br0">46408 14180 7337,'0'0'0,"0"0"3681,-1 0-1289,0 0-1359,-1 0-377,0 0-8,1 0-648,0 0 712,-1 0 48,0 0-64,0 0-112,1-1-135,-1 1-137,2 0-312,-1 0 232,0 0-104,0 0-80,0 0-8,1-1-16,0 0-16,0 1-8,0 0 32,2-1-64,2 1-40,-3-1-16,3 1-24,-2-1-72,0 1 184,2-1-280,1 0-201,1 0-263,0-1-240,2-3-312,1 2-144,-7 2 1440,4-2-1633,2 1-167,-1-3-185,1 3 57,-1-3 456,0 3 463,-5 0 1009,3-1-560,1 1 168,1-3-928,-1 4-408,-6 1 1728</inkml:trace>
  <inkml:trace contextRef="#ctx0" brushRef="#br0">46534 14106 5209,'0'0'0,"0"0"1112,0 0 40,0 0-1152,-1 0 992,0 0-168,1 0-31,-1 0 31,0 0-8,1 0 8,0 0-824,-1 0 800,1 0-71,-1 0-73,0 0-72,1 0-88,0 0-80,0 0-416,-1 0 376,1 0-72,0 0-48,0 0-56,0 0-16,0 0 16,0 0-200,0 0 176,1 0 0,1 0-32,-1 0-48,1 0 24,-1 0-8,2 0-112,-2 0 153,0 0-9,3-1-64,-3 1-8,3-1 0,-3 0 0,0 1-72,0 0 72,3 0 0,-3 0-56,1 0-8,-1 0 32,3 0-16,-4 0-24,1 0 40,0 0-8,1 0-40,-1 0-16,1 0 32,-1 0 16,0 0-24,0 0 56,-1 0 0,0 0-40,0 0 16,0 2 32,0-1 24,0-1-88,0 1 88,0 0 0,0 1-64,-2-1 0,0 3 24,1-2-8,0-2-40,0 1 72,-3 0-8,2 4-8,0-4-24,-2 3 32,3-3 0,1 1-64,-1 0 64,-1-1 0,0 3-48,0-3-8,0 3 32,0-3-16,1 1-24,0 0 64,0-1-48,-1 3-16,1-3-16,0 3 0,0-3 32,1 0-16,0-1 16,0 2 8,0 2-48,0-3 24,1 0 0,1 1 0,-1 0 0,-1 0 32,2-1-32,-1 1 0,3-1-8,-3 3-8,3-3 32,-3 0-16,0 0 8,3 3-8,-4-3 16,2 1 24,2 2 8,-3-3 80,-1 0-128,1-1 152,1 2-8,0 2 8,-1-3 48,1 1-8,-1-1 16,0 1-208,-1 0 216,1-1-72,-1 0 0,0 1-24,0 2 16,0-3-16,0 0-120,0-1 144,0 2-64,-1 0-80,0-1 80,0 0-48,-1 1 32,1-1-64,1 0 81,-3 0-65,0 0-32,1 1 32,0-1-40,-2 0-9,3 0 33,0-1-64,-1 0-192,-2 0-160,3 0-168,0 0-144,-1 0-88,1 0 816,0-1-936,-1 0-177,0 0-175,0-1-192,1 1-233,-1-1-223,2 1 1936,-1 1-2136,-1-2-201,2 0 521,-1 1 551,1-1 505,0 1 488,0 0 272,0 0-360,1-1-1360,-1 2 1720</inkml:trace>
  <inkml:trace contextRef="#ctx0" brushRef="#br0">46639 14111 2936,'0'0'0,"0"0"0,0 0 752,0 0-488,0-1 32,0 1 201,1-1 303,1 1 376,-2 0-1176,1-1 1424,-1 1 57,1-1-89,1 1-112,-2-1-128,1 1-39,-1-1-1113,0 1 984,1 0-112,-1 0-104,0 0-64,0 0-88,2 0-55,-2 0-561,0 0 488,0 0-128,0 0-72,0 0-8,0 0-40,0 0-8,0 0-2120,0 0 3992,0 1-1992,0-1 8,0 1 0,0 0 8,0 0 16,0-1-144,0 1 88,-1 0-8,0 1-40,1-2 40,0 1 0,-1 0-32,1-1-48,0 2 24,0-1-32,0 0-16,-1 0 48,1 1 0,0-1 32,0-1-56,0 1 48,0 0-72,0 0 24,0 0 0,0 0-16,0 0 32,0-1-16,0 1-40,1 0-40,0 0 0,0 0 32,0 0 56,0-1-32,-1 0 24,2 1-40,-1-1-40,1 1-64,-1-1 16,3 0-56,-3 0-24,-1 0 208,4 0-288,-3 0-176,3 0-104,-3 0-160,3 0-193,-3 0-151,-1 0 1072,4 0-1240,-2 0-184,1 0-185,-2 0-151,3 0-297,-2 0-79,-2 0 2136,3-1-1640,-2 1 439,3-1 473,-3 1-200,1-1-1152,-2 1 2080</inkml:trace>
  <inkml:trace contextRef="#ctx0" brushRef="#br0">46713 14111 6249,'0'0'0,"0"-1"2016,-1 1 25,1 0-2041,0 0 1352,-2 0-296,1 0-8,0 0 9,1 0-17,-2 0-96,2 0-944,-1 1 792,1 0-168,-1 0-95,0 0-25,1 1-72,-1-1-48,1-1-384,0 5 328,-1-4-112,0 4-64,1-4-24,-1 4-24,1-3 8,0-2-112,-1 7 88,1-3-64,-1 0-48,1 2 24,-1-2-48,1 2 48,0-6-64,-1 6-88,1 0-248,0-2-336,0 1-344,0 0-465,0 0 1545,0-5-1936,0 6-345,0-2-567,1 1 47,1-1 705,-1 0 575,1 0 1521,-2-4-1592,1 2-240,-1-2 1832</inkml:trace>
  <inkml:trace contextRef="#ctx0" brushRef="#br0">46762 14131 6961,'0'0'0,"0"0"2072,0 0-527,0 0-809,-1-1-208,1 1-528,0 0 536,0-1 64,0 1 8,0-1-39,0 0-17,0 0-32,0 0-520,0 1 472,0-1-16,0 0-48,0 0-64,1 0 16,0 0-56,0 0-304,-1 1 256,1-1-8,0 0-64,1 0-40,-1-1 8,1 2 9,1-1-161,-2 1 144,-1-1 24,1 0-56,1 0-16,-1 1 32,1-1-32,-1 1-96,-1 0 112,2-1 0,-1 1-56,0 0 8,0 0 0,0 0 8,0 0-72,-1 0 128,0 0-40,1 0 0,-1 2-48,0-1-16,0 1 64,0-1-88,0-1 96,0 2 48,0-1-56,0 1 0,0-1 40,0 4 16,-1-4-144,1-1 200,0 4-32,-2-3 32,1 3-32,-1-3 16,1 5 40,0-5-224,1 0 208,-3 4 32,2-4-40,-1 5-24,0-4 8,0 3-15,0-4-169,2 0 216,-2 4-24,0-1-72,0-2-8,0 3-56,0-3 8,1 1-64,1-1 112,-2 0-32,0 3-8,1-3-56,-1 2-32,1-2 56,1 1-40,-1-2 24,1 0 48,0 3-40,-1-3-80,1 0 48,0 1 0,0-1 0,0-1 0,0 2 0,0-1-8,1 1-64,0-1 72,1 0-16,-1-1 16,-1 0-40,2 1 16,-1-1-144,3 0-64,-3 0-96,1 0-121,0 0 449,0 0-560,-1 0-112,4 0-184,-5-1-160,4 1-184,-3-1-233,2-1 1433,-1 2-1688,-1-2-329,3 1-327,-2-1-281,2 0 289,-2 0 648,0-1 1688,1 2-1089,-1-1 401,3-2-1304,-5 4 1992</inkml:trace>
  <inkml:trace contextRef="#ctx0" brushRef="#br0">46898 14154 4729,'0'0'0,"0"0"1520,0 0 48,0 0-1568,0 0 1464,0 0-231,0 0-25,0 0 112,0 1 17,0-1-73,0 1-1264,0 0 1152,0-1-152,0 1-144,-1 0-95,0 1-57,1 0-112,0-2-592,-1 1 552,0 4-96,-1-5-144,0 5-32,1-4-80,0 3-56,0-3-144,0-1 144,0 5-80,-1-3-32,0 2 8,1-2-32,-2 2-8,2-3 0,0 0 16,0 4-72,0-4-128,-1 3-96,1-2-192,-1 2-256,1-3 728,0 0-864,0 3-296,-1-3-209,1 3-191,-1-3-288,1 0-137,1 0 1985,0-1-2072,-1 2-113,0-2 193,1 0 552,-1 0 495,1 0 481,0 0 464,0 0-192,0-2-312,0-3-1632,0 5 2136</inkml:trace>
  <inkml:trace contextRef="#ctx0" brushRef="#br0">46865 14154 2152,'0'0'0,"0"0"1928,0 0-1928,0 0 921,0 0 311,0 0 384,0 0 177,0-1-65,0 1-128,0 0-1600,0 0 1369,0 0-273,0 0-208,0 0-144,0 0-88,0 0-40,0 0-5985,0 0 11331,0 0-5530,0 0-80,0 1-40,0 0-72,0 1-16,0-2-224,0 2 192,0-1-64,1 0-72,-1 3 32,1-2-24,1-1-16,-2 0-48,1-1 56,-1 5-72,1-4-8,1 0 24,-2 1-40,2 2-40,-2-4 80,1 1-192,1 0-272,0 0-288,-1 1-329,3-1-367,-3 0-376,-1-1 1824,4 1-2233,-3 0-503,3-1-73,-3 0 665,5 0 663,-5 0 89,0-1 1392,4 0-2032,-5 1 2032</inkml:trace>
  <inkml:trace contextRef="#ctx0" brushRef="#br0">46976 14080 6993,'0'0'0,"0"1"4457,0-1-2017,0 0-1535,-2 1-449,1 0 16,0-1-472,0 1 536,0 0 24,0 1-16,-1-1-64,1 4-64,0-5 0,0 0-416,0 6 425,0-5-65,-1 5-16,0-5-32,2 5-96,-2-2-24,2-3-192,-1 2 152,0 2-104,1-1 0,-2 1-8,2-1-48,-1 1 16,1-5-8,0 5-24,-1-1-120,1 0-56,0 0-176,0 0-232,0-2-225,0-2 833,0 5-1104,1-4-240,1 1-128,-1 2-145,1-4-167,0 1-225,-2-1 2009,4 0-2168,-4 0 432,4 0 503,-2-1 505,1 0 264,-1-1-1856,-2 2 2320,0 0 0</inkml:trace>
  <inkml:trace contextRef="#ctx0" brushRef="#br0">47040 14097 5745,'0'0'0,"-1"0"1880,1 0-23,-1 0-649,0 1-240,0 0-64,-1 1-904,2-2 920,-2 4-55,1-3-129,0 3-96,-1-2-24,0 3-24,1-4-592,1-1 600,-1 6 8,-1-5-72,0 4-39,2-3-49,-2 4-48,1-5-400,1-1 352,-1 5-24,1-3-72,0 3-16,-1-3-48,0 3 8,1-4-200,0-1 216,0 4-32,0-3-48,0 3-72,0-3-16,2 1 32,-1-1-80,-1-1 72,2 2 8,-1-1-56,1-1-8,0 0 16,1 0 24,-2 0-56,-1 0 40,2 0 0,-1 0-64,4-1 24,-5 0 24,2 0-8,-1-1-16,-1 2 64,2-4-48,-1 3-56,1-1 8,0-3-16,-1 4-32,0-3 80,0 3-96,0-1-112,0-2-176,-1 2-144,0-2-208,2 3-112,-2-3 848,0 3-1024,0-1-225,0-3-303,0 1-417,0 0-271,0-1-281,0 3 2521,0 1-2464,0-3 680,0 0 559,0 0 369,-1 0-1448,1 4 2304</inkml:trace>
  <inkml:trace contextRef="#ctx0" brushRef="#br0">47072 14022 10290,'0'0'0,"0"0"3136,0 0-1511,0 0-473,-1 0-32,1 0 88,0 0-23,0 0-1185,0 0 1112,-1 0-160,0-1-160,0 1-96,1 0-71,0 0-105,-1 0-520,1 0 432,-1 0-80,1-1-160,0 1-64,-1 0-32,1 0-48,0 0-48,0 0 56,0 0-32,0 0-32,0 0 16,0-1-8,0 1 0,0 0 16,0-1-32,1 1-96,0 0-32,0-1 8,0 1-72,0-1 208,0 1-240,0 0-96,3-1-128,-3 1-128,4-1-17,-5 1-55,2-1 664,0 1-752,-1-1-112,4 0-128,-5 0-89,5 0-95,-5 0-72,3 1 1248,-1 0-1368,-2-1-169,5 1-215,-5-1-208,5 1-217,-5-1 353,1 1 1824,0-1-1321,3 1 433,-3 0-48,1-1-1048,-2 1 1984</inkml:trace>
  <inkml:trace contextRef="#ctx0" brushRef="#br0">47144 13958 6209,'0'0'0,"0"0"1880,-1 0-127,0 0-457,0 0-56,1 0-1240,-1 0 1208,0 0-119,0 0-185,0-1-168,0 1-144,0 0-56,1 0-536,-1 0 480,0 0-40,0 0-63,0 0-73,0 0-40,1 0-48,-1 0-216,1 0 160,-1 0-64,1 0-24,-1 0-40,1 0 24,0 0 32,0 0-88,-1 0 16,1 0-56,0 0-24,0 0 40,0 0 48,1 0-24,-1 0 40,1 0-64,0 0 0,1 0-24,-1 0 8,1 0 40,-2 0 0,1 0-16,3 0-16,-3 0-32,1 0 24,-1 0 16,3 0 16,-4 0 8,1 0 0,1 2-56,-1-2 24,1 1-8,-1-1 16,1 1 40,-2-1-16,1 0 24,-1 1-24,2-1-16,-1 1 32,0-1 16,0 1 48,-1-1-80,0 0 72,0 1-32,0-1 8,0 2 0,0-1 16,0 0 24,0 0-88,0 0 56,0 0 8,0 1 0,0-1 24,-2 1 0,1-2 40,1 1-128,-1 0 104,0 1-40,1-1 0,-1 0-16,1 1 0,-1 0 48,1-2-96,0 1 48,-1 0-24,1 1 0,-1 0 8,1-1 16,-1 0 0,1-1-48,0 1 0,0 1-8,0-2-16,0 2 32,0-1 96,0 1-64,0-2-40,0 1 8,0 0-32,1 1 16,-1-1 72,1 1 40,0-1 32,0 0-136,-1 0 120,1 0 40,-1 1 8,1-1 32,-1 1 32,1-1-16,-1-1-216,0 2 208,0 2-16,0-3-8,0 0 9,0 1 23,0 2-8,0-4-208,0 1 192,0 3-40,0-3-88,-2 3 64,1-3-48,0 4-40,0-5-40,0 1 56,0 4-56,-1-3 0,1 2 32,-1-4-48,0 4-16,1-3 32,-1 0-96,1 3-160,-2-3-240,2 0-353,-2 3-367,2-3-456,1-1 1672,-1 1-2409,-1 1-1192,0-1-863,1-1 1063,0 1 1072,-1-1 897,2 0 1432,-1 0-1976,1 0 1976</inkml:trace>
  <inkml:trace contextRef="#ctx0" brushRef="#br0">46193 13994 5057,'0'0'0,"-1"0"1064,1 0 176,-2 0 8,0 0-47,0 0 15,0 0 16,1 0-1232,0 0 1240,-3 0-31,3 0-137,-1 0-128,-2 0-112,2 0-104,1 0-728,0 0 665,-3 1-81,3 0-72,-1 1-72,-3 3 32,4-4-24,-3 3-448,3-4 456,0 5-40,-6 0-120,2 2-48,-1 1-16,0 1 24,1-2-256,4-4 273,-6 8-33,1 0-32,-1 2-56,0-1 8,1 1-16,2-4-144,2-5 152,-4 9-32,1 0-88,1 1-8,2 0 8,-3 1-48,4-6 16,1-4 40,-2 8-24,1 1-32,-1 1-8,2-2-32,0 0-72,0-4 128,1-5-248,3 10-216,-2-2-393,6-1-335,-1 0-456,3-1-561,-4-4 2209,-2-3-2760,8 6-913,2-3 88,1-1 1009,0-3 647,2 0-935,-17-2 2864</inkml:trace>
  <inkml:trace contextRef="#ctx0" brushRef="#br0">47208 13845 11370,'0'0'0,"-1"0"1984,1 0-1496,-2 0-456,0 0-88,1 0 80,1 0-24,0 0 136,-2 1 41,2-1 111,-2 0 40,2 1 72,-1 1 72,1-2-472,0 2 504,0-1-8,-1 1-24,1 2-32,0-3-48,0 2-72,1-2-320,-1 0 256,5 3-80,-5-2-55,5 3 39,-4-3 0,4 3 0,-5-4-160,1 3 168,5 1-56,-3 0 24,2 2 56,0 0-24,-1 0 0,-3-6-168,2 5 128,-1 1-40,3 0 0,-4 1 8,1 1 32,-1 1 0,-1-8-128,1 6 160,0 3-96,-1-2 0,0 2-16,-1-1-8,1 1 48,-1-9-88,0 7 64,-3 5-40,2-2-32,-3 1 32,3 0 56,-3-1-32,4-9-48,-2 6 64,-1 4-48,0-2-16,-1 2 80,1 0-16,-2 1 40,4-13-104,-2 10 64,-1 2-32,-1-1 0,2 0 24,-1-1 24,0 0 0,4-10-80,-3 7 8,-1 1-56,0 0-16,1 0-16,0 0 0,2-2 16,2-6 64,-5 5-120,4 0-192,-4-1-200,4 0-232,0-1-272,-1-3-305,2 0 1321,-1 3-1720,-1-3-593,2 3-743,-1-4-241,0 1 857,1 1 759,-1-2 1681,0 1-1304,0-1-528,1 0 1832</inkml:trace>
  <inkml:trace contextRef="#ctx0" brushRef="#br0">47361 13922 3392,'0'0'0,"0"0"704,0 0 25,-1-1 183,0 1 176,1-1 168,0 1-1256,0 0 1433,-1-1 63,0 1-56,1-1-72,0 0-71,-1 1-97,0 0-1200,1 0 1080,0 0-112,-1 0-207,-1 0-113,0 0-88,1 0-104,0 2-456,1-2 408,-2 2-8,0 2-96,0-3 0,0 3 48,1-3-56,-1 4-296,1-4 376,-3 3-23,3 1-41,-4 2-8,3 0-32,-3 3-48,4-3-224,0-4 176,-4 8-8,4 0-64,-3 0-8,2 1-24,0 0 8,2-2-80,-1-6 56,-1 9-16,1 2-24,-1 0-32,2 0 64,-1 0-32,1-5-16,-1-6 0,1 12 24,0-1-112,0 0 24,0 0 8,0 0 0,1-6 56,0-5-16,0 11-40,0-2-32,-1 0-80,2 0-64,2-1-24,-3-3 256,-1-6-296,2 8-48,-1-2-96,1 0-57,2-2-47,-3 1 8,2-4 536,-1-2-496,0 4-32,2-1 8,-3-1-64,3 0-96,-3-2-105,0 0 785,-1 0-944,5-1-176,-5 0-256,2 1-281,-1-1-407,3-1-457,-4 0 2521,0 0-2416,2 0 607,-1 0 593,1 0 280,0-1-944,-2 1 1880</inkml:trace>
  <inkml:trace contextRef="#ctx0" brushRef="#br0">47847 13516 4592,'0'0'0,"0"0"1745,0 0 79,0 0-535,0 0-1289,0 0 1008,0 0-104,0 0 0,0 0 32,0 0-15,0 2-41,0-2-880,0 1 784,0-1-112,0 1-88,0 1-56,0 0-32,-1 2-40,1-4-456,0 1 409,-1 4-105,1-4-56,0 5-72,-1-3-32,1 2 16,-1-3-160,1 1 128,0 3 24,-1 0-56,1 0 0,-1 0-8,1 0-40,-1-3-48,1 0 40,0 3-40,-1-1-40,1 1 0,0-1-56,0 0-160,0-3 256,0 1-488,0 2-408,0-1-377,0 0-383,0 1-505,0-4-455,0 1 2616,0 1-3025,1-1 441,-1 3 799,1-4 585,-1 0-928,0-1 2128</inkml:trace>
  <inkml:trace contextRef="#ctx0" brushRef="#br0">47799 13610 8689,'0'0'0,"-1"0"3345,1 0-3345,-1 0 1680,0 0-719,-3-1-177,2 1 40,-1 0 64,2 0 88,1 0-976,-2 0 905,0 0-65,0 0-72,1 0-24,-1 0-40,1-1-96,1 1-608,-1 0 552,0 0-135,0-1-57,0 1-64,1-1-32,0 0-24,0 1-240,0 0 168,2-1-32,2 1-32,-2 0 8,3-1 24,-1 1-8,-3 0-128,2-1 72,1 0-40,0 1-48,1-1 32,0 0 24,-1 1-24,-3 0-16,4-1 8,1 0-64,0 0-40,1 0-88,1 0-192,1 0-160,-8 0 536,6 0-784,1-1-289,0 1-335,1-1-432,-1 1-665,2-1-1056,-9 2 3561,7-2-4393,1 0 961,0 0 1103,-1 0 849,-1-2-128,-7 4 1608</inkml:trace>
  <inkml:trace contextRef="#ctx0" brushRef="#br0">48180 13486 4672,'0'0'0,"-1"0"1817,1 0-1817,0 0 1872,-1 0-583,0-1-329,0 0-56,-1 1 56,1 0 56,0-1-1016,0 1 1025,0 0-81,-1 0-144,1-1-96,-1 1-64,-3 0-8,5 0-632,-1 0 561,-3 0-57,1 0-64,-1 0-64,0 1 0,-1 0-32,2 2-344,1-1 312,-5 2-56,0 1-72,-1 2-16,1 0 0,1 0-8,3-2-160,0-1 128,-3 4-32,1 0-56,1 1 24,-1 0 64,1-1 64,3-4-192,0 1 120,-3 3-32,2 0-72,1 1-32,-1-2 88,1 1 8,1-5-80,0 1 120,0 3-40,0 0-40,0-2 0,0 2 1,4-2-1,-3-2-40,0 0 0,4 1-24,-4 0-17,5-2 1,-1 1 97,0-3-17,-3 1-40,1 0 104,2 0-32,1-1-72,0 0 24,0 0-8,0-1 48,-4 1-64,1-1 88,3-3-48,-1 1-16,0-2-8,1 0 48,0 0 32,-4 1-96,2 1 48,1-4-8,1-1-40,-1 0 24,-1-1 56,-2 2 8,-1 3-88,2 0 96,-3-4-32,1 1-32,-1-1 40,0 1 24,0 0 0,-1 4-96,0-1 96,-3-4-40,3 1 16,-4 0-16,1 0 40,-1 0-8,3 5-88,0-1 56,-2-3-48,0 1-48,0 4-16,1-4-40,-1 4-32,3 1 128,1-1-264,-5 0-208,4 0-280,-1 0-249,-2 1-311,3 0-400,0 0 1712,0 0-2297,0 0-864,-1 1-775,2 0 399,-1 3 1112,1-2 929,0-1 1496,0 2-1072,0-1-368,0-2 1440</inkml:trace>
  <inkml:trace contextRef="#ctx0" brushRef="#br0">48268 13684 14827,'0'0'0,"0"0"3985,-2 0-2889,1 0-560,-1 0-192,0 0 24,2 0-368,-2 0 352,1 0 48,-1 0-40,1 0-112,-1 0-32,1 0-96,1 0-120,-1-1 40,0 0-40,0 0 0,0 0-16,0 1-24,1-2-56,0 2 96,-1-2-272,1 1-216,0-4-216,0 4-264,0-1-344,1-3-465,-1 4 1777,1 0-2360,0-4-761,1 3-496,2-3 729,-3 3 935,4-3 721,-5 4 1232,0 1-1824,0 0 1824</inkml:trace>
  <inkml:trace contextRef="#ctx0" brushRef="#br0">48361 13517 6969,'0'0'0,"0"0"3201,0 0-817,0 0-1056,0 0-1328,-1-1 921,1 1-137,0 0 48,0 0-8,0 0-48,0 0-71,0 0-705,0 0 640,0 0-136,0 1-32,0 1 40,-1 2-48,0-3-464,1-1 448,0 5-48,-1-4-96,1 5-32,0-1 16,-1-1-8,0 2-280,1-6 241,-2 7-33,1 1-72,-1 0-72,1 1 24,0-1-24,0-1-64,1-6 72,-1 6-16,0 1-88,0-2-24,1 1 48,-1 0-88,1-1 96,0-6-184,-1 5-168,1 1-297,0-1-159,0 0-224,0 0-232,1-4 1264,-1-1-1537,1 6-447,1-5-729,-2 0-647,0 0-57,1 1 944,0-2 2473,-1 0-1552,1 0 392,0 0-288,-1 0 1448</inkml:trace>
  <inkml:trace contextRef="#ctx0" brushRef="#br0">48113 13428 9017,'0'0'0,"-1"1"3641,-3-1-1984,0 0-785,0 1-216,-2 1-48,0 1-608,4-2 688,-6 1 48,-1 4-32,0 0-71,0 1-89,2-1-80,3-1-464,2-2 456,-5 4-8,1 2-24,0 0-8,1 1-24,0 1 24,1-3-416,3-4 416,-4 7-79,0 1-25,0 0-80,1 1-24,3-1-32,-3-3-176,3-6 168,-1 9-96,1-1-32,-1-1-24,2 0-16,0-1 24,0-3-24,0-3 16,1 5-16,0 0-112,1 0-120,2-1-112,-3 0-136,2-3 480,-1-1-585,-1 3-103,6 0-128,-2 0-144,0-1-128,0 0-297,-2-2 1385,-1-1-1696,4 2-392,0-2-473,0 3-384,0-4 241,0 1 791,-3-2 1913,0 1-1208,4 0 448,-1-1-1136,-6 0 1896</inkml:trace>
  <inkml:trace contextRef="#ctx0" brushRef="#br0">48454 13479 10170,'0'0'0,"-1"0"3881,0-1-2825,0 1-680,0 0-376,-1-1 144,1 1-40,-1 0 64,1 0 128,0 0 112,-1 0 72,2 0-480,-1 0 440,0 0-88,0 0-64,1 1 0,-1 0 9,1 1 47,0 0-344,0-1 368,1 1-120,1 2-48,2-3-40,-3 4-48,5 0-8,-4-3-104,1 1 112,2 3-40,1 0-16,0 0 16,0 0 16,1 1 56,-5-4-144,2 1 128,2 3-16,-1 0-8,1 0-56,-1 0 72,-1 0 8,-2-4-128,1 1 144,-2 3 40,3 1-16,-4-1 0,1-1-24,0 2 32,-1-6-176,0 3 120,0 2-72,0 0 24,0 0-32,0 0 24,-1 0 32,0-5-96,1 3 80,-2 2-24,-1-1-104,1 0 40,0 0 8,-3-1 8,5-3-8,-1 1 0,-3 2-128,2 0-152,0 0-144,0-1-176,0 0-208,2-3 808,-2 2-1056,0-1-369,0 3-495,0-4-745,1 0-839,-1 3-17,2-2 3521,-1-3-2529,0 3 921,-1-1 352,1 0 48,1-1 1208</inkml:trace>
  <inkml:trace contextRef="#ctx0" brushRef="#br0">48692 13455 9626,'0'0'0,"-1"-1"3816,0 1-2183,0 0-785,-1 0-296,2 0-552,-2 0 512,0 0 16,0 0 96,-2 0 33,2 0-17,1 0 40,1 0-680,-5 1 672,3 1-56,-3-1 24,3 1-48,-4 0-32,5 2 25,1-4-585,-5 1 512,3 3-104,-3-3-40,3 3-48,-3-2-40,3 3 40,1-5-320,-3 4 264,2 0-88,-4 1-16,2 1-16,0 1-32,2 0 64,2-6-176,-5 6 144,4 0-80,-1 0 8,-2 1 0,3 0-32,-1 1-56,2-8 16,-1 8-24,-1 1-64,1 0-32,0-1 168,1 0-48,-1 0 0,1-9 40,0 10 16,0 0-64,0-1-8,0 1 16,0 1 0,1-2 0,-1-9 0,1 10-56,0-1-120,4 0-120,-3-1-72,3-1-152,-1 1 520,-4-8-616,5 6-192,0 0-289,0 0-199,1 0-208,0-2-272,0 0 1776,-5-4-2169,5 2-768,1 3-1007,0-4 391,0 3 1104,-1-4 953,0 2 1496,-6-2-856,5 1-440,-5-1 1296</inkml:trace>
  <inkml:trace contextRef="#ctx0" brushRef="#br0">48736 13530 6145,'0'0'0,"0"0"1840,0 0-199,-1-1-361,1 1-208,0 0-1072,0 0 1088,-1-1 41,1 1 23,0-1-24,0 1-128,0 0-168,0 0-832,0 0 697,0 0-145,-1 0-144,1 0-64,-1 0-32,1 1-40,0 0-272,0-1 240,-1 5-32,1-4-96,-1 5-8,1-3 32,0 2-32,-1-2-104,1-2 128,-1 5-24,1 1-48,-1 1-48,1 0 32,-1 0 16,1-3-56,0-1 48,-1 4 24,1 0-104,-1 0 8,1 0 24,0-1 0,0-2 0,0-3 24,0 6-24,0 0-104,0-1-80,0 0-144,0 0-160,0-3 488,0-1-704,1 4-304,0-1-377,0 0-423,0 0-545,1-1-519,0-2 2872,0-1-3049,-1 2 681,3-2 655,-3 2-919,-1-4 2632</inkml:trace>
  <inkml:trace contextRef="#ctx0" brushRef="#br0">48822 13668 13314,'0'0'0,"-1"-1"2585,1 1-1633,-2 0-528,0 0-72,0 0 88,0 2 209,1-2-649,0 0 776,-1 1 40,0-1-168,0 1-160,0 1-152,0-1-96,1-1-240,0 1 152,-1-1-88,1 1-32,-1 1-48,1-2 0,0 2 16,1-2 0,0 0-72,-1 1-144,1 0-248,0 1-232,0-1-296,1-1-305,0 1 1297,0-1-1672,1 2-552,-1-2-561,3 1-368,-4-1 569,5 1 783,-5-1 1801,1 0-1672,3 0-528,-4 0 2200</inkml:trace>
  <inkml:trace contextRef="#ctx0" brushRef="#br0">48904 13562 7265,'0'0'0,"0"0"1632,-1 0-583,1 0-1049,-1 0 728,0 0-48,1 0 96,0 0 96,-1 0 32,0 0-143,1 0-761,0 0 520,-1-1-224,1 1-120,0 0-48,0 0-16,0-1 0,0 1-112,0 0 56,1 0-32,1-1-16,1 1 16,-1-1 48,-1 1-32,-1 0-40,5-1 48,-4 1-48,4-1 0,-3 1 32,3-1 0,-3 0 64,-2 1-96,5 0 112,-4 0 0,4-1 48,-3 1 40,2-1 24,-3 1 48,-1 0-272,4 0 304,-3 0-8,1 0 56,2 0-15,-4 2-1,1-1-16,-1-1-320,1 2 264,0 2-64,0-2-40,0 3-8,0-4-24,-1 5 24,0-6-152,0 1 112,0 5-72,0-1-8,0 0 8,0 0-24,0 1 48,0-6-64,0 5 72,0 1-72,0-1 32,0 0-24,0 1-16,0-1 40,0-5-32,0 5 40,0 0-48,0 1 8,0-1 0,0 0-32,0 0 64,0-5-32,0 5 0,0-1-40,0 1-16,0 0-16,0-1-80,0 0-32,0-4 184,0 4-296,0 0-144,0 0-112,0 1-129,0-4-135,0 4 816,0-5-912,0 2-112,0 3-208,0-3-161,0 2-183,-1-3-184,1 3-185,0-4 1945,0 0-1736,0 1 400,0 1 431,0-1 393,0 0-440,0-1 952,0 0-2008,0 0 2008</inkml:trace>
  <inkml:trace contextRef="#ctx0" brushRef="#br0">48950 13667 5345,'0'0'0,"-1"0"2216,1 0-95,-2-1-297,2 1-1824,0 0 1568,-1-1-143,0 1-153,-1-1-88,2 0-88,-1 0-191,0 0-905,1 1 760,-1-1-144,0 0-160,0 0-136,0 0-24,1 0-112,0 0-184,0 1 128,-1 0 16,1-1-96,0 0 8,0 0 32,0 1-56,0-1-32,0 1 24,1 0 32,0-1-72,1 1-24,2 0 56,-2-1-56,2 0 40,-3 1-56,3-1-64,0-1-200,0 2-144,1-1-176,-1 0-200,0 0 840,-3 1-1017,4-2-183,-1 1-272,1-1-256,0 1-185,0-1-135,-1 1 2048,-3 1-2201,4-2 257,0 0 495,0 0 473,0-2 472,0 2 80,-2-1 424,-2 2-2192,-1 1 2192</inkml:trace>
  <inkml:trace contextRef="#ctx0" brushRef="#br0">49088 13558 3800,'0'0'0,"0"0"792,0 0 209,0 0 287,0 0 192,-1-1 81,1 1-1561,0 0 1600,-1-1-16,-1 1-159,1-1-281,-1 0-200,0 1-200,1 0-744,1 0 568,-1-1-96,-1 1-135,2-1-129,-2 1-88,2-1-24,-1 1-96,1-1 96,-1 1-32,1 0-24,0-1-40,0 1 8,0 0 32,0-1-40,0 0 56,2 1 8,-2-1-48,2 0-32,2 0 32,-3 1-8,0 0-8,0 0 40,3-1 8,-3 0-64,3 1-8,-3-1 24,3 1 16,-3-1-16,-1 1 48,4-1-8,-3 1-32,1 0-8,2 0 24,-4 0 8,2 0-32,-2 0 48,2 0 0,2 0-48,-3 0 16,0 0 8,0 0 0,1 0-24,-1 0 32,0 1 32,-1-1-64,2 1 24,-1-1 40,0 1 0,-1 0-64,1-1 104,-1 1-16,0 1-64,0 0 24,0-1 16,-1 0 40,1 1-104,-1-2 112,-1 4-8,0-3-32,-2 1 24,3 2 32,-1-3 24,0 2-152,0-1 168,0-1-56,0 5-32,-2-4-24,3 3 32,-4-4 0,4 2-88,1 0 96,-3-2-72,0 5-8,1-4 0,0 3 16,0-4 24,1 2-56,0-2 56,-1 1-48,0 3-48,1-5 16,-1 4 24,2-2 0,0 0 0,0 0 24,0-1-24,0 0-24,0 1 8,0 2 8,2-4 16,-2 1-8,1-1 32,0 2-32,1-1-16,3 1-8,-4-1 32,2 0-8,-2-1 0,0 1 32,3 0-32,-3 0-16,3-1 16,-3 2 0,0-1 0,1-1 0,0 1 24,-1 0-8,1 0-40,-1 0 64,3 0-16,-3 1 16,0-2-40,0 1 48,0 0 8,0 1-56,1-1 24,-2 1 32,1-1-16,-1 1-40,1 0 80,-1 0-40,0-1-56,0 0 40,0 3 16,0-3 16,0 0-56,0 0 56,-1 1-48,1 2-32,-1-3 0,-1 0 24,1 1 8,0-1-8,1 2-8,-2-2-72,0 0-144,0 1-96,0 2-120,0-4-168,2 1 608,-1 0-752,-2 1-264,2 1-305,0-1-239,-1-1-376,0 0-401,2 0 2337,-1 0-2688,0 1 55,-1-2 689,1 0 671,0 0 433,-1 0-1352,2 0 2192</inkml:trace>
  <inkml:trace contextRef="#ctx0" brushRef="#br0">49189 13564 6057,'0'0'0,"0"-1"1824,0 1-223,0 0-553,0 0-112,0 0-936,0 0 1000,0 0 72,0 0 81,1 0-73,-1 0-136,1 0-112,-1 0-832,0 0 712,1 0-135,-1 0-81,1 0-88,-1 0-40,1 0-56,-1 0-312,0 0 264,0 1-56,0-1-80,0 1 8,0 0-16,0 0-32,0-1-88,0 1 88,0 0-56,0 0-24,0 0 32,0 0 24,0 1-24,0-2-40,0 0 56,1 2-72,-1-1-8,0 0 32,0 0 24,1 0-8,-1-1-24,0 1 16,1 0-48,-1 0-8,2 0 40,-2 0 32,0 0-8,0-1-24,0 0-16,1 1 8,0-1-32,0 1 16,0-1 8,0 1-8,-1-1 24,1 0-32,0 0-32,1 0-8,-1 0-48,1 0-72,0 0-64,-2 0 256,4 0-320,-3 0-136,3 0-88,-3-1-144,3 0-113,-3 0-199,0 1 1000,3-1-1184,-3 0-256,4 0-225,-4-1-71,4 1-97,-3-1-23,-2 2 1856,4-1-1584,-3-1 367,3 1 441,-3-1 424,3 0 192,-3 0 88,-1 2 72,4-1-64,-3-1-8,1 1 0,-1-1 16,1 1 16,-1-1 24,-1 2 16,2-1 24,-1-1-8,0 0 32,1 2 0,-2-1 8,0 0 24,0 1-80,0-2 88,0 2-16,0-1 16,0 0 24,0 0 24,0 0 136,0 1-272,0 0 496,0-1 289,-1 0 303,0 1 264,1 0 104,-1 0 25,1 0-1481,0 0 1480,-1 0-136,1 0-143,0 0-169,-1 0-160,0 0-104,1 0-768,0 2 680,-1 0-104,1-1-47,-1 4-49,1-5-32,-1 5-24,1-5-424,-1 2 392,1 3-96,0-3 0,-1 4-24,1-5-64,-1 5 32,1-6-240,0 4 152,-1 0-40,1 0-32,-1 1 8,1 0 8,0 0-96,0-5 64,0 4 0,0 1-88,0 0 0,0-1 8,0 1-48,0-1 64,0-4-136,0 5-152,0-1-264,1 1-208,0-1-208,0 0-216,0 0 1184,-1-4-1473,1 4-375,0-2-593,0 3-519,1-4 15,-1 1 753,3-2 2192,-4 0-1457,1 1 305,4-1-776,-5 0 1928</inkml:trace>
  <inkml:trace contextRef="#ctx0" brushRef="#br0">49349 13553 9329,'0'0'0,"0"0"2097,0 0-1305,0 0-488,0 0-168,0-1-24,0 1-112,0 0 232,0-2 176,1 2 88,0-1 65,0 0-49,0 0-80,0 0-432,-1 1 400,1-2-72,0 2-64,0-1-32,1 0-48,-1 0-16,1 0-168,-2 0 160,2 1-16,-1-1-56,0 1 24,1-1 16,0 1-24,-2-1-104,1 1 144,0-1-32,3 1-40,-4 0-8,2 0 8,-1 0 8,0 0-80,0 0 96,0 0 0,1 2-8,0-1-40,-2 0 32,1 1 33,0-1-113,0-1 144,0 2 16,-1 3-48,0-5-8,0 4 24,0-3 16,0 3-144,0-2 216,0-1 8,0 5-24,0-5-16,0 5 0,-2-5 32,1 3-216,0-2 200,0-1 56,-1 5-64,1-5 8,-1 5 48,1-4 16,0 1-264,0-1 304,0 0-16,0 3-88,-1-4-8,0 5-8,1-5-47,1 2-137,0-1 160,-2-1-64,1 3-64,1-3-24,-1 3 8,1-3 24,-1 0-40,1 0 72,0 0 8,0 3-96,0-2 8,0 0-24,0-2 32,0 0 40,1 1-48,0-1-80,0 1-72,1-1-72,-1 0-105,2 0 337,-1 0-512,-1 0-144,3-1-240,-3 1-208,5-1-144,-4 1-257,1-1 1505,-1 0-1752,2 0-297,0 0-335,0 1-305,1-2 313,-1 1 687,-1 1 1689,-1-1-1104,3 0 352,0 0-1248,-5 1 2000</inkml:trace>
  <inkml:trace contextRef="#ctx0" brushRef="#br0">49551 13607 8657,'0'0'0,"0"0"3241,-1 0-1249,-1 1-567,1 0-241,0-1-112,0 1-1072,0-1 1024,-1 2-95,-2 0-161,3-1-104,-2 3-112,0-3-112,2 1-440,0 0 408,-1-1-72,-2 3-136,2-3-24,-2 3-56,2-2-80,0 0-40,0 1 80,0-1-56,-2 3-32,2-3 16,-2 3 8,2-3-72,0 0 56,0 2-104,0-3-232,-3 5-288,4-5-280,-3 4-328,3-3-409,0 0 1641,0 1-2136,-1-1-825,0 2-783,-1-3 519,2 0 944,-1 1 737,2-2 1544,-1 1-2168,1-1 2168</inkml:trace>
  <inkml:trace contextRef="#ctx0" brushRef="#br0">49495 13610 12362,'0'0'0,"0"0"2913,0 0-2913,-1 0 1248,0 0-520,0 0-200,1 1 8,-1-1 57,1 1 79,0-1-672,-1 0 688,1 1-128,0 0-104,0 0-64,0 0-24,0 1-56,1-2-312,-1 1 240,2 0-80,-1 4-104,1-4 24,-1 0-32,1 1-8,-2-1-40,1 2 56,0-2-112,4 0-104,-4 1-128,0 2-240,1-4-224,-1 0 752,2 1-1056,-2 1-368,1-1-425,-1 0-503,3 0-561,-3 0-392,-1-1 3305,2 0-2656,2 2 815,-4-2 617,2 0-944,-2 0 2168</inkml:trace>
  <inkml:trace contextRef="#ctx0" brushRef="#br0">49595 13529 13562,'0'0'0,"-1"0"2641,0 2-1577,0 2-416,1-4-648,-2 0 520,0 6-23,0-5 119,0 5 56,0-2 8,1 1 16,1-4-696,-2 3 576,0 1-128,1 1-72,-1-1-104,1 1-87,1-1 39,0-4-224,-1 4 144,1 1-88,0-1 0,0 1-16,0-2-24,1 2 48,-1-6-64,2 5 48,-1-1-136,0 1-16,1-1-160,0 0-225,-1 0-127,-1-4 616,2 4-848,-1-3-272,4 5-224,-4-5-393,0 1-503,4 2-537,-5-4 2777,1 0-3321,3 1 417,-3-1 887,3 0 721,-2 0-96,3 0-24,-4 0 1416,-2 0 0</inkml:trace>
  <inkml:trace contextRef="#ctx0" brushRef="#br0">49701 13574 5801,'0'0'0,"0"0"2328,0 0-95,-2 0-633,1 0-216,0 0-167,-1 0-1217,2 0 1168,-1 0 64,0 0-120,-1 0-87,0 0-129,-2 1-208,2 1-688,2-2 600,-1 1-64,-3 1-120,2-1-120,-2 3-72,2-3-40,-2 3-184,4-4 136,-1 2-16,-1 3-80,-3-3-8,5 3-8,-2-4 16,0 4-40,2-4-8,-1 1 72,-1 3-64,1-4 17,0 5 23,1-5-32,0 3-8,0-3 32,0 0-16,2 4-32,-1-4-16,3 3 80,-3-3-48,0 0 0,-1-1 8,2 4 128,3-2-104,-4-2 48,3 1-56,-3 0-128,2 0 104,-2-1-112,0 0 48,3 2 16,-3-2 24,0 0 64,1 0-56,2-1 16,-4 1 0,1-1 16,0-1-56,1 1 24,-1-1 32,1 0-16,-1-1 0,0 2 0,-1 0 0,1-1-97,0-3-23,-1 3-24,0-3-88,0 3 232,0 2-296,0-6-72,0 5-112,0-4-128,-1 2-56,1-2-160,-1 4 824,1 1-1065,-2-5-303,0 3-592,1-2-553,-1 2-583,1-2 119,0 3 2977,1 1-2105,0-2 697,-2 0 232,2 0-504,0 2 1680</inkml:trace>
  <inkml:trace contextRef="#ctx0" brushRef="#br0">49740 13532 10322,'0'0'0,"-1"0"3624,0 0-1879,1 0-585,-1 0-304,0 0-152,0 0-704,1 0 681,-1 0-57,1 0-48,0 0-64,-1 0-104,1 0-72,0 0-336,0 0 208,0 0-96,0 0-80,0 0-64,0 0 88,0 0-16,0 0-456,1 0 888,0 0-464,0 0-56,0 0-88,0 0-80,0 0-176,0 0 392,0 0-592,0 0-280,1 0-273,2 0-311,-3 0-312,0 0-401,2 0 2169,-2 0-2536,0 0-313,3 0 481,-3 0 743,3 0 537,-3 0-1096,-1 0 2184</inkml:trace>
  <inkml:trace contextRef="#ctx0" brushRef="#br0">49824 13466 7601,'0'0'0,"-1"0"3585,1 0-3585,-1 0 2224,0 0-967,-3 0-401,2 0-168,1 0-56,-4 0-32,5 0-600,-1 0 624,0 0-96,-2 0-151,2 1-97,-1-1-88,1 1-40,0-1-152,0 0 88,-1 1-40,2-1-40,0 1-8,0-1 32,0 1-24,0-1-8,0 0 24,0 1-24,2-1-8,2 1 8,-3-1 8,3 0-16,-3 0 8,-1 1 24,4-1-40,-2 1-8,1-1 40,-2 0-32,4 1 40,-5-1-24,1 0 16,3 1-8,-3-1-32,3 1 0,-3-1 24,3 1 24,-4-1-24,1 1 40,0 0-40,1 1-16,0-2 8,-1 1 8,0 2 64,0-3-64,-1 1 32,2 0-8,-2 3-24,0-3 0,0 1 24,0 0 32,0-2-56,0 4 32,0-4-16,0 4-32,-2-2 16,1 2 40,-1-3 24,2 0-64,0 1 64,-2 0-32,0 1-40,1-1 32,1-1-24,-2 0 24,2 1-24,-1 0 24,0 0-24,0-1-32,0 1 40,1-1-16,-1 1 16,1-2-8,0 1 48,-1 0-72,1 1 0,0 0 0,0-1 0,0 1 32,0-2-8,0 1 32,0 0-64,1 0 0,0 0 32,0-1 0,1 2 24,-2-2-24,1 1 24,1 0-48,-1-1 8,1 2 32,2-1-8,-3 0 32,-1-1-40,2 1 64,-1 0-24,0 0 48,1 1 72,-1-1 64,1 1 80,-2-2-304,1 1 320,0 1-8,0-1 16,0 1 16,0 0-24,-1 2-8,0-4-312,1 0 224,-1 2-31,0-1-57,0 3 16,0-3-48,0 1-8,0-2-96,0 1 72,0 3-56,0-3-8,-1 4 8,0-5-16,0 5 24,1-5-24,-1 0-24,-1 5-168,0-5-192,1 5-225,-1-5-279,0 5-296,2-5 1184,-2 0-1616,0 5-681,0-4-1088,0 0-944,1 3 937,0-3 1095,0-1 2297,-1 2-1352,1-1-512,1-1 1864</inkml:trace>
  <inkml:trace contextRef="#ctx0" brushRef="#br0">49917 13408 8641,'0'0'0,"0"0"3681,-1 0-2201,-1 0-679,-2 0-249,3 0-192,-1 0-360,2 0 320,-1 0 16,0 1 48,-1-1 104,0 1 40,1-1 24,0 1-552,1-1 520,-1 1-63,1 0-89,0 0-64,0 1-24,0 2-80,1-3-200,-1-1 216,1 4-40,0-3-8,4 3 48,-4-2 16,4 2 16,-4-2-248,-1-2 248,6 5-24,-5-3-80,5 4-32,-2-2 24,0 0-40,1 0-96,-4-4 104,4 6 16,0 0-56,1 0-80,-1 0 32,1 0-16,-1 0 0,-4-5-16,4 6 112,-1 0-72,0 0-24,0 0 96,-2 0-72,2-2-24,-4-4 88,1 6-24,1-1-40,0 2 56,-1-1-80,-1 0 88,0-1-88,0-5 64,0 6-23,0 0 95,-1 0-16,0 1 104,-1 0-24,-2-1-200,4-6 192,-2 7 16,-3 0-80,3 0-32,-4 0 88,2-1-32,0 0-152,3-6 152,-4 7-8,0-1-136,0 1-16,-1-1 32,1-1-24,1 0 0,3-4-56,-4 5-136,-1 0-344,-1 0-392,1 0-393,0 1-639,1-3 1960,3-3-2873,-4 5-1456,-1 0-464,-1 0 1369,0-1 1239,-2 1 1049,2-2 1136,5-4-1496,3-1 1496</inkml:trace>
  <inkml:trace contextRef="#ctx0" brushRef="#br0">46159 13901 4232,'0'0'0,"0"0"440,0 0-263,0 0-137,0 0-48,0 0 8,1 0 0,-1 0 16,2 0 16,-1 0-16,4 0 16,-4 0 40,4 0 32,-2 0-104,-1 0 224,2 0 80,1-1 168,1 0 112,0 1 88,1 0 40,-2 0-712,-2 0 672,5 0-71,1 0-73,2 0-56,-2 0-32,3 0-32,-5 0-408,-3 0 424,8 0-32,0 0-16,0 0-32,1 0 8,-1 0 32,-3 0-384,-4 1 368,7-1 1,1 0-49,2 0-8,0 0-24,0 0 24,-5 0-312,-4 0 296,11-1-40,0 1-80,0-1-16,2 1-8,-2-1-16,-7 0-136,-2 1 112,10-2-32,2 1-48,0 0-16,1-1 16,0-2 0,-9 3-32,-3 0 48,13-1-16,0-2-32,0 3 0,1-1 0,0-2 24,-10 3-24,-3 0 40,12-3-16,3 2-40,-3-2 16,2 3-8,1-3 16,-12 3-8,-2 0 48,15-4-48,-1 4-16,-1-3 8,0 3 16,1-1 32,-12-1-40,-1 2 32,13-1 0,0 0-8,-1 0 24,1 0 56,-1 1 16,-12 0-120,1 0 128,11-1-24,2 2-56,-1-1 16,-1 1 0,0-1-16,-11 1-48,-1 0 64,14 0-16,0-1-48,0 0 24,-1 1-16,0 0 8,-13 0-16,1-1 8,13 1-8,1-1-24,-2 1 24,1-2 16,-1 1-8,-13 1-8,2-1 40,12 1-32,1-1 8,-2 0-8,1 1 40,1-1-8,-17 1-40,5 0 48,11-1-16,0 1-16,1-1 8,-1 1 24,0 0 8,-16 0-56,5 0 16,11-1-8,0 1-80,0 0 16,0 0 56,-1 0 8,-15 0-8,5 0 88,11-1-8,1 1 9,-1 0 31,0 0 16,1 0-8,-16 0-128,4 0 128,12 0-48,1 0-80,-1 0 0,0 0 40,0 0-16,-16 0-24,6 0 64,10 1-8,2-1-56,0 0 40,0 0-16,-1 0 24,-17 0-48,6 1 24,13-1-8,-1 0-40,0 1 8,0-1 16,0 1 16,-19-1-16,9 0 8,11 0-32,-1 1 0,0-1 16,1 0 8,-1 0 8,-20 0-8,11 0 16,9 0-120,-1 2-24,1-1 0,0 0 32,-1 0 120,-18-1-24,10 0 24,8 0-8,2 1-56,-1-1 40,0 0 8,0 0 24,-20 0-32,12 0-80,7 0 32,1-1 0,-1 1 40,0-1 64,1 1 8,-23 0-64,16-1 8,7 1-32,0-1 24,-1 0-24,0 1 48,0-1-80,-21 1 56,14 0 0,7-1-40,0 0 8,-1 1 104,0-2-72,0 1-16,-19 1 16,12-2 0,6 1-48,0 0-48,-2-1 32,1-1-64,1 2 39,-20 1 89,14-2-24,5 0-56,0-2 80,-1 2-24,1 0-40,-1-3 56,-20 5 8,15-1-72,5-3-40,0 2 8,-3-2-16,3 3 48,-1-4-24,-19 4 96,13-1-120,5-4-80,-3 5-32,2-4 24,-12 4 312,2-1-32,-9 2-72,8-2 8,3-2-112,0 3-464,2-3-192,0 2-224,1-3-241,-13 5 1225,10-2-1520,1-2-296,0 2-313,0-2-95,-1 2 95,-1-2 553,-11 3 1576,9 0-928,0-3 424,0 3 264,-1-3-320,-9 4 560</inkml:trace>
  <inkml:trace contextRef="#ctx0" brushRef="#br0">50971 13725 15779,'0'0'0,"0"0"2096,-1 0-1231,0 0-457,0 0-144,0 0 8,1 0-272,-1 0 408,1 0 88,-1 0 24,1 0 0,-1 2-40,0-1-32,1 2-448,0-2 424,0 1-80,-1 2-103,1 0-25,-1 0 8,-1 1-32,2-2-192,0-1 192,-1 3-72,-1 1-104,1 1 40,-1 0 0,1 0 8,-1-3-64,1-1 72,0 4-56,-3 0-32,2 1-24,0 0 8,-2 0-64,3-3 96,0-2-264,0 5-256,-2 0-361,1-1-319,0-1-320,0 1-417,2-4 1937,-1 0-2536,0 2-817,-1 0-536,0-1 777,2-2 1063,0 2 769,-1-4 1280,1 0-1832,0 0 1832</inkml:trace>
  <inkml:trace contextRef="#ctx0" brushRef="#br0">50892 13818 13698,'0'0'0,"0"0"2905,0 0-1801,-2 0-456,2 0-648,-1 0 537,0 0 15,1-1 72,0 0 112,-1 1 72,1 0-8,0 0-800,0-1 760,0 1-119,0-1-121,1 1-64,1-1-64,2 0-16,-4 1-376,1 0 328,3-1-72,-3 1-96,4 0-16,-3-1-32,4 1-24,-4-1-88,1 1 104,1-1-96,0 1 8,1-1 0,0 0 0,0 1-32,-3-1 16,1 1-40,3-2-168,0 1-232,1 0-272,0 1-344,1-2-337,-4 2 1393,1-2-1680,5 1-600,-1-1-857,0 0-1208,-1 0 136,1 0 1256,-6 1 2953,2 0-1848,3-1 480,-1 0 264,-7 2 1104</inkml:trace>
  <inkml:trace contextRef="#ctx0" brushRef="#br0">45436 13280 5977,'0'0'0,"0"0"0,0 0 1328,0-1 208,0-1-95,0-1-297,0 0-192,0-1-200,0 3-752,0-1 632,0-1-175,0 0-113,2 1-72,5-1-40,-4 1-40,1 1-192,0-1 168,2 0-80,3 0-56,2 0 8,3 1 8,2 0-8,-8 1-40,2-1 40,9 0-32,2 1-16,-1 0 8,3 0 0,-1 0 16,-12 0-16,3 0 16,11 0-32,1 0-16,1 0 24,0 0 8,0 0 0,-14-1 0,3 0 24,12 1-24,0-1-16,1-2 32,0 1-8,0 0 48,-14 1-56,4-1 56,13-1-32,1 0-16,0-4 24,1 6 48,1-6 8,-21 6-88,6-1 128,17-1-16,-1-4-48,1 5 24,1-1 8,2-3-8,-24 5-88,7-1 96,17 0-40,-2-2-32,3 1 0,1 1-16,-2-1 40,-23 2-48,9 0 32,15-2-24,2 1-16,1-1 8,0 0 0,2 0 32,-28 3-32,11-2 48,17-2-24,0 3 0,2-6 0,1 4-24,1 0 24,-32 0-24,15-1 32,16 1-56,0-4 56,2 5-16,-1-5 8,1 5 24,-33-1-48,17-3 40,15 4-16,3-5-24,-1 3 40,1-3 24,1 3 56,-36 2-120,17-3 120,20 3-16,0-5-32,-1 5 8,0-1 0,1-3-8,-37 5-72,21 0 24,18-2-32,1-1-40,-1 1 8,1 0 40,2-1 24,-43 4-24,26-3 16,17 0-32,1-1 8,0-2-8,0 3 8,2-4 40,-46 7-32,29-2 40,17-4-64,2 4 0,-3-2 8,2 1-8,0 0 40,-46 2-16,29-1 0,16-5-48,2 6 0,-2-3 24,2 1 40,1 0 8,-49 2-24,32-1 24,18-1-24,-2 0-48,0 0 24,-1 0 8,0 0 40,-49 2-24,36-1 72,15-1-72,-1-1 8,3-2-16,-3 3 0,2 0 24,-51 1-16,37-4 0,14 4-16,1-4-24,1 3 40,-2-3 24,3 3 48,-55 1-72,38-3 0,14 3-40,1-1 0,-1-1-8,0 1 80,-1 0-8,-53 3-24,42-2 24,11-1-24,-1 2-24,0 0 40,1 0 16,-2 0-8,-51 1-24,40-1 8,13 1-32,-1-1-8,1 1 56,0-1-48,-1 0 32,-53 1-8,43-1 0,10 0-64,-1 1 88,1 0 0,-2 0-24,2-1 32,-56 1-32,47 0-16,8 0-120,-2 0 64,0 1 0,-1 1-8,-2 0 128,-50-2-48,44 2 0,8 0-64,0 0 24,0 0-56,-2 0-56,-1 0 56,-53-2 96,49 2-128,2 0 8,0-1 24,0 1-16,-1 0-64,0-1 80,-49-1 96,44 2-160,3 0-40,1-2 48,0 1-8,0-1 32,-3 0 72,-46 0 56,41 2-56,5-1-32,-3 1 8,0-1-8,-4 2-24,2 4 16,-42-6 96,38 0-112,1 2-80,0 4 0,-2-6-8,-23 0 280,5 1-24,-21-2-56,22 3 72,7-1-56,-1 0-392,5 0 7,1 0-95,4 0 8,-38-2 456,38 2-464,-21 0 296,3-2 48,1 0 0,2 1 56,-1-1-256,-22 0 320,24 0-336,0 2-16,2-2 56,0 0-40,2 0 56,-1 0 280,-28 0-240,30 0 16,0 0-8,2 0-41,0 0-55,2 0-128,-1 0 456,-32 0-504,31-1-200,3 0-384,14 1-385,4-2-383,4 0 224,-57 2 1632</inkml:trace>
  <inkml:trace contextRef="#ctx0" brushRef="#br0">51618 13240 6513,'0'0'0,"0"0"2512,0-1-2512,0 1 2065,0 0-817,0-1-320,-1 0-55,1 1 31,0-1-16,0 1-80,0 0-808,0-1 664,0 1-168,0-1-80,0 0-40,0 0 25,0 0 39,0 1-440,0-1 400,0 0-40,2-1-64,-1 1-72,1 0-40,0 0 8,-1 0-192,3 0 152,-3-1-24,5 0 0,-4 0-24,5 0 0,-1 0 56,-5 2-160,3-1 120,2-1-32,0 0-8,-1 1-24,0 0 24,0 0 24,-4 1-104,3-1 104,-2 1-24,5 0-40,-5 0 56,3 2 8,-4 0 8,0-2-112,1 2 160,2 3-80,-2-3-24,-1 3 65,0-3-17,-1 4 24,0-5-128,0 0 136,0 7-72,-1-3 8,1 2 32,-3-1-8,1 0-40,2-4-56,-2 3 56,-3 2-40,3-1-48,-4 1 128,5 0-8,-5-2 32,5-3-120,0 3 112,-3 1 0,2 1-24,-1-2 24,-2 1 40,3-1-16,2-4-136,-1 3 168,-2 1-80,1-2 24,0 3 16,0-4 0,1 4 16,1-6-144,-1 2 96,1 3-40,-1-4 8,0 4 8,1-4-32,0 1 64,0-1-104,0 0 72,0 1-48,1 0 48,0 0-40,1-1 8,4-1-24,-6 0-16,1 2 0,5-2-40,-5 0 24,7 0 0,-2-2 16,0 0 0,-5 2 0,5-2-56,2 0-144,-1 0-88,1-1-144,-1 1-152,0-1-88,-6 3 672,5-2-824,0-1-193,1 1-151,0 1-256,0-1-289,0 0-351,-6 2 2064,5-1-2497,1-1-431,-1 1-393,1 1 865,-1-1 815,0 1 617,-6 0 1024,5-1-768,-2 0-664,-3 1 1432</inkml:trace>
  <inkml:trace contextRef="#ctx0" brushRef="#br0">51884 13313 8617,'0'0'0,"0"0"3897,0 0-1376,0-1-1153,0 1-1368,-2 0 1024,1 0-24,0 0 41,0 0-17,-1 0-112,1 0-128,1 0-784,-1 0 624,0 0-224,-1 0-103,1 0-81,-1 0-80,1 0-136,1 0 128,-2 0-48,1 0-104,0 0-32,-1 0-96,1 0-200,0 2 352,1-2-593,-1 1-311,-1 0-472,1 1-512,1-1-577,-1 0-760,0 1 3225,1-2-3897,0 0 705,0 2 959,0-1 657,1-1-312,-1 0 1888</inkml:trace>
  <inkml:trace contextRef="#ctx0" brushRef="#br0">52047 13196 6857,'0'0'0,"0"0"3513,0 0-3513,0 0 2912,0-2-1407,0 0-505,0 0-40,0 0 72,0 0 33,0 1-1065,0 1 1024,0-2-88,0 0-192,0 1-88,-1-1-64,0 1-96,-1 0-496,2 1 449,-2-2-89,0 2-120,-1-1-72,-2 1 0,3 0-72,-2 0-96,2 0 16,0 2 80,-4 0-96,3 0-16,-3 4 72,4-5-56,-4 4 0,5-3 0,-1 0 32,-5 4-64,6-4-32,-4 6 72,3-7-32,1 4 24,0-3-32,0 0 8,1 3-48,-1-3-8,1 4 8,0-4 48,0 2 24,0-3 0,1 1-16,1 4 0,0-5-40,3 4 48,-4-4 8,3 3 0,-3-2 24,1-1-8,4 4-56,-4-4-8,4 1 80,-4 0-32,4 2 0,-5-3 40,1 0 16,5 1-88,-5-1 8,5 1 8,-5 0 16,2-1 0,-2 0 32,0 1 8,4 0-96,-5-1-24,4 0 8,-4 1 32,1-1 40,-2-1 56,5 1-16,-3 0-72,-1 1 24,0-1-8,-1 0 32,1 0-16,-1-1 24,0 2-8,0-1-32,0 0-40,0 0 0,0 1 32,0-1 24,-1-1-40,-1 1-16,0 0-16,0 1-48,1-1 40,-2-1 8,1 1 72,2-1 0,-3 0-24,0 0-48,1 0 8,0 0-8,-1 0 48,1 0 24,1 0-16,-1 0-48,0 0-129,0 0-63,0 0-64,0 2-80,1-2 400,0 0-408,-1 1-80,1-1-24,-2 0 48,2 0 64,-1 0 64,1 0 336,1 0-280,-2 0-32,2 0-40,-1 0-33,1 0-23,-1 0 0,0 0 408,1 0-408,0 0 40,0-1 48,0 1 40,0-2 88,0 0 48,0 1 144,0 0-112,0-1 40,1 1-32,-1-1 80,1 0 40,-1 0 16,1 1-32,-1 0 56,0-1-72,2-1-16,-2 1-8,1-1 16,-1 1 24,1 0 0,-1 1-24,0-4-16,1 3-24,1 0-16,0-4 48,0 5 8,-1-1 24,0 1-8,1-5-8,0 5-32,0-5 0,-1 5 8,5-5-24,-6 5 64,1 0-88,1-5-72,-1 5-80,4-5 16,-3 4 16,0-4 39,-1 5 169,0 1-112,4-6 0,-4 4-8,1-1 8,3-2-16,-4 3-56,0 1 184,0 0-232,1-4-112,3 3-104,-4 0-96,1 0-80,0 0-184,0 1 808,1-1-969,-1 0-207,-2 1-160,2-2-80,0 1 319,0 1 305,-1 0 792,0 0-520,1 0 216,0 0-280,0-1-1112,-2 2 1696</inkml:trace>
  <inkml:trace contextRef="#ctx0" brushRef="#br0">51502 13138 9097,'0'0'0,"-1"0"3289,1 0-3289,-1 0 1528,0 0-935,0-1-233,-1 1 0,1 0 128,0 0 80,1 0-568,0 0 592,-1 0-96,1 3-88,-2 2-24,1-3 0,-1 4 25,2-6-409,0 6 368,-2 0-88,0 1-16,1 2-56,-4 4-32,2-1-176,3-12 208,-2 14-32,-4 0-64,4 1-56,0 0-56,-1 2-32,1-2 32,2-14 0,-2 14-32,0 1-8,1-1-16,1-1 0,0-1-72,0-1 128,0-12-208,5 11-136,-3-2-216,4-1-137,0-1-175,1-1-240,-1-5 1112,-5-1-1464,7 8-481,1-7-583,1 1-361,0 0 505,2-1 727,0-1 1657,-11 0-1168,13 0-1016,-14 0 2184</inkml:trace>
  <inkml:trace contextRef="#ctx0" brushRef="#br0">52177 13067 8577,'0'0'0,"0"-1"3233,0 1-3233,0 0 1352,0 0-952,0-1-296,1 0 16,-1 1 185,1 0 207,1 0-512,-2 0 656,2 0 56,0 0-48,3 0-56,-4 0 0,1 0 16,2 1-624,-3-1 593,0 2-33,4 0-80,-3 3-104,5-4-48,-6 5-16,4-5-312,-3 0 296,0 6 0,6-1-64,-2 1-56,0 2 32,0 2-32,-1-4-176,-3-3 192,3 8-32,0-1-120,-3 1-24,4-1 64,-5-1-24,0-3-56,0-3 136,1 6 8,-1 1-47,0-1-17,1 1 32,-2 1 8,0-5-120,0-3 96,0 7 24,0 0-48,0-1-32,0 1 0,0-1 16,-1-4-56,1-3 32,-1 6 32,0 1-128,0 0-32,-1-1 48,0-1-16,1-3 64,0-1 0,-1 4-72,-1-1-144,1 0-113,0-1-151,0 0-136,1-3 616,0 0-856,-1-2-344,0 7-369,0-7-367,0 6-328,0-5-569,1 0 2833,0 1-3417,-1-2 617,0 1 839,1-1 697,0 1-352,1-2 1616</inkml:trace>
  <inkml:trace contextRef="#ctx0" brushRef="#br0">52443 13100 9890,'0'0'0,"0"0"2840,0-1-1760,0 1-487,0-1 23,0 0 200,0 1-816,0-1 968,0 1 48,0 0-71,-1 0-105,1 0-72,-1 0-48,0 0-720,-1 0 704,0 3-88,0-2-88,-3 4-23,3-4-89,-3 5 24,4-5-440,-1 0 392,-5 7-72,2-1-56,-2 2-56,1 0 24,0 2 24,4-7-256,-2 2 272,-2 4-72,1-2-40,3 2-80,-4-2 56,4 1-8,0-6-128,-2 3 128,2 4-40,0 0-40,-1 1-24,1-1 8,1 0 40,0-7-72,1 3 16,0 4-16,0-1-16,0 0-24,0 1 24,1-1-16,-1-6 32,1 2-24,0 5-168,1-2-128,4 0-56,-6 0-168,6 0-32,-5-6 576,0 3-736,7 1-184,-3-1-137,2-3-135,0 4-296,0-4-289,-4-2 1777,2 1-2048,4 1-473,0 0-375,0-1-385,0 1 777,0-2 839,-7 0 1665,4 0-1040,2 0 176,-1-1-320,-7 1 1184</inkml:trace>
  <inkml:trace contextRef="#ctx0" brushRef="#br0">52637 13248 11642,'0'0'0,"-1"-1"4001,-1 0-2265,0 1-736,-3-1-127,3 1-17,0 0-8,-3 0-64,4 0-784,0 0 616,-4 0-192,2 0-96,-3 0-64,3 2-31,-3 3 15,5-4-248,-3 0 176,-3 5-64,0 0-8,0 0-32,0 0 8,0 0 32,7-5-112,-5 5 96,2 0-48,-2-1 0,3 0 0,0 0-64,2-3 88,0-1-72,0 6 40,-1-6-72,1 5 48,0-4 0,1 4-16,0-6 40,-1 1-40,1 4 56,2-4-72,1 1 16,-2 0 16,3-1-40,-4 1 80,-1-2-56,5 1 56,-4-1-72,4 1 16,-3-1 0,3 0-16,-4 0 32,-1 0-16,5-1 56,-3 0-96,3-2 8,-4 2 48,4-1-56,-3-3 80,-2 4-40,5-1 72,-5-2-120,2 2 64,4-5-32,-5 5 16,1-4 48,-2 6-48,2-3 40,0-3-40,-1 3-16,1-4 48,-1 2-24,-1 0 40,0 5-48,0-5 56,0 0-128,-1 0-16,1 0 8,-2 3-72,1-5 152,1 7-200,-1-2-160,0-4-200,-1 4-153,1-3-151,0 3-168,0 1 1032,1 1-1288,-2-3-385,1 2-431,0 0-505,0 1-447,0 0-257,1 0 3313,0 0-2433,-1 0 857,1 1 592,0 0 112,0 0-304,0-1 1176</inkml:trace>
  <inkml:trace contextRef="#ctx0" brushRef="#br0">52741 13294 12258,'0'0'0,"0"0"4593,0 0-3057,-1 0-879,0 0-233,1 0 48,0 2 32,0-2-504,0 0 616,0 1 16,0-1-120,0 1-96,-1 0-56,1 1-88,-1-1-272,1-1 193,-1 0-57,1 1-128,-1-1-32,1 1 0,0-1-88,0 2 112,-1-2-313,1 0-311,0 1-544,0-1-696,0 1-737,0-1-960,0 1 3561,0-1-4449,0 0 1081,0 0 1095,0 0 721,2 0 24,-2 0 1528</inkml:trace>
  <inkml:trace contextRef="#ctx0" brushRef="#br0">52856 13195 7801,'0'0'0,"0"0"3145,0 0-1249,0 0-824,0 0-247,0 0-9,0 0-816,0 0 920,0 1-16,0 1-64,0 3-103,0-4-65,-1 5-80,1-5-592,0-1 520,-1 6-88,1-4-112,-1 5-32,0-2-16,0 1-56,1-3-216,0-1 224,-1 5-80,0 0-80,1 2-64,0-1-8,-1 0 16,1-4-8,-1 0 16,1 4 0,-1-1-72,0 1-8,1-1-8,-1 1-32,1-4 104,0-1-208,-1 4-264,1 0-304,0-1-288,0 1-345,0-1-295,0-3 1704,0-1-2080,0 3-433,0-3-319,0 3-145,0-3 784,0-1 777,0 0 1416,0-1-888,0 2-720,0-2 1608</inkml:trace>
  <inkml:trace contextRef="#ctx0" brushRef="#br0">52959 13091 7241,'0'0'0,"0"-1"3137,0 1-3137,0 0 2128,0 0-1120,0-1-415,0 1-57,0 0 56,0 0 120,0 0-712,0 0 744,0 0-16,0 0-80,0 0-64,0 1-87,0 1-25,0-1-472,1 0 408,0 1-80,0 3-40,1-4-56,-1 4-16,1-3 8,0-1-224,1 4 176,-2-4-16,4 7-56,-3-3 8,3 0 0,-4 1 32,0-4-144,3 2 128,-3 1-48,4 1 0,-3 0-16,2 2 32,-2-2 24,-2-4-120,1 3 144,5 2-40,-5 1 48,0 0 24,1 1 57,-1 0 31,0-7-264,0 7 248,-1 1-40,0 0-40,0 1 24,-2-2-72,0 0 8,2-6-128,-2 4 128,-1 2-128,1 0 24,-1 0 8,-2 0 24,3 0 16,0-7-72,-2 4-32,2 2-160,-3 0-216,3 0-264,-5-1-385,6 1-663,-1-6 1720,-3 3-2681,3 2-1848,-4-1-768,3-1 1553,-4 0 1335,2-3 1185,5-1 1224,-3 3-1144,3-4 1144</inkml:trace>
  <inkml:trace contextRef="#ctx0" brushRef="#br0">53273 13229 8457,'0'0'0,"-1"0"4153,1 0-2312,-2 0-1065,-1 0-368,1 2-32,0-1-376,1 0 528,-1 4 176,0-3 8,1-1-48,-2 5-135,1-5-145,0 3-384,1-3 288,-1 1-80,0 4-56,-1-4-24,2 5 24,-2-5-56,2 3-96,0-3 88,-1 0-24,0 4-88,0-4 24,0 3 24,1-2-8,0 1-16,0-3 24,0 1-32,0 4-120,0-4-112,1 4-168,0-4-304,0 2 712,0-3-1137,0 1-495,0 3-640,0-4-601,1 3-424,0-4 625,0 2 2672,-1-1-1825,2 0 473,-2 0-560,0-1 1912</inkml:trace>
  <inkml:trace contextRef="#ctx0" brushRef="#br0">53262 13284 9378,'0'0'0,"0"0"3936,0 0-1959,-1-1-961,0 1-296,1-1 0,0 1-720,0 0 848,0-1 65,0 1-105,0-2-96,0 1-104,0 0-112,0 1-496,0 0 488,-1-1-80,1 0-88,0 1-39,0-1-33,0 0-40,0 1-208,0 0 152,0 0-56,0 0-88,0 0 24,0 0-32,0 0 40,1 0-56,1 0-48,3 1-72,-4-1-88,5 1-168,-5-1 392,0 0-641,6 0-271,-2 0-352,1 0-376,1 0-473,4 0-655,-5 0 2768,-1 0-3513,4 0 0,2 0 968,-1 0 849,-1 0 384,0-1-208,-9 1 1520</inkml:trace>
  <inkml:trace contextRef="#ctx0" brushRef="#br0">53770 13074 6697,'0'0'0,"0"0"2216,-1 0-2216,1 0 1873,-1-1-481,-1 0-224,0 1-63,0-1 15,0 0-56,1 1-1064,0 0 968,-1 0-136,0 0-215,-1 0-137,-2 0-96,4 2-104,-1-1-280,1 0 248,-4 0-48,3 5-72,-1-4 0,-2 5 0,4-2 0,-2-3-128,-1 2 160,-1 4-48,0 1 8,2 0 32,-2 1 32,3 0 40,-1-6-224,0 3 208,2 3-48,0 2-24,-2-2-32,1 1 40,1 0 64,0-7-208,0 3 168,-1 4-32,1-1-39,0 1-25,-1 0-8,1 0 32,1-7-96,-1 4 56,1 3-48,-1 0-16,0 0 8,1-1 0,0-1-16,0-6 16,0 4-96,0 1-136,2 0-153,-1 0-127,1 0-104,4-2-176,-5-5 792,0 3-968,4 2-336,-3 0-257,6 0-191,-3 0-209,1-1-95,-5-4 2056,3 0-2209,1 7-119,0-6 552,0 5 511,-3-2 409,5 0-96,-5-4 952,-2-1-1808,0 0 1808</inkml:trace>
  <inkml:trace contextRef="#ctx0" brushRef="#br0">53832 13296 5673,'0'0'0,"0"0"1672,0 0-112,-1-2-391,0 0-201,1 2-968,-1-1 1000,1-2 72,-1 0 73,0 1-9,1 0-72,0-1-144,-1 2-920,1-1 832,-1 0-159,1 0-161,-1 0-24,-1 0-64,1 1-56,1-1-368,-1 1 384,0 0-80,-1 0-56,1 0 0,-1 1-24,0 0-32,1 0-192,0 0 176,-2 0-56,1 2-56,-1-1-8,1 2 8,-1 2 0,3-4-64,-2-1 72,-1 6-32,1-4-32,-1 5 8,1-2 0,-1 0 48,3-3-64,-2 1 40,-1 2-40,1 0-8,-1 0-32,1 0 40,0 0 24,2-3-24,-1 1 40,-2 2-24,1 0-96,1-3 8,0 5 16,-1-5 48,2 0 8,0 3 40,-1-3-40,0 3-40,1-3 24,0 0 16,0 3 24,0-5-24,2 0 72,-1 1-104,0 1 32,1-1 0,0-1-24,0 0 64,-1 0-40,3 0 40,-3 0-40,4 0 16,-4 0 8,1-1 32,4-1 0,-6 2-56,1-1 128,0-1 1,1 0-33,4 0 64,-6 0-40,1 0 8,0 2-128,0-2 120,1 0-48,-1 0 8,-1-1 32,0 1-32,0-1 16,0 3-96,0-1 72,0-2-72,0 1-16,0-1 56,0 1-40,-1-1 40,1 3-40,-1-1 48,-1-1-104,0 0 8,0 0-8,0 0-80,0 0-40,2 2 176,-2-2-288,1 0-217,0 1-167,0-1-144,0 0-248,-1 0-224,2 1 1288,-1 0-1657,0 0-391,1 0-377,-1 0-359,0 0-225,1 0 737,0 1 2272,0 0-1553,0-1 489,0 0-136,0 1-224,0 0 1424</inkml:trace>
  <inkml:trace contextRef="#ctx0" brushRef="#br0">53883 13382 9746,'0'0'0,"0"0"3128,0 0-1535,0 0-1593,-1 0 1080,1 0-264,-1 0-16,1 1 88,-1-1 65,0 1 47,1-1-1000,0 0 888,0 2-208,0-2-128,-1 1-144,1-1-120,0 0-40,0 0-248,0 1 184,0-1-88,0 0-39,0 0 7,0 0-24,0 0-40,0 0 56,0 0-72,0 0-24,0 0-24,0 0-113,0 0-63,0 0 721,0 0-1338,1 0 289,-1 0-160,2 0-208,-2 0-224,1 0-257,-1 0 1417,0 0-1752,1 0-353,-1 0-303,1 0-225,-1 0 97,2 0 711,-2 0 1825,0 0-1216,1 0 368,-1 0-1192,0 0 2040</inkml:trace>
  <inkml:trace contextRef="#ctx0" brushRef="#br0">54012 13248 3008,'0'0'0,"0"0"440,0 0 112,-1 0 233,1 0-785,-1 0 1096,1-1 224,-1 0 48,0 1-15,1-1-41,-1 0-152,0 1-1160,0 0 1024,-1 0-71,0 0-185,0 0-40,1 0-40,-1 0-80,1 0-608,1 0 536,-2 0-48,0 0-96,0 0-23,0 0-33,0 0-40,0 0-296,2 0 312,-1 2-24,-1 0-64,0 0-40,0 3-8,0-4-112,0 3-64,2-3 48,-2 1 8,0 5-8,0-2 64,-1 1 16,0 0-8,0-2-120,2-2 88,-2 5-8,1 1 24,-4 2-40,4-1-8,-3 0-32,4-3-24,1-3-16,-2 5 8,-1 1-32,1-2 40,0 0-64,1 0 24,1-3 40,0-2 0,-1 3-56,1 1 48,0-1-48,1-3-8,0 5 40,0-6 24,0-1-40,1 5 24,3-3-48,-4-1-88,1 1 88,1 0 24,1-1 40,-3-1-48,2 2 72,2-1-136,-3-1-16,4 1 8,-4-1 8,2 0 112,-1 0-104,-2 0 32,7 0-32,-7-2 40,6 0 32,-5 1 16,1-1 16,0 1 16,-2 0-104,5-2-16,-4 1-16,3-1 32,-4 1 96,0 0-8,-1 1 16,2-1 8,-1-1-8,1 1 40,-2-1 32,0 1 48,0 0-136,0 1 120,0-1-48,-1-1-56,-1 1-8,0-1 56,0 1-24,1 1-40,0 0 88,-4-1-16,3 0-40,-1 0-8,-2 1 24,3 0 0,-1 0-48,1 1 64,0 0-64,-4-1-72,4 1-80,-3 0 24,3 0 64,0 1 64,1-1-40,-4 2 40,3 0-112,-1-1-48,1 1-88,-1 0-136,3-1 384,-1 0-528,-1 1-185,0 0-263,1 3-184,0-5-232,0 2-321,1-1 1713,0 0-1904,0 1-209,2-1-175,-1 1 520,2 0 519,2 0 425,-5-1 824,1 0-568,4 0-1280,-5-1 1848</inkml:trace>
  <inkml:trace contextRef="#ctx0" brushRef="#br0">54073 13281 6985,'0'0'0,"0"0"0,-1 0 2441,0 0-857,-1 0-656,2 0-248,-2 0 16,1 0 129,0 0-825,0 0 904,0 0-32,0 0-168,0 0-136,-1 0-160,1 1-104,1 0-304,-1-1 248,-1 2-104,1 0-32,0 0-8,0 0 16,0 0 1,1-1-121,-1 0 120,0 4-40,0-4-8,1 1 24,-1 0 16,0 3 48,1-5-160,-1 2 144,1-1-16,-1 1-56,1 3-24,-1-3 24,1-2 8,0 1-80,0 0 96,0 2-32,0-2-80,0 1 32,0 0 0,0-1 8,0-1-24,0 1 32,0 0-32,0 1-24,0-2 40,1 0-8,-1 2-8,1-2 0,0 0 0,1 1-32,0-1-48,0 0 24,0 0-56,-1 0-40,0 0 152,1 0-240,3 0-104,-4 0-88,0 0-89,1 0-55,3-1-64,-4 1 640,-1-1-696,1 0-40,2 1-16,-1-2 8,-1 1-41,1 0-63,-1 0 848,0 1-952,1 0-112,0-1-81,0 0-103,0 0-96,0 0-88,-2 1 1432,1-1-1137,1 1 313,0-1 280,0 0 80,0 0-1392,-2 1 1856</inkml:trace>
  <inkml:trace contextRef="#ctx0" brushRef="#br0">54139 13255 4672,'0'0'0,"0"0"2289,0 0 47,0 0-623,-1 0-537,0 0-200,1 0-976,-1 1 945,0 1-73,-1 0-8,1 0-64,0 3-144,-1-4-56,2 0-600,-1 3 488,0-2-151,0 4-57,0-4-56,1 5-56,0-5 16,0-2-184,-1 7 192,1-1-80,0 0-32,0 0 32,0 0-80,0 1 16,0-6-48,1 5 48,0 1-72,0 0 8,1 0 8,-1 0-80,0 0-24,-1-7 112,2 7-240,-1 0-200,0-1-233,0 0-231,1 1-264,-1-2-208,-1-4 1376,1 4-1617,0 1-303,0-1-304,1-4-217,-1 6 409,0-5 639,-1-2 1393,2 1-896,-1 5 64,0-6-736,-1 0 1568</inkml:trace>
  <inkml:trace contextRef="#ctx0" brushRef="#br0">54228 13305 9562,'0'0'0,"0"0"0,0 0 3160,-1 0-1992,0 0-687,0-1-281,-1 1-40,2-1 120,-1 0-280,1 1 456,-1 0 144,0-1-8,1 1-88,0-1-120,-1 0-128,1 1-256,0-1 168,0 1-48,0-1-88,0 1-8,1 0 0,1-1 16,0 0-40,-2 1 32,2-1 8,3 1-16,-4-1-40,4 0 80,-4 1 16,4-1-80,-5 1 112,2 0 32,3 0-63,-4 0 7,1 0 24,3 0 8,-4 0-120,-1 0 120,2 0 56,0 0-56,0 0 40,-1 0 80,2 1-32,-1 0-208,-2 0 264,1 1-24,-1-1-72,0 1-24,0 0 8,0 3-16,0-4-136,0-1 160,0 5 8,-1-3-80,0 4 16,-1-4 0,0 3-8,1-4-96,0 0 128,-1 5-8,1-4-16,-1 3-40,-1-3 32,1 4-32,1-5-64,0 0 56,-1 4-8,1-4-16,-1 4-48,1-4 40,0 1 8,1 2-32,0-3 24,-1 0 32,0 1-72,1 0 0,0 0-32,0 0 32,2 0 16,-2-2 16,1 2-16,0-1-32,1 0-48,-1 1-8,1-1-16,0 0 104,-2-1-120,2 0-56,0 2-136,4-2-104,-5 0-136,4 0-80,-4 0 632,0 0-712,6 0-57,-5-1-63,5 0-80,-5-1-64,5 0-48,-3 0 1024,-3 2-1033,4-2-55,0 0-48,0 0-16,0 0 24,-3-1 55,3 2 1073,-3-1-984,0 0 64,5-3 104,-5 3 128,5-3 135,-5 3 129,2-1 424,-2 1-328,0 0 72,3-3 48,-3 3 80,3-1 80,-4-2 40,0 4 8,0 0 32,4-2 48,-4-2 48,1 4 112,-1-2 160,0-2 208,0 4-608,-1 1 777,2-3 143,-2-2 32,1 3-8,-1-1 16,1-2 9,-1 4-969,0 0 984,2-1-16,-2-3-56,0 3-8,0 0-31,0-4-17,0 5-856,0 0 816,0 0-64,0-2-88,-1 1-48,0 0-7,-1 0-9,1 1-600,0 0 584,-1-1-56,1 0-80,-2 1-32,-2 1-40,3 0-48,1 0-328,-1 0 328,-3 0-72,3 0-40,0 1-48,-3 1 8,3 4-47,-1-5-129,0-1 120,2 5-80,-2-4-16,-2 5 16,3-4 0,0 3 32,1-3-72,-1-2 40,0 6-8,-1-4-32,2 4 0,-1-5 8,0 5 24,2-5-32,0 0 0,0 5-16,0-4-40,0 2 0,0-2 16,0 0-16,0 0 56,1 1-40,4-3-40,-3 2-24,3-1-9,-4-1 33,4 0 0,-4 0 80,0 0-96,6 0-8,-5-1-64,5 0 8,-5-2 0,5-2 8,-6 5 152,0-2-160,6 0-48,-2-3-48,0 3 0,0-4-16,0 4 16,-4-1 256,0-1-232,6 3 8,-5-6-16,5 4 88,-5-3-16,4 4 32,-5-1 136,0-1-72,5 2 8,-4-5 16,3 6 8,-4-5 64,1 4 8,0 1-32,1-1 72,-3 1 0,2-1 40,-2 0 40,2 0 48,-1 2 80,-1 0-280,0 0 264,0 0 16,0 0-48,0 0-8,0 1-16,0 1-40,0 0-168,-1 1 144,1-2-64,-1 4-64,0-3 8,1 4-8,0-4 8,-1 1-24,1 1 64,0-2-48,0 4-16,0-4-16,0 6 16,0-3 0,0-3 0,0 2-16,0 1-48,0 1-56,0 0-8,0 0-72,1-1-40,-1-3 240,1 1-352,0 3-200,1 0-184,-1 0-176,0-1-217,1 0-191,-1-4 1320,0 3-1568,1-2-265,0 5-247,-1-5-241,1 3-159,0-4 487,-1 0 1993,0 0-1352,1 0 536,0 1 376,0-2-320,0 0-104,-2 0 864</inkml:trace>
  <inkml:trace contextRef="#ctx0" brushRef="#br0">54514 13171 4721,'0'0'0,"0"0"3000,-1 0-631,-1 0-1177,2 0-1192,-2 0 696,-1 0-200,0 0 24,1 0 96,0 0 177,0-1 55,2 1-848,-2 0 832,0 0-88,1 0-104,-1 0-112,1 0-136,0 0-104,0 0-288,1 0 161,0 0-49,-1 0-40,1 0 0,0 0 8,0 0 8,0 0-88,0 0 112,2 0-24,0 1 8,0 1 16,-1 0 24,1 0 0,-1-2-136,4 2 112,-4 0-24,5 0-32,-5 3 0,6-4 24,-5 1-8,-2-2-72,6 5 80,-4-3-8,5 3 8,-5-2 8,5 3-24,-2-4 24,-4-1-88,3 5 120,2-1-24,-2 0 32,2 1 16,-1 1-16,1 0 32,-5-6-160,3 6 168,-2 1-40,5-2 48,-5 3-8,4-1-8,-5 0 64,-1-8-224,2 8 184,0 0-8,-1 0 16,0-1-15,-1 1 23,2-2 16,-2-6-216,0 8 224,0-2-88,0 1 0,0-1 16,-1 0-16,0 1 16,1-7-152,-2 6 168,0 0-56,-1 0 0,1 1 16,-4-1-56,4 0 8,2-5-80,-5 5 56,2 0-8,-3 0-48,3 0 40,-3-1-80,5 0 40,1-5-112,-5 5-128,3-3-320,0 4-248,-1-5-249,1 1-271,1 0 1328,1-2-1584,-3 2-409,2 0-487,0-1-593,-1 0-584,2-1 425,-1 0 3232,1 0-2145,-1 0 865,1 0 616,-1 0-544,1 0 1208</inkml:trace>
  <inkml:trace contextRef="#ctx0" brushRef="#br0">54756 13161 1632,'0'0'0,"0"0"720,0 0 152,-1 0 304,1-1 161,0 0-9,-1 1-1328,1 0 1312,-1-2-39,1 1-41,-1 0-80,0 0-96,1 0-95,-1 0-961,1 0 880,-1 0-112,1 0-96,-1-1-80,0 1-64,1 0-24,0 1-504,-1-1 456,0 0-23,1 0-65,0 1 0,-2-1 8,0 1-32,1 0-344,1 0 368,-2 0-8,0 1-40,0 1-8,-1 0 16,1 5-40,-1-7-288,1 2 264,0 5-32,-4-1-64,1 2 0,-2 1 8,2 0-31,1-5-145,0 3 192,-2 4-72,0 0-8,0 1 0,0-1-32,0 1 56,4-8-136,-1 4 136,-2 5-24,3-1-16,-3 1-24,4 0 8,-1-1 16,1-7-96,0 3 72,1 4-16,0-2-24,0 1-64,1-1 32,3-1 16,-3-6-16,0 3 0,5 1-56,-4 1-56,3-1-80,0-2-64,0 1-72,-2-6 328,0 2-424,4 4-89,-1-5-55,2 0-56,-1 0-72,0 1-152,-5-2 848,2 0-1056,3 0-225,0-1-183,-2 0-120,0-1-105,1 1-47,-4-1 1736,2-1-1816,2 1-105,-1-3-23,1 3 103,-5-3 689,6 3 432,-6 1 720,0 0-368,4-1 200,-4-1-720,4 1 184,-5 2 704</inkml:trace>
  <inkml:trace contextRef="#ctx0" brushRef="#br0">54865 13282 1232,'0'0'0,"0"0"624,0 0-624,0 0 216,0 0 32,0-1 88,0 1 168,0-1 240,0 0 257,0 1-1001,0-1 1240,0 0 112,0-1-24,0 1-55,0-1-81,0 0-96,0 2-1096,0-2 960,0 1-111,0 0-89,0 0-104,0-1-8,0 1-56,0 1-592,-1-1 520,1 0-24,-2 1-48,0-1 9,0 0 23,-3 1-24,4 0-456,0 0 472,-2 0-104,-2 0-88,3 1-24,0 0-80,-4 1-8,6-2-168,-2 5 160,-4-4-72,5 4 0,-6-3-472,5 6-40,-5-2 56,6-5 368,-1 6-408,-4-1 424,4 0 8,-3 1-24,3-1 0,0-1 32,2-5-32,-1 5 40,0 0-48,0 0 8,1-3 0,-1 5-32,1-5 88,0-2-56,0 6 24,0-4 416,0-1 24,0 4-8,1-4 0,0 1-432,-1-2-24,2 2 0,0-1-48,3 0 16,-3-1-40,2 0 32,-2 0 40,-2 0-32,5 0-32,-3 0 40,3-2-32,-3 0-8,6 0 64,-7-3 0,-1 5-8,7-2-8,-5-1-8,5-2-32,-5 4 56,5-5 0,-5 4 0,-2 2 24,5-6 8,-3 5-64,3-4 8,-4 2 24,0 1-8,0-3 8,0 5 32,0-2-32,0 0-24,-1-4 0,0 5-32,0-2 24,0 1 32,0 2-72,0-3 0,0 1-120,-2-1-104,1 2-152,-1-2-224,0 1 672,2 2-960,-2-1-353,0-1-399,0 1-417,0 0-455,1 1-377,0-1 2961,1 1-2872,-1 0 887,-1 0 785,1 0 552,0 0 48,0 0-192,1 0 792</inkml:trace>
  <inkml:trace contextRef="#ctx0" brushRef="#br0">54948 13386 10762,'0'0'0,"0"0"2872,0-1-1439,-1 1-441,1 0-192,-1 0-40,1 0-760,-1 0 840,1 0 73,-1 0-1,0 0-64,1 0-136,-1 0-104,0 0-608,1 0 488,0 0-120,-1 0-135,1 0-169,-1 0 48,0 0-104,1 0-8,0 0 16,0 0 24,0 0-104,0 0-32,0 0-16,0 0-73,0 0 586,0 0-1074,0 0 281,0 0-176,0 0-168,0 0-160,0 0-144,0 0 5345,0 0-9819,0 0 4066,0 0-336,0 0-321,0 0-359,0 0-329,0 0 18901,0 0-35072,0 0 16995,0 0 793,0 0 528,0 0-264,0 0 912</inkml:trace>
  <inkml:trace contextRef="#ctx0" brushRef="#br0">55110 13170 4689,'0'0'0,"0"0"632,0-1-8,0-1 40,0 0 144,0 0 272,0 1-1080,0 0 1329,0-5 127,0 4-48,0-4-112,0 5-143,0-5-121,0 5-1032,0 0 936,0-4-120,0 3-88,0 0-55,0-1-65,0 1-96,0 1-512,0 0 456,-1-1-104,0 2-96,-1 0-64,0 0 8,1 0-16,0 0-184,-1 1 184,-3 1-16,3 3-32,-1-3-8,-2 4-8,3 0 0,1-3-120,0 0 96,-5 5-56,4 2-24,-3 0 0,3 2 8,0-2 16,1-5-40,0 1 40,-2 4-24,1 0-32,1-1 0,0 1 32,0-2 0,1-4-16,-1 2 24,1 3-80,0-1-48,2 1 24,-1 0 24,0-2 40,-1-4 16,2 1 0,0 3-40,3-2-40,-3-3 0,3 4 40,-4-4 0,0-1 40,0 0-40,4 4-8,-4-4-72,1 1 24,0-1 32,3 0 24,-4-1 40,-1 0-48,2 2-32,3-2-16,-4 0 16,5-1 56,-5-1 8,0 1 16,0 0 16,4-1-32,-4-3-8,1 3 24,0 0 40,0-4 16,-1 6-56,0-2 40,0-3-32,0 4-16,-1-5 72,0 4 24,0-4 48,0 6-136,0-1 144,0-5-104,0 4-24,-2 0 32,0-3 8,-1 3 8,2 1-64,-3 0 80,3-2-80,-5 1 16,4 1 24,-4-1 0,3 2 24,1 0-64,-3 0 56,3 0-56,-4 1 0,3 0-40,-3 1-32,3 4 48,2-5 24,-4 0-24,0 5-16,2-4 8,-3 5 8,4-1-72,-2-2-8,2-2 104,2-2-224,-1 7-232,0-5-232,0 4-256,0-4-240,1 4-233,0-6 1417,0 2-1744,2 3-273,0-3-303,0 3-225,4-4 241,-4 0 592,-2-1 1712,6 1-1169,-1 1 241,0-2-1344,-5 0 2272</inkml:trace>
  <inkml:trace contextRef="#ctx0" brushRef="#br0">55226 13189 9161,'0'0'0,"0"0"0,-1 0 2537,0 0-1377,-4 0-552,3 0-56,-4 0 137,3 1 247,3 0-936,-6-2 1048,4 3-112,-4-2-200,5 0-231,-4 0-209,3 0-128,2 0-168,-2 0 128,1 0-128,1 0 8,-1 0 8,1 0 32,0 0-48,1 0 48,5 0-56,-4 0-8,3 0 32,-3 0-8,5 0 40,-7 0-48,2-1 56,4 0-56,-4 1 0,6-1 24,-3 0 24,-3 1 16,-2 0-64,7 0 88,-5 0-56,4 0 24,-3 0 0,2 0 32,-4 0-88,-1 0 112,5 0 8,-3 0-56,0 0-16,-1 0 24,0 2 8,0-2-80,-1 0 88,2 1 0,-1-1-48,0 1-16,-1-1 56,1 2-32,-1-2-48,0 0 80,0 1-8,0 0-40,0 0-8,0 0 0,-2 1 16,1-1-40,1-1 64,-2 1-16,0 0-16,0 1-8,-1 0-16,1 2 24,-1-2-32,3-2 48,-5 2 8,4 0-56,-2 3 8,-2-4 8,3 1 8,0 0-24,1-2 40,-4 5 0,4-4-56,-1 1-24,-1 0 32,2 3-8,-1-4 16,2-1 0,-2 2 0,1 0-48,0 3 8,0-4 24,1 1 8,0 0 8,0-2 0,0 5 8,0-4-56,2 2 16,-1 1 48,1-2-56,0 2 40,-2-3-40,1 0 16,2 1-56,-1 3 72,-1-3 16,1 3 24,0-5-32,-2 1 8,2 1 32,0 4-48,0-5 8,0 4 32,-1-4 0,0 3-32,-1-3 48,1 0 16,1 5-8,-2-5-8,1 0 56,-1 1-8,0 3-96,0-4 64,0 1 16,0-1-56,0 1-8,-1 3 32,-1-3-64,1-1 16,1-1-24,-2 2 24,0 0-64,0 0 40,-1 0-8,-2 0-32,4-1 64,1 0-128,-3 0-80,-2 0-232,3 0-160,-4-1-248,4 0-313,0 0 1161,2 0-1448,-5 0-456,3 0-441,0-2-495,0 0 151,0 0 713,0-2 1976,2 3-1321,-2-1 377,1-1-1392,1 3 2336</inkml:trace>
  <inkml:trace contextRef="#ctx0" brushRef="#br0">55350 13196 4280,'0'0'0,"0"0"689,0 0 143,0 0-832,0 0 1104,0 0 216,0 0 113,0 0 31,0 0-64,2 0-144,-2 0-1256,0 0 1121,1 0-145,-1 0-136,0 0-104,0 0-96,0 0-80,0 0-560,0 0 497,0 2-89,0 1-96,0-2-48,0 1-64,0 3 0,0-4-200,0 0 168,0 4-56,0-4-24,-2 4-24,1-4 0,0 4 16,0-4-80,1-1 80,-2 6-48,1-5 0,0 4 16,0-4 16,-1 4 0,1-4-64,1-1 104,-1 5-80,0-3-32,-1-1 8,1 5-16,1-5 8,-1-1 8,1 1-32,0 1-32,0 0-24,0-1-16,0 0 64,0 1 40,0-2 0,0 1 0,1-1-8,0 0-24,1 0-16,-1 0 48,0 0 16,1 0-16,-1 0 24,0-1-40,1 1-24,0-2-24,4 1 16,-5 0 8,2 0 40,-1 1-48,-1-1-72,4-1-56,-3 1-80,3 0-56,-4-1-96,2 2 408,-1-1-568,-1 0-177,4-1-223,-3 1-216,0 0-200,3 0-241,-5 0 1625,1 0-1904,1 0-273,0 0 1,-1 0 528,2 0 511,-1 0 313,-2 0 824,1 0-2480,-1 1 2480</inkml:trace>
  <inkml:trace contextRef="#ctx0" brushRef="#br0">55422 13211 5313,'0'0'0,"0"0"1408,0 0 304,0 0 9,0 0-113,0 0-136,0 1-1472,-1 0 1297,0-1-201,1 1-248,0-1-184,-1 2-72,0-1-64,1-1-528,0 1 481,0 0-33,0 1-64,0 0-16,0 0-16,0 0-24,0-2-328,0 2 312,0 4-56,0-5-64,0 4-40,1-4-24,-1 6-24,0-6-104,1 0 104,-1 6-64,1-5-8,-1 5-72,1-2 0,-1 0 16,1-4 24,0 3-56,-1-3-24,1 7-72,0-7-144,1 6-184,-1-2-240,0-3 720,-2-2-1008,2 7-313,-1-5-399,1 5-329,1-5-327,-1 4-337,-1-5 2713,1 0-2384,0 4 648,0-4 439,1 4-1023,-2-5 2320</inkml:trace>
  <inkml:trace contextRef="#ctx0" brushRef="#br0">55530 13233 9666,'0'0'0,"-1"-1"2176,1 1-1128,-2 0-384,1 0-7,0 0 111,-1 0 72,2 0-840,0 2 880,-1-1-104,0 0-112,1 0-104,-1 2-47,1-2-41,-1 0-472,1 4 408,0-4-56,0 4-24,0-3-16,0 3-32,0-3-48,0-2-232,0 7 96,0-5-48,0 5-32,0-5 8,1 5 80,-1-5-40,0-2-64,1 7 32,-1-6-64,2 6-8,-2-5-8,1 4-72,0-4-176,0-1 296,-1 4-608,2-3-456,-1 3-521,1-3-655,-2 3-817,2-4-688,-2-1 3745,1 2-2928,0 3 807,0-4 113,-1 1 176,0-2 1832</inkml:trace>
  <inkml:trace contextRef="#ctx0" brushRef="#br0">55613 13079 15915,'0'0'0,"-1"0"2568,1 0-1607,-2-1-465,1-1-272,1 2-224,-1-1 104,0 0-88,0 0-56,0 0 40,1 1 24,0 0-24,0 0 24,2 0-24,0 0 16,4 0 16,-5 3 48,5-2 48,-6 0-128,1 0 160,5 4 24,-4-3 32,4 3 40,-4-4 32,3 7 24,-4-8-312,0 1 312,5 8-56,-4-3-48,5 1 8,-6 2-56,7 1 0,-6-8-160,1 5 96,2 2-63,-3 2-9,5-1-8,-4-1 40,3 0-8,-5-7-48,1 5 32,3 1-48,-4 0-8,4 0 32,-4 0 24,2-1-24,-3-5-8,2 4 16,-2 2-80,0 0-24,0 0 48,0 0-25,-2 0-31,2-6 96,-2 4-176,-4 4-144,3 0-104,-4 0-112,1 0-200,1 0-208,4-9 944,-5 7-1368,0 1-657,0 2-832,0-2-1095,-1 0 527,-1 0 984,6-8 2441,-5 7-1872,-3-1-72,10-7 1944</inkml:trace>
  <inkml:trace contextRef="#ctx0" brushRef="#br0">51679 13688 3480,'0'0'0,"-1"0"320,1 0-320,-1 0 176,-1 0-40,1 0-16,0 0 48,-1 0 64,1 0 57,0 0-289,1 0 320,0 2-16,-1-2-16,1 0 0,0 2 8,0 0 32,1-2-328,0 2 328,3 0-16,-2 3-16,3-3 0,-3 3-8,4-4 8,-6 0-296,1 3 312,7-2-16,-3 4 57,3-4 55,1 5 32,1-1 80,-7-5-520,6 3 480,4-2 8,0 4 32,2-5 16,-1 1 32,1 0-24,-11-2-544,7 2 521,6-1-65,1 0-64,1-1-16,1 0-8,0 0-8,-15 0-360,11 0 320,7 0-56,0 0-56,1 0 16,2-2-32,1 1-32,-22 1-160,18-1 128,7-1-24,-2 0-32,1-3 24,0 3-24,1 1-32,-25 0-40,22 0 32,4-2-40,2-2-16,-1 4 8,1-2 40,0-1-8,-26 2-16,20 1 8,9-5-8,0 3-72,0-2 40,1 0 8,0 2 0,-30 2 24,25-4 56,7 2-16,0-2 8,1 2 32,0-2-16,-1 3-56,-32 1-8,26-3 40,7 2-80,-1 0 40,0 0 64,1 0-40,0 0 8,-34 2-32,27-1 0,8 0-72,-2 0 40,1 1 8,0 0 48,1-1 32,-37 1-56,32 0 64,4 0-56,2-1 17,-1 1-25,0 0 0,1 0 24,-39 0-24,33 0 24,5 0-48,0 0 64,-1 1-8,0 0-32,0 0 48,-37 0-48,34 0 40,3 4-56,0-5 32,-1 2 8,1 3-88,0-4 8,-37-1 56,34 2-24,4 0-65,-1 0 89,1 0 41,0-1-65,0 0 48,-38-1-24,36 0 24,3 0-64,0 0 40,0 0 0,-1 0-8,0-1 40,-39 1-32,37 0 40,1-1-64,1 1 8,0-1 16,-2 0-8,1 1 40,-39 0-32,37-1 24,0 0-80,1 1 32,-1 0-1,-1-1-15,-1 1 113,-36 0-73,36 0 16,0 0-32,-2 0 8,2 0-9,-1 0 17,-2 0 0,-33 0 25,33 0-1,1 1-105,-2-1-7,1 1 32,-2-1-56,-1 0 112,-30 0-104,30 1-160,-1-1-224,1 0-208,-3 0-160,1 0-248,-5 0 1104,-21 0-1377,24 0-239,-2 0-312,1 0-217,-2 0 65,-1-1 479,-3 0 1601,-17 1-1056,18-1 472,-1-2 280,0 2-256,-3-2-912,-16 3 1472</inkml:trace>
  <inkml:trace contextRef="#ctx0" brushRef="#br0">52489 13856 5417,'0'0'0,"0"0"2704,-1-1-815,-1-2-601,0 2-280,0-3-112,0 2-15,0 0 23,0 1-904,2 0 888,-3-1-64,1 0-96,0 0-88,0 0-56,0 0-95,1 2-489,-1-1 440,-1 1-152,0 0-80,1 0-40,-1 0-32,0 0 32,2 0-168,0 1 128,-3 1-16,2 4-72,-1-4 0,0 5 24,0-1 0,2-3-64,0 1 96,-5 4-40,3 0-48,1 2 8,-4-1 8,4 1 16,0-5-40,1 0 48,-5 6-8,4 2-48,0-1 8,-1 1 24,0-1-24,2-6 0,-1 2 40,0 5-40,0 1-56,0-1 48,0-1-32,2 1-16,0-7 56,-1 0-72,0 6-72,1-1-72,0 0-80,0-1-64,1 0-192,0-6 552,0 2-736,5 4-257,-5-1-199,6-1-152,-5-1-105,5 0-79,-7-5 1528,1 2-1672,6-2-177,-5 5-95,5-5 368,-5 0 439,6 0 425,-7-1 712,0 0-712,6 1-1480,-7-2 2192</inkml:trace>
  <inkml:trace contextRef="#ctx0" brushRef="#br0">52552 13954 2336,'0'0'0,"0"0"1384,0 0-1040,0 0-344,0-1 416,0 0 153,0 1 223,-1-1 216,1 0 128,-1 1 16,1 0-1152,-1-1 1081,1 1-177,-1 0-136,0 0-96,0 0-120,1 0-64,-1 0-488,0 0 424,0 1-103,-1 1-41,1 1-16,-1 3 0,1-5-16,1 0-248,-1 5 224,0-4-48,-1 5-8,2-4-16,-1 4 32,0-4-16,1-3-168,-1 8 144,0-2-48,0-1-32,0 1-16,1 0 8,-1 0-8,1-5-48,0 3 0,-1 2-24,0 0-32,1 0-24,-1-1-112,1 1-120,0-5 312,0 4-568,0 0-296,0 1-265,0 0-327,0 1-312,0 0-249,0-6 2017,0 4-2024,1 2 448,1 0 495,-1-1 121,0 0-1296,-1-6 2256</inkml:trace>
  <inkml:trace contextRef="#ctx0" brushRef="#br0">52610 14120 6593,'0'0'0,"0"0"1800,0 0-415,-1 0-441,1 0-96,-1 0 144,1 0-992,-1 0 1144,1 0 33,-1 0-73,0 0-208,0 0-248,0 2-160,1-2-488,0 0 344,-1 2-176,0-2-56,1 1-31,-1-1-81,0 1 40,1-1-40,-1 0-24,1 2-97,0-2-39,0 1-128,0-1-240,0 1 528,0-1-840,0 0-352,0 2-368,0-2-329,0 0-455,1 0-193,1 0 2537,-2 0-1992,1 0 527,0 0-823,-1 0 2288</inkml:trace>
  <inkml:trace contextRef="#ctx0" brushRef="#br0">52704 14000 7689,'0'0'0,"-1"0"2497,0 0-897,-2-1-688,1 0-912,1 1 680,-1 0 57,-1-1 119,0 0 88,0 0 40,0 1-208,1-1-776,2 1 544,-2-1-208,0 1-192,-1-1-95,2 0-25,0 1-24,1 0 0,0 0 0,0-1 24,0 0-32,0 0-16,1 0 8,1 1-8,0 0 24,-1-1-33,4 0 41,-4 1-56,5 0 24,-4-1 40,3 1-32,-3 0 16,-2 0-8,6 0 16,-5 0-56,5 0 40,-5 0 32,5 0-24,-5 0 0,-1 0 32,3 0 32,2 0-56,-3 0 9,-1 0 55,1 2-40,-1 0-32,-1-2 64,2 3 0,0-1-104,-1 0 0,0 3 32,-1-3-8,2 2 16,-2-2 64,0-1 0,1 5-64,-1-4 0,1 4 24,-1-4 24,0 4-48,0-4 48,0 0 0,0 8-24,0-4-48,0 1-24,0-1 24,0-2 24,0-2-16,0 5 16,0-1 16,0 1-32,0-1-16,0 1 32,0-3 0,0-2-16,0 5 8,0 0-56,0-1-80,0 1-49,0-1-143,2-2 336,-2-1-480,0 3-216,2 0-264,-2 0-240,1 0-273,-1 0-223,1-5 1696,-1-1-2048,2 8-201,0-6 337,-1 4 495,0-5 457,0 1-632,1-2 1592,-2 1-1456,0-1 1456</inkml:trace>
  <inkml:trace contextRef="#ctx0" brushRef="#br0">52723 14089 6457,'0'0'0,"-1"0"1952,0 0-279,-2 0-441,-3 0-120,4 0-1112,1 0 1112,-5 0 41,4 0-73,-1 0-136,-2 0-160,2 0-216,1 0-568,2 0 384,-3 0-144,1 0-95,0 0-49,0 0 16,1-1-16,1 1-96,-1 0 32,1-1 0,0 0-64,2 0 24,0 1 8,4 0-24,-6-1 24,1 1-16,5 0-32,-4 0-72,4 0 0,-4-1-41,6 1-79,-7 0 240,0 0-344,8-1-224,-2 0-232,0 0-192,-1 1-168,0-1-137,-2 0 1297,-1 1-1408,3-2-192,1 1-233,1-1-23,-2-1 360,2 1 391,-5 2 1105,1-2-720,3 0-1568,-7 2 2288</inkml:trace>
  <inkml:trace contextRef="#ctx0" brushRef="#br0">52871 13973 4849,'0'0'0,"-1"0"1720,0 0 80,0 0-1800,-1 0 1601,-4 0-401,3 0-120,-4 0 0,5 0 41,-6 0-49,7 0-1072,0 0 928,-6 0-216,5 0-248,-5 0-160,5 0-88,-1 0-72,2 0-144,0 0 96,-1 0-56,0 0-88,1 0 24,0 0 0,1 0 24,0 0 8,2 0-16,0 0-16,0 0-16,5 0 56,-6 0 8,1 0-24,2 0 24,-3 0-24,6 0-40,-5 0 16,4 0 24,-3 0 24,-2 0-24,4 0 40,-3 0-16,4 0-48,-4 0 48,3 0-16,-3 0 16,0 0-24,2 0 64,-3 0-56,5 0-16,-5 0 16,1 0 16,0 0 40,-1 0-64,1 0 56,0 0-8,0 2-8,0-2 9,-1 1 47,1 0 24,-2 0-120,1 0 136,-1 1-24,2 0-56,-2 0 56,0 0-24,0 4-24,0-5-64,-1 0 32,0 1-32,-2 0-8,2 4 40,-2-5 48,1 1-8,2-1-72,-2 0 64,0 5-40,-1-4 0,1 0 0,0 3-8,0-3 40,1-1-56,0 0 16,-1 5-8,0-5-8,0 1 0,0 1 32,1 2-8,1-4-24,-2 0 8,1 1-32,-1 0 16,2 0-8,-1 0 56,0 0-32,1-2-8,0 2 24,-1 1-24,1-1-32,0 0 56,0 0-24,0 0 8,0-1-8,0 0 24,0 0-48,0 1 40,0-1-16,0 0 8,0 1 32,0-2-40,0 1-8,0 1 16,0-1-8,0 0 40,0 1 8,0-1 16,0 0-64,-1 1 24,0-1-32,1 0 16,-1 1-16,0-1 16,1 1 16,0-2-24,-1 1 0,0 1-24,0-1-16,-1 0 8,1 1-56,-1-1-48,2 0 136,-3 0-256,0 0-120,0 1-128,-3-1-161,4 1-239,-1-1-264,3-1 1168,-5 1-1616,3-1-497,-1 2-599,-3-2-57,5 0 705,-2-1 655,3 1 1409,-2-1-1272,-1-1-600,3 2 1872</inkml:trace>
  <inkml:trace contextRef="#ctx0" brushRef="#br0">53018 13898 5033,'0'0'0,"0"0"1256,0 0-1256,0 0 1344,0 0-112,0 0-103,0 0 55,2 0 104,-2 0-24,1 0-1264,-1 0 1161,0 0-161,1 0-232,-1 1-136,2-1-128,-2 2-88,0 0-416,0-2 336,0 2-63,0 0-73,0 4-56,0-4 0,-1 4-16,0-5-128,1-1 96,-2 5 0,0-2-40,0 3-8,0-4 40,0 6-24,0-6-64,2-2 56,-3 8 24,1-2-80,0-1 0,-1 1 32,1 0-32,-1-4 0,3-2-8,-2 8-16,0-6-40,0 6-8,0-6 96,0 5 0,0-5-24,1-2 0,0 7 32,0-6-64,0 5 8,0-5 32,0 2-32,1-2 24,0 0 0,0 1-8,0 0-48,0 0 8,0 0 24,1-1 0,0-1 24,0 0 0,1 2 8,0-2-32,0 0 16,5 0 8,-6 0 0,4 0 0,-4 0-16,0 0 16,4-1-48,-3 0 8,4 0 40,-5-1 0,4 1 0,-3 1 0,0-2-8,4 1-80,-4 0-136,4-1-104,-4 1-193,2 0 521,-3 1-704,1-2-208,4 2-240,-5-2-224,5 1-257,-5 0-287,4 0 1920,-5 1-2233,2-2 89,1 2 520,-2-2 495,5 1 121,-4-1-1104,-2 2 2112</inkml:trace>
  <inkml:trace contextRef="#ctx0" brushRef="#br0">53107 13931 7889,'0'0'0,"-1"0"0,0 0 2489,0 1-969,-1 1-680,1-1-160,-2 1 153,2-1 223,0 0-1056,1 0 1120,-2 1-104,0 0-200,1 0-255,0 4-97,-1-5-64,1 3-400,1-2 344,-1-1-56,1 6-48,-1-4-56,0 4-48,0-4-16,1 2-120,0-3 96,0 4-16,0 1-56,0-1-32,0 1 40,0-1-40,0-2 8,0-2 8,2 5-16,-2-1-120,1 1-104,-1-1-224,2 0-232,-2-3 688,1 0-984,0 2-265,1 1-191,-1 0-344,1-4-209,-1 6-367,0-7 2360,-1 0-2617,2 5 561,0-5 583,-1 1 337,2-1-1016,-3-1 2152</inkml:trace>
  <inkml:trace contextRef="#ctx0" brushRef="#br0">53198 13955 3256,'0'0'0,"0"0"400,0 0-40,0-1 176,0 0 289,0 0 263,0 1-1088,0 0 1304,0-2 56,0 1-111,2-1-129,-2 1-176,1 0-144,-1 0-800,0 0 680,1 0-127,1-1-73,0 1-64,-1-1-40,0 1-40,0 1-336,0-1 264,0 0-56,0 0-104,1 0-16,0 1 8,-1-1-8,-1 1-88,1 0 96,1-1-56,0 0 8,-2 1-24,2 0 24,0 0 16,-2 0-64,1 0 88,0 0 16,1 0-24,-1 0 40,1 0 16,-1 2 56,-1-2-192,0 1 224,1 0-16,-1 1-32,2 0-7,-2 1-1,0-1 32,0-2-200,0 2 184,0 0-40,0 4-32,0-5 0,-1 2 0,0 3 16,1-6-128,-1 1 112,-1 5-56,0-4 0,-1 3 8,2-3 24,-2 5 24,2-7-112,1 2 40,-3 5-16,1-5-40,0 6 40,-1-6 64,1 6 16,2-7-104,-2 0 112,0 7-48,0-6-8,0 5 16,0-5 8,1 5 0,0-6-80,1 0 88,-1 6-64,-1-6 16,1 5 8,0-5 32,0 1 24,1 0-104,0 2 120,-1-4-72,1 1-32,0 1 48,0-1-16,0 1 56,0-2-104,0 1 96,0-1-72,0 2-24,0-2 24,0 1 16,1-1 16,0 1-56,0-1 24,1 0-48,0 2-16,0-2 24,0 1 32,0-1-40,-2 1 24,2 0-64,0-1-120,4 0-56,-4 0-80,0 0-128,0 0-160,-2 0 608,6 0-784,-5 0-193,5 0-167,-4 0-168,4 0-272,-4 0-313,0 0 1897,3 0-2272,-3 0-329,4 0 457,-4 0 631,5 0 473,-5 0-104,-1 0 1144,5 0-1616,-6 0 1616</inkml:trace>
  <inkml:trace contextRef="#ctx0" brushRef="#br0">53383 14016 3880,'0'0'0,"0"0"929,0 2 287,0-2-1216,0 1 1512,-1 0 72,0 1-143,1-1-137,-3 1-136,2 0-159,-1-1-1009,1 0 872,-1 1-152,0 0-152,0 4-136,0-4-104,-1 3-56,2-4-272,0 0 192,-2 4-48,1-3-64,0 6-88,0-5-16,-1 4 24,2-5 0,0-1-24,-1 6 48,0-5-40,0 4-64,-1-4-24,1 5-104,1-6 208,0 0-352,-1 5-216,0-5-264,1 5-272,0-5-257,0 2-215,0-3 1576,1 1-1784,0 0-145,-1 1 105,1-2 463,0 0 449,0 0 352,0 0 560,0 0-1080,0-1-640,0 1 1720</inkml:trace>
  <inkml:trace contextRef="#ctx0" brushRef="#br0">53319 14030 1888,'0'0'0,"-1"0"1928,1 0-1080,-1 0 329,1 0 295,-1 0 112,1 0-1584,0 0 1481,0 0-153,0 0-96,0 0-87,0 0-97,0 0-112,0 0-8106,0 0 15172,0 0-7282,0 0-96,0 0-55,0 0-33,0 0-16,0 0-11491,0 0 22406,0 0-11019,0 1-56,1 1-48,0 0-32,1 1-32,-1-1-248,-1 1 224,2-1-48,1 4-48,2-4 16,-3 5-24,0-5-40,1 2-80,1 0 56,-3-2-72,4 5-24,-3-5 40,3 5 16,-3-5 0,1 1-16,0 0 0,0-1-56,3 5-104,-4-5-120,5 4-88,-5-5-152,2 2 520,0 0-656,-2-2-192,7 2-160,-8-2-153,7 0-183,-6 1-240,0-2 1584,2 1-1857,-2-1-311,4 0-361,-4 0 241,3-1 583,-3-1 433,0 0 1272,1 1-2368,-3 1 2368</inkml:trace>
  <inkml:trace contextRef="#ctx0" brushRef="#br0">53467 13980 5153,'0'0'0,"-1"0"1608,1 0 240,-1 0-135,1 0-1713,-1 0 1400,1 0-120,-1-1-63,0 1-73,1 0-160,-1 0-120,1 0-864,0 0 664,0 0-128,0 0-87,0 0-49,0 0-32,0 0 0,0 0-3153,0 2 5890,0 0-2865,0 4-32,0-4-80,0 4-24,0-4-16,0 1-88,0 3 48,0 0-8,0 0-40,0 2 16,0-1-32,0 0 16,0-5 0,0 3-16,0 2-136,0 0-168,0 0-120,1 0-208,1-1-152,-2-4 800,1 3-977,0 0-263,1-2-208,-1 4-233,1-5-167,-1 4-192,0-6 2040,0 1-2217,0 1 361,0 1 519,2-2 449,-1 0 48,4-1-1168,-6 0 2008</inkml:trace>
  <inkml:trace contextRef="#ctx0" brushRef="#br0">53559 14017 4296,'0'0'0,"0"0"1049,0 0 319,0-1 296,0 1-1664,-1 0 1633,0-1-81,1 0-88,-1 0-167,0 1-153,-1 0-184,2 0-960,-2 0 736,0 0-176,-1 0-144,2 0-96,-2 0-31,1 0-41,2 0-248,-2 1 168,0 1-48,0 0-32,0 0-24,1 1-16,0 2 0,0-5-48,0 2 24,-1 3-24,1-2 24,0 4-8,-1-4 8,1 4 16,1-6-40,0 1-16,-1 6-24,0-6 16,1 6 0,0-6 24,0 5 40,0-6-40,0 1 48,0 5-32,2-4-8,1 3 16,-1-4-24,4 4 16,-6-6-16,1 2 64,5-1-56,-5 2 16,4-1-24,-3-1-32,4-1 16,-6 0 16,2 0 0,3 0 0,-4 0 24,2 0-8,3 0 8,-6-1 24,0 1-48,3-1 48,-1-2-48,4 1 40,-5-1-16,1-3 48,0 4 56,-2 2-128,2-2 112,0-4-32,-1 4-32,-1-5 0,0 5 16,0-4 24,0 6-88,0-2 80,0-5-40,-1 5-16,-1-5 40,0 5-16,0-3-48,2 4 152,-6-1 8,4-5-112,-1 5 0,-3-1-56,4-2-16,-1 3 24,3 2-32,-5-2-16,3 0-160,-2 0-144,2 0-184,-2 0-280,2 1 816,2 1-1097,-3 0-327,1 0-328,0 0-313,0 0-223,1 0-273,0 0 2561,1 0-2120,0 0 615,0 0 481,0 0 168,1 0-1240,-1 0 2096</inkml:trace>
  <inkml:trace contextRef="#ctx0" brushRef="#br0">53645 13937 8177,'0'0'0,"-1"0"3105,1 0-929,-3 0-783,1 0-441,-1 0-952,3 0 856,-3 0 8,0 0-96,0 2-79,1-2-73,-2 1-184,3-1-432,0 0 328,-1 2-88,0-2-136,1 1-56,-1-1 32,1 2-80,1-2 0,0 0 48,0 1-8,0-1-80,2 1-24,0-1-64,0 0-32,0 0 160,-2 0-272,2 0-96,1 0-192,-1 0-137,3 0-111,-3 0-128,0 0 936,-2 0-1072,2 0-168,4 0-241,-5 0-183,1 0-160,1 0-185,1 0 2009,-3 0-1784,1 0 447,0 0 409,0 0 104,0 0-1368,-2 0 2192</inkml:trace>
  <inkml:trace contextRef="#ctx0" brushRef="#br0">53771 13865 5665,'0'0'0,"-1"0"2128,1 0-39,-2 0-681,1 0-432,-1 0-152,1 0-824,1 0 832,-2 0 9,1 0-73,0 0-48,-1 0-112,0 0-104,2 0-504,-1 0 384,0 0-112,-1 0-120,1 0-56,-1 0 0,1 0-48,0 0-48,1 0 72,-1 0-24,0 1-56,1-1-8,-1 0 16,1 1 0,0-1 0,0 0 48,0 0-56,0 2 8,0-2 48,1 0-48,-1 0 32,2 0-56,-1 0-24,0 0 40,1 0 16,-2 0-8,1 0 24,1 0 0,-1 0-32,0 0-8,2 0 8,-1 1 8,-2-1 0,0 0 0,3 2 0,-2-2-24,1 0 8,-1 1 32,1-1 16,-2 1-32,1 0 48,0-1-24,1 1-24,-2 0-8,1 1 40,-1-1 17,0 1-49,0-2 64,0 3-40,0-1-40,0 0 16,0 0 24,-1 0-24,1 1 0,-1 0 64,-1-2-40,-1 1-40,0 1 40,0 3-24,1-5 40,-1 0-40,0 0 24,0 1-24,1 4-8,0-6-32,-1 2 24,0 0-16,2-1 32,0 0-16,-1 2-16,0-2-40,-1 2 24,2-2-17,0 0 9,1 0 56,0 0-72,0 0-24,0 1-24,0-1 0,0 1 8,1-2 56,0 0 56,0 1-48,2-1 0,-2 1-24,1-1 40,0 2 16,1-2 16,-2 1 0,0-1 40,1 0-40,-1 2 0,1-2 8,1 1 16,-2-1 24,0 1-48,-1 0 56,2-1 16,0 1 0,-1-1 16,0 1 80,1-1 32,-2 1-200,1 0 241,1-1-33,-1 1-48,-1-1 0,2 2 0,-2-1-8,0-1-152,1 2 144,-1-1-56,0 0-24,0 1-40,0 0 0,0-1 40,0-1-64,0 1 24,0 1-48,0 0-40,0 1-56,0-1-32,0 0-72,0-1 224,-1 0-368,1 1-177,-1 1-199,0-1-200,0-1-240,0 0-288,1 0 1472,-2 0-1961,2 0-583,-1 1-201,0-1 633,0 1 583,1-1 169,0-1 1360,-1 2-1744,1-2 1744</inkml:trace>
  <inkml:trace contextRef="#ctx0" brushRef="#br0">53856 13824 5641,'0'0'0,"0"0"1888,0 0 81,0 0-1969,0 0 1512,0 0-360,0-1-56,0 1 17,0 0 63,-1-1-32,0 1-1144,1 0 1064,0 0-168,0 0-175,0 0-113,-1 0-128,1 0-48,0 0-432,0 0 344,0 0-96,0 0 8,0 0-8,0 0-24,0 0 32,0 0-1832,0 0 3360,0 0-1680,0 0 8,0 1-32,0 1-24,0 0 48,0-2-104,0 2 96,0 0-56,0 0 0,0 1-16,0-2-8,2 1 49,-2-1-65,1 4 56,0-3-56,1 0 40,-1 5-8,1-5-8,-1 6 40,-1-8-64,2 2 88,0 6-64,0-6-8,1 6 8,-1-6-40,0 7 64,-2-9-48,2 5 48,1 2-56,-2-1 8,2 1 8,-1 1-8,0-1 56,-2-7-56,2 8 56,0-1-56,0 3 16,1 0 8,-1 2 8,0 0 24,-2-12-56,1 12 96,1-1-96,-2 0 24,1 0 16,-1-1-8,0 2-32,0-12 8,0 13-16,0-1-24,-1-1-8,1 1 24,-2-2 48,1 1-32,1-11 24,-2 10 16,0 0-40,-1-1 0,1 1-8,0-2 8,-1 0 0,3-7 24,-3 7-64,0 0-56,1-1-112,-1 1-48,0-2-56,0 0 312,3-6-409,-3 3-79,1 3-200,0-4-136,0 1-152,0-2-200,1 1 1176,1-2-1345,-1 2-231,0-1-329,1-1-319,-1 0-417,1 0 1,-1-1 2640,1 1-1953,-1-2 617,1-5 312,0 5-832,0 2 1856</inkml:trace>
  <inkml:trace contextRef="#ctx0" brushRef="#br0">53985 13915 6129,'0'0'0,"0"0"2096,0 0-151,0 0-609,-1-1-376,1 0-960,0 1 848,0-1-7,0 1-25,0-1 16,0 1 0,0-1-48,0 0-784,0 1 680,0-1-55,0 0-137,0 1-72,0-1 24,0 0-64,0 1-376,0 0 408,0-1 16,0 1-48,0 0 16,-1 0 0,1 0-72,-1 0-320,1 0 312,-2 0-8,0 0-95,0 1 7,0 1-56,0 0 24,0 2-184,2-2 176,-2 0 48,-1 4-64,-3-4-32,4 6 0,-1-2-72,-1-1-56,2-3 112,0 4-16,-4 2-40,4 2-24,-5 1-32,5-1 24,-2-3-24,2-3 32,1 6 24,-2 0-48,2-1 8,-1 1 16,0-2-32,1-2 0,1-3 24,0 5-40,-1 1-48,1-1-40,0 1 40,0-1 48,1-3 16,-1-2-16,2 5-24,-1 0-104,1 0-32,-1 0-48,0-1-40,1-3 264,-1-1-304,1 4-64,0-1-97,4 0-55,-5 0-104,1-1-40,2-4 664,-1 0-640,-1 7-32,4-2 16,-4-4-56,6 6-33,-6-6-63,3 3 808,-3-3-872,-1 0-72,5 0-144,-5 4-73,1-4-87,1-1-72,0 0 1320,-1 1-1417,-1-2-103,2 2-88,-1 0 272,5-2 375,-6 0 305,2 0 656,0 0-392,-2 0-448,4-2-760,-5 2 1600</inkml:trace>
  <inkml:trace contextRef="#ctx0" brushRef="#br0">54092 13982 2464,'0'0'0,"0"0"3041,-1 0-1209,0 0 136,0 0-383,0 0-1585,1 0 1344,-2 0-120,1 0-55,0 0-49,-1 0-72,0 0-120,2 0-928,-1 0 776,-1 0-159,0 0-153,1 1-48,0 1-72,-1 0-40,2 1-304,-1 0 296,0-1-48,-1 4-72,1-4 8,0 5 0,1-4-8,-1 0-176,1 1 144,-1 2-48,1 1-40,-1-1-24,0 1 40,1 0-24,-1-3-48,1 0 56,-1 4-56,1 0-24,-1-1-32,1 0 0,0 0-72,0-4 128,0 1-288,0 2-168,2 1-272,0-1-232,0-1-185,0-3-279,-1 1 1424,1 2-1616,0-4-329,0 2-319,-1 3-297,2-6 25,3 1 687,-6-1 1849,1 0-1280,1 0 104,0 0-504,-2 0 1680</inkml:trace>
  <inkml:trace contextRef="#ctx0" brushRef="#br0">44631 16322 8009,'0'0'0,"0"0"2577,-1 0-2577,1 0 1488,-1 0-528,0 0-112,-1 0 25,1 0-25,0 0-64,0 0-784,0 0 672,0 0-104,1 0-128,-1 0-96,1 0-15,-1 0-89,0 0-240,1 0 192,0 0-16,0 0-88,0 0-32,0 0 32,0 0-48,1 0-40,-1 0 48,2 0-8,3 0-64,-4 0 8,3 0 8,-1 0-32,2-1 40,-4 1-16,4 0-56,1-1-112,-1 0-136,1 1-161,-1-1-191,0 0 672,-5 1-888,6 0-168,0-1-248,0 0-177,-1 1-135,1-1-208,-2 1 1824,-3 0-1921,5 0 113,-1 0 423,0 0 449,0 0 264,-4 0-1672,-1 0 2344</inkml:trace>
  <inkml:trace contextRef="#ctx0" brushRef="#br0">44684 16366 5705,'0'0'0,"0"0"1864,-1 0-1864,1 0 1857,-1 0-417,-2 0-128,0 0-88,1 0-31,0 0-73,0 0-1120,1 0 1000,-1 0-72,-1 0-160,1 0-63,0 0-41,0 0-72,1 0-592,0 0 584,-1 0-88,0 0-128,1 0-64,0 0-120,0 0-24,0 0-160,1 0 152,-1 0-16,1 0-40,0 0-56,0 0 8,0 0-8,1 0-40,0 0 72,1 0-32,-1 0-56,1 0-8,0 0 0,0 0-24,1 0 48,-1 0-40,-1 0-120,1 0-184,4 0-248,-5 0-296,6 0-400,-6 0 1288,0 0-1777,6 0-599,-2 1-825,1-1-544,1 0 873,1 0 647,-2 0 2225,-3 0-2952,-3 0 2952</inkml:trace>
  <inkml:trace contextRef="#ctx0" brushRef="#br0">45402 16873 9874,'0'0'0,"0"0"2720,0 0-1624,0-1-631,0 1-465,0 0 360,-1-1 112,1-1 112,-1 1 136,0 0 80,1 0-72,-1 0-728,1 0 680,0 0-79,-2 0-121,0 0-40,0 0-24,-3 1-48,3-1-368,2 1 352,-5-1-16,2 1-88,-3 0-24,3 0 0,-3 0-56,4 0-168,2 0 160,-8 1-24,3 1-56,-1-1-40,1 5 48,-1-5-16,2 3-72,3-3 48,-4 1 24,1 3-56,1-5-32,-3 6 72,4-5-32,-1 3-24,3-3 16,-2 0 64,0 1-112,1 0 8,0 3 48,1-4-24,0 1 0,0-2 16,0 2 8,2 0-32,3 0-8,-3-1 40,3 1-8,-3-1-16,-2 0 16,8 0 24,-1 0-24,-1 0-48,2 1 48,-1-2 0,-1 2-16,-4-2 40,5 1 1,0-1-33,1 2-33,-1-2 50,0 2 7,-3-1-32,-2-1 80,4 2 40,-1-2-24,1 2 56,-4 0 8,2-1 48,-2 1-208,-2-2 232,1 2 8,0 0 24,1 3-40,-2-4 40,0 1-64,0 0-200,0-2 184,-1 5 32,-1-4-88,-1 4-16,-2-3 8,3 2-48,-3-3-72,3 0 88,-4 4 8,-1-4-40,-1 5-40,-1-1 0,-1 0 40,3-2-56,4-1 32,-7 0 24,0 4-40,2-6-120,0 2-24,0 0-56,3-1 184,3 0-376,-4 0-264,0-1-312,4 0-305,-4 0-247,5-2-304,0 1 1808,0 0-2273,-1-4-775,1 2-841,0-3 504,1 0 945,2-4 815,2 0 1625,-2 6-1600,6-15 24,-8 19 1576</inkml:trace>
  <inkml:trace contextRef="#ctx0" brushRef="#br0">45444 16755 6921,'0'0'0,"0"0"4689,0 0-4689,0 0 2232,-1 0-1207,0-1-313,0 0 48,0 1 96,1-1 40,0 1-896,-1-1 825,0 1-169,1-1-176,0 1-88,0-1-48,0 0-48,0 0-296,0 1 280,1-2-16,1 0-72,3 0 8,-3 1-32,-1-1 0,2 1-168,0 0 136,-2-1-56,4 0-40,-4 0-16,4 1 32,-4-1 32,2 1-88,-1 0 120,0 0-64,2-1-16,-2 2-8,3-1-48,-4 0 56,1 1-40,1 0 40,-2 0-16,1 0 8,0 0-24,-1 1 48,1 1 8,0-1-64,-2 0 56,2 1-16,0 3-7,-2-4 7,0 4 16,0-3 24,0-1-80,0 2 104,0-1-32,0 4-8,-1-4 64,0 5 24,-1-5 8,2 1-160,-2 1 192,0 1-40,1 0-24,-1-1-16,0 2-16,-1-2 16,3-2-112,-2 2 112,0 0-16,-1 1-48,1 0 8,0 0 8,0 0-32,1-3-32,0 1 56,-1-1-40,1 5-32,0-5 16,1 4 32,-1-4 24,1 0-56,0 0 8,0 0 8,1 0-72,1 0-16,0 0 48,2-1 8,-3-1 16,0 1-16,5-1-64,-5 0-136,5 0-120,-4 0-80,6 0-120,-6 0 536,1 0-729,3 0-215,-1 0-304,1-1-272,-1 1-353,1-1-487,-4 1 2360,2 0-2865,2-1-456,-1 0 689,0 1 783,0-1 553,0 0-1216,-5 1 2512</inkml:trace>
  <inkml:trace contextRef="#ctx0" brushRef="#br0">45695 16881 10370,'0'0'0,"0"0"2488,0 0-2488,0 0 1120,0 3-271,-2-1 23,1 3 88,0-3 24,0 4-80,1-4-904,-2-2 761,1 7-137,-1-5-120,1 5-104,-2-2-16,2 1-72,0-5-312,-1 4 248,0 2-80,-1 0-88,1 0 16,-1 0-8,1-1-8,2-4-80,-5 5 96,3 1-112,0-1-64,0 0 0,-1 1-224,1-1-304,1-6 608,-1 4-1104,1 1-657,-1 0-687,-1-1-761,2 0-488,-1-4 825,2 0 2872,-2 3-2121,1-4-943,1 0 3064</inkml:trace>
  <inkml:trace contextRef="#ctx0" brushRef="#br0">45643 16958 12226,'0'0'0,"0"0"4809,0 0-4809,0 0 1713,-1 0-937,0 0-104,1 0 128,0 0 72,0 0 72,0 0-944,0 0 865,0 0-209,0 0-72,2 0-112,-1 0-64,0 0-8,-1 0-400,3 0 336,3 0-112,-5 0-32,5 0 0,-4 0-80,5 0 8,-6 0-120,3 0 88,2 0-120,-1 0 32,2 0 16,1 0-64,3 0-40,-11 0 88,12 0-416,1-1-552,-1 1-600,0-2-889,1 0-1576,-1 0-1784,-12 2 5817,11-5-4513,-1 2 1208,0-3 1041,-1 0 480,-9 6 1784</inkml:trace>
  <inkml:trace contextRef="#ctx0" brushRef="#br0">48571 16658 5985,'0'0'0,"0"0"1064,0 0-1064,0 0 1240,0-1 161,0 0-113,0 1-56,0-1 8,0 0-23,0 1-1217,0 0 1152,0-1-96,0 0-184,0 1-160,0-1-47,0 1-129,0 0-536,0 0 456,0 0-40,0 2-96,0 4-24,0-5-56,0 6-32,0-3-208,0-3 168,0 4-8,0 3-96,0 0-24,0 0 16,0 3-16,0-2-40,0-8 48,0 9 32,0 0-80,0-1 16,0 0-8,0 0-8,0-3 0,0-5 32,0 7-32,0-1-72,0 0-80,0 0-112,0-1-152,0-1 416,0-4-568,0 5-152,0-1-184,0-3-185,0 3-207,0-3-224,0-1 1520,0 0-1809,0 4-223,0-4-56,0 0 271,0 1 497,0-1 416,0-1 904,0 0-1001,0 0-2055,0 0 3056</inkml:trace>
  <inkml:trace contextRef="#ctx0" brushRef="#br0">48538 16743 5321,'0'0'0,"0"0"0,0 0 320,0 0-72,-1-1 64,0 0 176,1 0 304,-1 1 296,0-2-1088,1 2 1321,0-1 39,-1-1-96,1 1-136,0 0-63,0 0-105,0 0-960,0 0 872,0 1-72,0-2-144,0 2-56,0-1-47,0 0-41,0 1-512,0 0 448,0-1-72,0 0-88,1 1-56,1 0 16,-1 0-16,0 0-232,-1 0 216,1 0-32,1 0-48,0 0-72,-1 0 40,5 0-40,-5 0-64,-1 0 80,5 0 16,-4 0-96,4 0-16,-3 0 56,3 0-24,-5 0-16,1 0 24,6 2-8,-5-2-72,5 0-40,-5 0-56,4 0-128,-4 0 280,-2 0-432,7 0-104,-5 0-168,5 0-64,-5 0-73,5-1-151,-7 0 992,2 1-1128,5-2-232,-5 1-249,5 0-183,-6 1-96,6 0 103,-5-1 1785,-2 1-1376,7-1 408,-5 1 312,4 0-169,-5 0-2183,-1 0 3008</inkml:trace>
  <inkml:trace contextRef="#ctx0" brushRef="#br0">55461 11220 16875,'0'0'0,"0"0"1889,0-1-1049,0 0-400,0 1-256,0-1-104,0 0-80,0 1 24,0-1-24,1 1-24,1 0-16,5 0 40,-5 0 40,4 0-40,-2 0 0,3 0 24,2 0-48,4 0-32,6 2 56,5-1-24,-12 0 24,-1 0-24,15-1-24,-3 0-40,2-1-40,1-1 40,-1-5 8,-11 7 80,-2-1-64,14-6-48,0 5-48,1-5-24,1 4-40,-1-3-8,-13 4 232,-2 0-249,14-5 9,0 2-48,-1 2 48,-1-3 16,-1 3-16,-11 1 240,0-1-224,11 1-8,-2 0 56,1 0 0,-2 1 72,0 1 24,-10 1 80,1 0-64,7 5 56,-1-4-40,1 4 56,-3-4 16,1 7 0,-8-6-24,-1 1 80,8 3-24,1-1 8,-1 2 56,-1 1 16,-2 1 32,-7-6-168,1 2 232,6 6 24,-1 0 24,0 3 40,-2 0 64,1 3-15,-5-9-369,0 2 328,5 11-32,1 2-112,-4 2-24,0 1 0,-1 3-32,-3-17-128,1 5 176,2 16-80,0 0-32,-4 4 16,4-1-40,-4 3-16,1-23-24,0 7 64,-3 18-40,2 1-40,-2 3 16,2 0 16,-2 2-16,0-28 0,0 10 0,0 22-16,-1-2-32,-1 1 24,0 1 24,0-2 24,1-31-24,0 13 48,-1 20-56,0-2 40,0 3 0,-1-1 16,1 0 24,2-34-72,-2 14 32,0 17-32,0 0-40,0 1 40,1-2 0,0 0 40,1-32-40,0 14 8,-1 16-16,0 1-8,0-4 16,1 0 40,0 0 48,0-28-88,0 13 104,0 16-16,0-1 24,2-1 16,-1 0 56,1-1-16,-2-30-168,1 17 224,1 12-40,-1-2-56,1-1 48,0 0-88,0 0 32,0-25-120,2 13 80,-2 14-24,-1-1-56,2-1 8,3 3 32,-5-1 0,-1-27-40,2 16 72,0 11-72,0-1-16,1 0 16,-1 1 0,-1-1 40,0-27-40,0 18 0,0 12 0,1-2-24,-1 1 32,0-1 64,1-2 24,-2-28-96,1 16 48,-1 7-48,2-3-64,-1-2 8,1-1 16,-1 0 24,0-20 16,-1 14 0,0 6-48,2 0 32,-2 0 16,2-2 0,-1 0 40,-1-18-40,0 12 0,0 4-64,0 0-16,0 0 24,0-4 56,-1 1 56,1-15-56,0 10-16,0 3-40,0-2-24,0 1 8,0-1 120,0 0 8,0-11-56,0 7 8,0 4-8,0-1-8,0 0-8,0-3 32,1 2-8,-1-11-8,0 7-8,1 3-32,1 0 0,-1-1 24,0 1-8,1-1 8,-2-9 16,2 7 0,-1 0-64,1 1 40,0-1-8,-1-1 24,1 0-24,-2-7 32,2 5-40,-1 1-32,1-1-8,0 1 80,-1-2 0,0 1 24,-1-5-24,0 4 16,2 1-48,-2-1 24,1 2 8,-1-1 24,0 0 16,0-6-40,0 6 16,0 0-56,0-1 24,-3 1-8,1-3 8,-3 3 120,4-5-104,-1 1 104,0 4-32,-5-4 8,1 3-80,0-3 40,0 4-8,5-6-32,-6 1 72,-1 1-48,-2 4-40,0-5 56,-3 5-40,0-4 56,13-2-56,-14 5 40,-1-3-56,0 4 16,-2-3 40,1 4-8,-1-1 32,16-6-64,-16 6 80,0 0-96,-3 0 48,2-4-32,-3 6 0,2-6 8,18-2-8,-15 5 32,-3-3-88,1-1-24,0 0 24,-1 1-8,2 0 48,17-2 16,-18 0-8,0 0-128,0 0 8,1 1 8,0-1-96,0 1 64,16-1 152,-14 2-184,-1-1-128,1 1 24,1 1-56,-1-1-88,3 0-96,12-2 528,-14 2-656,2 0-193,1 0-191,0-1-152,2 1-256,0-2 1448,9 0-1777,-9 0-375,-1 2-233,2-2-71,-1-1 623,1-2 649,-1 1 1184,9 2-720,-9-7 224,1 5-1040,8 2 1536</inkml:trace>
  <inkml:trace contextRef="#ctx0" brushRef="#br0">56819 12744 6137,'0'0'0,"-1"-1"776,0 1 48,-2 0-824,3 0 992,-6 0 121,4 0-9,-6 0-16,6 0 8,-5 0-55,1 3-1041,6-3 1016,-7 2-56,1 0-104,-1 5-64,0-6-40,-3 8-71,3-4-681,6-4 600,-8 8-48,-1 1-120,0 2-88,1 1 24,-1 1-72,2 0-296,6-12 248,-6 16 32,-1 1-112,1 2-8,0-1 24,1 1-8,2-3-176,5-14 136,-6 17 16,3 0-63,-3 2-57,3-1 32,1 3-48,2-3-16,-1-18 0,1 21 0,0 2-16,0-2-24,1 1 40,1-1 0,5-5 0,-6-16-56,5 21 7,0 0-103,2-1-104,0-1-24,-1-1-144,1-6 424,-6-12-512,6 16-56,1 1-144,0-4-88,1 1-72,0-3-121,-2-1 993,-6-10-1160,8 11-168,0 2-233,2-1-151,-3 1-112,1-3 31,-2-2 1793,-6-8-1448,7 8 376,-1 1 192,0-3-689,0 1-1071,-8-11 2640</inkml:trace>
  <inkml:trace contextRef="#ctx0" brushRef="#br0">58301 12897 12122,'0'0'0,"-1"2"3777,0-2-2313,-3 0-808,-2 0-368,5-1-112,-2 0-8,2 1-168,0 0 217,-2-1 7,1 0 16,0 1 96,1-1 64,0 1 64,1 0-464,0 0 512,0 0-8,3 0-24,3 0-72,-4 0-64,5 0-16,-5 0-328,3 0 240,0 0-23,4 0-105,1 0 48,2 1-40,2 1 8,-9 0-128,6 3 120,4-3-104,0 6 8,-2-6 24,0 6 16,0-1 48,-10-5-112,6 3 16,3 3-8,0 1-32,-1 1 24,0 2 56,-1-1 0,-8-8-56,4 7 40,2 4-24,-1 0-16,-1 0 24,-4 1 8,5 1 24,-6-13-56,0 11 40,5 3-40,-5 0 0,1 1 16,-1 0-8,1-1 40,-2-13-48,0 8 8,1 5-32,-1 0 40,0 0-8,-2 0 48,0 1-8,2-15-48,-6 12 8,4 3-16,-5 0-24,2-1 16,-2 0 16,1 1 32,4-15-32,-4 11 24,-3 3-24,-1 0-8,0-1 32,-1-1 8,-1 0 8,10-12-40,-7 8-40,-1 1-48,-1 0-64,1-2 56,0 2-48,0-1-184,9-9 328,-7 7-560,-2 2-369,1-2-423,1 1-472,0-3-617,0 0-1048,7-6 3489,-5 4-3936,0 0 911,-1-2 808,0 3 737,0-6-920,7 0 2400</inkml:trace>
  <inkml:trace contextRef="#ctx0" brushRef="#br0">45395 16238 7913,'0'0'0,"-1"0"1849,0 0-497,0 0-1352,-1 0 816,0 0-320,-1 0-224,0 0-96,1 2-96,-1-1 0,2 0-80,0 0 48,-1 0-24,1 0-16,-1 1-32,2-1 40,0-1 24,0 1-40,0 0 88,0-1 48,1 1-8,0-1 32,1 2 56,1-2 81,1 1-297,-2-1 408,0 0 56,4 0 16,-4 0-16,7 0-24,-3 0-24,-2 0-416,-2 0 368,6 0-48,2 0-56,2-1-64,2 0-8,-1 0-16,-3 0-176,-5 0 160,10 0 8,1 0-63,0 1-33,-1-1 8,1 0-32,-5 1-48,-5 0 80,11 0 16,1 0-32,2 0 0,-1 0 24,2-1-8,-8 1-80,-6 0 112,13-1 16,-1 1-64,1-1 8,1 1 24,0-1 16,-8 1-112,-6 0 144,14 0-32,0 0-40,2 0-32,-1 0 48,2 0 16,-10 0-104,-5 0 72,14 0 48,0 2-88,-2-1 8,2-1 40,-1 1-8,-8 0-72,-4 0 96,14 0-64,2 1 8,-2-2-40,1 1 40,0-1 48,-11 1-88,-2 0 96,14-1-48,0 0-8,1 0-24,2 0 16,0 0 40,-13 0-72,-2 0 72,16-1-40,-2 0-24,2 0-16,0-1 16,-1 1 32,-13 0-40,-1 0 56,15-1-88,1 0-32,-1 0 16,0-1 8,1 0 64,-16 2-24,0 0 64,15-2-48,0 1-32,1-2 16,0 2 24,0-2 16,-17 4-40,2-2 56,13-4-80,2 4 8,0 1 16,-1-3 24,2 2 40,-18 0-64,2 1 40,14-1-24,0-1-40,0 1 8,1-1 0,1 2 16,-17-1 0,2 1 0,14-1-8,1 0-24,-1-1 24,-1 1 8,1 0 8,-16 2-8,3-1 16,14 0-16,-1-2-16,-1 2 8,1 0 48,0-1-56,-18 1 16,4 0 24,13 0-32,1 0-56,-1-1 48,0 2-8,0-2 24,-17 2 0,3 0 24,12-1-24,1 0-64,0 0 40,0 0-16,-1 0 8,-16 1 32,5-1 56,11 0-56,1 0-16,-1 0 8,0 0-8,0 0 0,-16 1 16,6-1 32,9 0-32,3 0-56,-2 0 56,1 1 0,0-2 40,-20 1-40,10 1 16,10-1-16,0 0-40,0 0 0,-1 0 40,0 0 24,-17 1-24,7-1 16,9-1 8,0 1-64,1-1 16,1 2 8,1-2 32,-20 2-16,9-1 24,11-1-24,-2 1-24,1-1 0,-1 1 24,0 0 40,-18 0-40,9 0 8,10 0-48,-1 0-24,0 0 16,-1 0 32,1-1 56,-19 1-40,10 0 48,9-2-16,-1 1-48,1 1 40,0-2-32,1 2 32,-21 0-24,10-1 48,8 1-16,0-1-24,1-1-8,-1 1 32,1 0 0,-19 2-32,11-1 56,7-1-40,-1-1-16,1 2 8,0-2 32,-3 1 24,-16 2-64,11-1 32,7-1-32,0 0-16,0 1 16,-1-2 40,0 2 0,-18 1-40,11-1 40,6 0-56,1-1 0,-2 1 16,2 1 16,-1-2 24,-17 2-40,11-1 24,7 0-104,-3-1 16,0 1 24,0-1-8,1 1 112,-17 0-64,11 1 24,5-2-72,0-1 16,-2 2 32,0-1 16,2 0 24,-16 2-40,11-1-16,5-2 8,0 2-32,0-1 40,-1 0 40,-1 0-16,-16 2-24,13-2 40,3 1-56,0-1 8,0 0 16,1 0-56,-1 1-32,-15 1 80,11-1-64,4-1-56,0 1 40,-1-1 120,0 1-16,0 0 8,-15 0-32,13 0 40,2 0-72,-2-1 8,1 1 48,0-1-8,2 2 24,-16 0-40,13-2 24,3 1-64,-1 0 32,0 0-24,0 0 32,-1 0 16,-15 1-16,14-1 16,1 1-32,0-1 16,1 1 40,0-1-40,0 1 48,-16 0-48,14-1 32,2 0-128,-1 0 56,1 1-32,-2-1 16,1 0 112,-16 1-56,13-1 64,2 1-40,1-1 16,-2 0 8,1 1-32,-2-1 48,-13 1-64,11 0 80,1-1-64,1 0 32,2 0-8,-1 0-56,0 1 72,-15 0-56,14 0 16,-1 0-48,0 0 32,-2 0 16,3 0-32,-3 0 56,-10 0-40,12 0 40,-1 0-64,0 0 8,0 0 8,0 0-24,0 0 64,-11 0-32,9 0 24,0 0-64,1 0 24,0 0 16,-2 0 16,1 0-104,-10 0 88,10 0-72,0 0-80,-1 0-8,-1 0 200,0 0-24,1 0-16,-9 0 72,8 0-40,0 2-152,0-2 32,0 0-72,0 0-56,0 0-80,-8 0 296,7 0-472,0 0-200,1 0-168,-2 0-201,0 0-247,0 0 1288,-6 0-1568,2 0-489,6 0-559,-5 0-481,4 0 777,-5 0 751,4 0 1569,-5 0-928,0 0 432,1-2-872,-2 2 1368</inkml:trace>
  <inkml:trace contextRef="#ctx0" brushRef="#br0">47439 12610 7649,'0'0'0,"0"0"5313,0 0-3544,-2 0-697,1-1-296,1 1-144,0 0-632,-1 0 536,1 0-24,-1 0 41,1 0 47,-1 0-8,1 0-592,0 0 616,0 0-40,0 0-136,0 1-24,0 0-56,0 1-72,0 2-288,0-4 280,0 1-72,0 4-88,0-3-40,0 4 17,0-1 7,0 2-104,0-7 96,0 8 16,1 2-128,0 0 0,-1 0 48,0 0-8,0-2-24,0-7 56,0 7-24,0 1-48,0-1-56,0 0 8,0-1-144,-1 0 208,1-6-353,0 6-151,-1 1-264,1-1-240,0 0-168,0-1-273,0 0 1449,0-6-1680,0 5-336,0 1-393,0-5-375,0 4 335,0-3 673,0-1 1776,0-1-1425,0 2-1423,0-2 2848</inkml:trace>
  <inkml:trace contextRef="#ctx0" brushRef="#br0">47526 12715 10770,'0'0'0,"0"0"2896,0 0-1303,-1 0-481,1 0-232,-1 0-64,1 0 9,-1 0-33,1 1-792,0-1 752,-1 0-80,1 1-144,-1 0-80,0 1-96,1-1-112,0 0-240,0-1 200,-1 3-80,0 0-80,1-1-40,-1 2-56,1-3 8,-1 2 48,1-2-176,0 0-144,0 3-256,0-2-368,0 2-240,0-3-329,0 2 1513,0-2-2008,0 0-561,0 1-679,1 2 319,0-4 777,0 1 383,0-1 1769,-1 0-2768,0 0 2768</inkml:trace>
  <inkml:trace contextRef="#ctx0" brushRef="#br0">47600 12607 11138,'0'0'0,"-1"0"3057,0 0-1505,0-1-416,0 1-104,1 0-1032,-1-1 905,0 0-81,0 0-152,0 0-96,0 0-24,0 1-112,1-1-440,-1 1 368,1-1-112,-1 1-88,1-1-48,-1 0-24,0 1-8,1-1-88,0 1 72,0 0-32,0-1-16,0 1 8,2 0 8,0-1 0,0 0-40,0 1 24,-1 0-8,4 0-48,-4 0 32,5 0 0,-5 0 16,2 0-16,0 0 24,-1 0-24,4 0 0,-5 0 0,6 0-24,-6 0 24,2 0 0,0 0-16,-1 0 16,4 0-8,-5 0-32,5 1 24,-5 0 0,2 0 16,-1-1 0,-1 2-8,3 0-8,-3-1 0,1 1 8,-2-1 8,1 1 0,-1 1 24,0-2-40,0 0 8,0 1 8,0 2-16,-1-3 40,1 0-24,0 0 80,-2 0-80,0 4 0,1-4-8,-1 3 8,1-2 48,-1 0-48,2 1 56,-3-2-24,1 3-32,0-2-16,0 2 32,0-3 32,1 0-48,0 2 41,-1-2-41,1 3-8,-1-2-33,0-1 65,1 1-7,1-1-17,-1 2 24,0-2-40,1 0-49,0 1 41,0 0 8,0-1 16,0 0 0,1 0 24,0 0-32,0 1-24,1 0 8,2-1-8,-3 1 72,0-1-40,2 0 48,-2 0-48,4 1-32,-4 0 16,3-1 16,-3 1 48,1-2-48,0 1 40,-1 3-16,4-2-40,-4-1 32,3 1 25,-3 2-65,0-3 24,0 0 40,0 3 0,1-3-16,0 3 96,-1-3-8,1 3 24,-2-3-136,1 0 168,-1 4-64,0-3 8,0 4 0,0-4-32,0 3-24,-1-4-56,1 0 72,-2 5-56,0-5-32,-2 5 72,2-5-32,-3 4 32,5-5-56,-1 1 16,-4 4-112,3-5-96,-2 1-128,2 1-144,-3-1-201,5-1 665,-1 0-912,-4 0-296,3 0-256,0-1-281,-3-1-399,5-3-345,-1 5 2489,0-1-2944,0-5 319,-1 1 753,1-1 639,0-2 441,1 2-1824,0 6 2616</inkml:trace>
  <inkml:trace contextRef="#ctx0" brushRef="#br0">47742 12620 5737,'0'0'0,"0"0"3849,0 0-1633,0 0-560,0 0-1656,0 0 1377,0 0-169,1 0-120,0 0-144,0 0-127,1 0-105,-2 0-712,0 0 624,2 0-64,-2 0-64,1 1 0,-1 1-48,1 0-40,-1-2-408,0 1 360,1 1-128,-1 0-47,1 2-17,-1-2-64,0 2 48,0-4-152,0 1 152,0 3-96,0-2 0,0 3-16,0-4-40,0 4 80,0-5-80,0 1 40,0 3-40,0-3 16,0 3-32,0-2 32,0 2 24,0-4-40,0 1 16,0 3-32,0-3 0,0 1 48,0-1-48,0 4 16,0-5 0,0 0 24,0 1-88,0 1-8,0-1 64,0 1-40,0 0 48,0-2 0,1 1 48,-1-1-136,1 2 32,-1-1-8,1-1-16,0 1 64,-1-1 16,1 0-72,0 0-24,1 0 0,-1 0 16,0-1 16,0 1 64,-1 0-72,5-1-33,-4 0-55,3 0-32,-3 0 8,4 0-32,-4 0 216,-1 1-264,4-1-64,-3 0-208,4 0-168,-4 0-192,4 0-241,-3 0 1137,-2 1-1400,4 0-336,-3-1-401,3 0-399,-3-1-57,3 1 585,-2 0 2008,-2 1-1392,4-1 479,-3 0-311,1 0-1000,-2 1 2224</inkml:trace>
  <inkml:trace contextRef="#ctx0" brushRef="#br0">47852 12608 12090,'0'0'0,"-1"0"3521,0 0-3521,1 0 1792,-2 0-592,1 1-319,-1 1-169,1 3-96,0-5-144,0 4-472,1-3 392,-1 0-16,0 5-80,-1-1-24,2 0 88,0 0-64,-1 0-296,1-4 265,0 5-25,-1 0-144,1 0 0,0-1 0,0 0-56,0 0-40,0-5 56,0 6 16,1-1-72,0 0-56,1 0-16,0 1-104,-1-2 176,-1-3-304,5 3-113,-5 0-215,2 1-168,0-4-112,2 4-200,-3-4 1112,-1 0-1345,1 3-271,0-3-408,1 1-281,0-2-319,-1 2 207,3-2 2417,-4 0-1768,1 0 543,1 0 233,0 0-1608,-2 0 2600</inkml:trace>
  <inkml:trace contextRef="#ctx0" brushRef="#br0">47938 12623 10458,'0'0'0,"-1"0"3064,1 0-1359,-1-1-529,0 1-152,-1-1-72,2 0-143,-1 1-809,0-1 680,1 0-168,-1-1-128,1 1-80,-1-1-32,1 0-24,0 2-248,0-1 216,0-1-32,0 0-64,0 1 0,1-1-32,1 1-8,-1 0-80,-1 0 96,5 0-48,-4-1-48,3 0 40,-3 1-8,4-1 8,-5 1-40,1 1 40,4-1-40,-3 0-40,4-1 24,-5 1 32,5 0-16,-5 1 0,0-1 24,4 1-40,-3-1-32,3 1 8,-4-1 48,3 1-16,-4 0 8,1 0 0,1 0 0,2 0-56,-3 0 48,0 0 16,0 1 8,-1-1-16,0 1 48,0 1-16,0-1-72,0 1 0,0 0 16,0-1 24,0 1 0,-1 0 32,0-1 0,-1 1-32,0 2-16,1-3 40,-1 4 32,1-5-56,1 1 56,-2 4-32,0-4-40,0 4 16,0-4 40,0 4 0,2-4-40,-1-1 80,-1 5-64,0-4-56,1 3 56,0-3-8,0 3 32,1-3-40,-1 0 32,1 0-64,0 0-16,0 4 16,0-4 32,2 0 16,-2 0-16,1 0 40,3 0-40,-2 1-24,3-1 8,-1 0-8,0 0 48,-2-1-24,1 1 16,1 0-32,0 0 32,0 1-32,1-2 40,-1 1 32,-3 0-56,2 0 40,1-1 0,-2 2 16,4 0 40,-5-1 64,5 1 97,-6-2-257,1 1 288,4 1-56,-4 0-16,0-1 32,-1 4 16,2-4 48,-2-1-312,0 1 280,0 1-96,0 2-40,0-3-8,-1 4 40,0-5-24,0 1-152,0 3 160,-4-3-88,3 4-56,-4-4 24,1 4 16,0-3 16,5-1-72,-5 3 72,-2-3-56,0 5-88,0-4-16,0 3-64,1-3-120,5-2 272,-4 1-416,0 0-216,0 1-176,0-1-129,4 0-215,-3-1-248,4 0 1400,-1 2-1776,-1-2-401,2 0-495,-1 0-457,1 0 152,0 0 785,0 0 2192,0 0-1441,2-1 577,0-1-160,3 1-1048,-5 1 2072</inkml:trace>
  <inkml:trace contextRef="#ctx0" brushRef="#br0">48137 12656 6617,'0'0'0,"0"-1"3281,0 1-1089,1-1-640,0 0-207,-1 1-1345,1 0 1240,1-1-104,0 1-136,-1 0-103,1 0-65,-1 0 32,-1 0-864,2 0 840,-1 0-80,0 2-24,0 0-71,0-1-169,-1 4 8,0-5-504,0 1 416,0 3-176,0-2 32,0 3-72,0-3-72,-1 4 32,1-6-160,-1 1 112,-1 6-64,-2-1-24,2-1 8,-2 1-16,2 0-8,1-6-8,-4 6 48,1 0-120,0 1-56,0-1-88,-1 0-88,3 0-24,2-5 328,-5 4-448,3 0-136,-2-1-200,2 0-177,0 1-239,-2-4-232,4-1 1432,-2 6-1697,0-5-439,0 0-401,0 1-327,1-1-41,-1-1 745,2 0 2160,-1 0-1417,-1 0 457,1 0-280,1-2-704,0 2 1944</inkml:trace>
  <inkml:trace contextRef="#ctx0" brushRef="#br0">48110 12652 13218,'0'0'0,"0"0"3417,0 0-2025,0 0-527,0 0-113,0 0-752,0 0 792,0 0-40,1 0-144,1 0-72,-1 0 8,0 1 25,0 1-569,-1-2 568,2 1-16,2 1-120,-3-1-80,3 4-56,-2-4-96,3 3-200,-4-3 200,0-1-64,5 5-64,-2-4-56,0 4 16,1-4-32,0 4 0,-5-5 56,6 2-40,-1 3-176,1-4-184,-1 4-304,0-3-312,0 2 960,-4-4-1281,3 2-423,1 3-680,0-4-985,-1 3-1072,1-3 840,-2 1 3601,-2-2-2560,0 4 847,5-4-847,-6 0 2560</inkml:trace>
  <inkml:trace contextRef="#ctx0" brushRef="#br0">48312 12586 7985,'0'0'0,"0"0"2849,-1 0-2849,1 0 1328,-2 0-816,1 0-208,0 0 56,1 0 80,0 0 97,0 1-537,-1-1 544,1 2-56,0 2-88,0-3-48,0 4-24,0-1-72,0-1-256,0-1 216,0 4-80,1 0-80,0 3-8,1 1-24,3 1-24,-5-6 0,1 0-72,3 5-240,-3-2-400,1 1-552,-1-1-737,4 0-735,-5-5 2736,1 2-2641,0 1 601,0 1 383,1-2-1255,-2-5 2912</inkml:trace>
  <inkml:trace contextRef="#ctx0" brushRef="#br0">48450 12618 9562,'0'0'0,"0"0"2488,0 0-1048,0 0-415,0 0-1025,-1 0 864,1 0-88,-1 0-88,1 0-112,-1 0-24,-1 2-16,2-2-536,-2 1 537,1 4-57,-1-3-88,-2 4-40,2 0-48,0 0-72,1-4-232,-3 4 176,2 4-64,-3 1-56,2 0 48,-2 0-32,5-1 56,-1-8-128,0 4 144,0 1-48,1 0 8,0-1-16,1-1-8,3-3 24,-3-1-104,0 3 56,4-3-8,-1 1-16,0-1 32,1 0 40,0-1 0,-4 0-104,4 0 96,1 0-56,0 0-16,0-2 32,-1-2-8,1 2 48,-5 0-96,4-2 96,1-1-56,0-1-32,-1 0 48,1 0 24,-5 0 32,0 5-112,4-4 96,-4-1-56,1 1 1,-1 0 39,-1 0 16,0 0 8,0 4-104,0-3 80,-1-2-24,0-1-24,-4 0 8,0 0 16,0 1-32,3 4-24,-3-4 16,-2-1-88,0 0-8,0 1-96,1 1-72,0 0-33,5 5 281,-3-1-352,-1-4-56,3 5-56,-2-2-144,2 1-288,-2 0-360,3 1 1256,1-1-1777,-1 0-639,1 1-553,-1-1-328,1 0 785,0 1 815,0 0 1697,0 0-1168,1-1-720,-1 1 1888</inkml:trace>
  <inkml:trace contextRef="#ctx0" brushRef="#br0">48552 12539 13226,'0'0'0,"0"0"5185,0 0-3368,0 0-833,-1 0-192,1 0-80,0 0 1,0 0-713,0 0 616,0 0-208,0 0-56,0 0-64,1 0-8,0 0-280,-1 0 288,1 0-8,0 0-80,1 0-40,2 0 8,-2 0 8,2 0-176,-4 0 128,2 0 8,3 0-96,-3 0-72,4 0 64,-5 0-16,5 0-16,-5 0 40,3 0 16,0-1-96,0 0-136,1 0-208,-1 1-280,-2 0 664,-2 0-1008,6-1-368,-5 1-505,5-1-695,-5 0-1241,5 1-984,-4-1 4801,-2 1-3593,5-1 1056,-4 0 889,3 0-496,-4 1 2144</inkml:trace>
  <inkml:trace contextRef="#ctx0" brushRef="#br0">48706 12363 8697,'0'0'0,"-1"0"4081,1 0-1936,-2 0-721,0 0-320,2 0-1104,-2 0 936,0-1-95,1 1-129,-1-1-80,1 1-144,-1-1-96,2 1-392,-1 0 344,0-1-96,0 1 0,0-1-32,1 1-48,-1-1 32,1 1-200,0-1 160,0 1-80,1-1-8,0 1-8,1-1-8,-1 1 24,-1 0-80,5 0 0,-4-1-64,3 0-8,-2 1 32,5-1 16,-3 0 64,-4 1-40,4 0 24,0 0-64,0-1 56,1 1-16,-1-1 0,1 1 48,-5 0-48,1-1 48,5 1-64,-4-1 0,4 0 16,-5 1 0,4-1 40,-5 1-40,1 0 56,4 0-72,-4 0 8,0 0-24,4 0 32,-4 0 0,-1 0 16,1 0 24,0 0-64,1 0-8,0 2 64,-2 0-64,0-1 32,0-1 32,1 5 17,-1-5-90,2 5 57,-2-4 9,0 4-33,0-3 8,0-2 8,0 6 24,0-5-64,0 5 7,-1-1 25,0 0 0,1 0 0,-1-5 25,1 6 7,-1-1-48,-1 1 0,1-1 16,0 1-8,1-1 8,0-4 0,-1 4 24,1 1-48,-1-1-49,1 1 49,-2 1-88,1-1 112,1-5-104,-1 5-88,0 1-112,1-1 16,-1 0-32,1 0-8,-1-2 328,1-2-360,0 3-64,-1 1-80,0-1-64,1 0-32,0 0-81,0-1 681,0-3-816,0 3-128,0-2-216,0 3-288,0-4-241,0 0-279,0 1 1968,0-2-2129,0 2 233,2-1 472,-2-1 479,1 0 385,0 0-24,0-1 584,-1 1-2328,0 0 2328</inkml:trace>
  <inkml:trace contextRef="#ctx0" brushRef="#br0">48770 12445 7865,'0'0'0,"0"0"2561,-1 0-2561,1 0 2256,-1 0-535,0 0-377,0 0-192,0 0-72,0 0-127,0 0-953,1 0 840,-1 0-40,0 0-136,0 0-64,1 0-8,-1 0-64,1 0-528,0 0 529,-1 0-41,0 0-144,1 0-80,-1 0-72,1 0-24,-1 0-168,1 0 224,0 0-40,0 0-48,0 0-32,0 0 24,1 0-48,0 0-80,-1 0 144,2 0-72,3 0-40,-4 0 8,4 0-40,-3 0 56,2 0-56,-3 0 40,1 0 8,4 0-96,-5 0 8,5 0-48,-4 0-48,2 0 136,-2 0-184,2 0-184,0 0-208,0-1-208,1 1-209,-4-1-255,4 1 1248,-3-1-1584,-1 1-553,5-1-679,-4 1-865,4-1 168,-5 1 993,3 0 2520,-2 0-1737,0-1 497,3 0-872,-5 1 2112</inkml:trace>
  <inkml:trace contextRef="#ctx0" brushRef="#br0">48944 12234 10858,'0'0'0,"0"0"3225,0 0-2153,0 0-472,0 2-256,0 2 0,0-2 8,1 3 24,2-2-376,-2-2 424,1 4-48,4 2-16,0 2 0,1 0 49,0 1 71,-3-3-480,-1-3 512,4 7 8,0 0-88,1-1-72,1-1-48,-2 1-88,-1-5-224,-4-1 208,6 5-8,0 0-80,-1 2-32,0-2 8,0 1-48,-2-4-48,-3-2 96,5 6 24,-1 0-80,-1-2 72,-1 1-24,1-1 24,-4-3-112,-1-1 137,5 4 23,-4 0-8,0 0-8,1-1 40,-1 2-80,0-4-104,-1-2 168,0 5-40,0 1-32,0-1-40,0 1-16,-2-1 16,1-3-56,0-2 80,-1 6-8,-2-1-56,2 0-16,-3 0 24,3 1 8,-1-5-32,1 0 40,-2 5-16,-1-1-8,1 0-16,-1 2 32,-1-1 24,4-5-56,-1 0-48,-1 5 40,-1-1-80,0 0-24,1-1 112,-1 0-80,2-3 80,1-1-96,-3 4-160,0 0-152,1 1-152,0-1-169,2 0-151,-1-3 880,1-1-1112,0 4-368,-3 0-505,3-1-783,-2 0-913,2-1 232,2-1 3449,-1-2-2496,-1 3 831,0 0 545,0-4-704,2-1 1824</inkml:trace>
  <inkml:trace contextRef="#ctx0" brushRef="#br0">45512 12342 6705,'0'0'0,"0"0"1688,0 0-143,0 0-233,0 0-136,0-1-144,2 1-39,-2 0-993,0-1 920,2 0-200,0 0-64,2 0-112,-2 0-112,2 1-8,-3 0-424,3-1 328,0 1-63,1-1-33,2 1-40,2-1 104,1 1-48,-8 0-248,7 0 224,3 0 8,7 0-232,1 0 40,3 0 88,-1 0-24,-18 0-104,11 0 272,2 0-48,1 0-24,-1 0 24,0 0-8,1-1 72,-14 1-288,12-1 192,4 0-40,1 1-80,0-1 48,2 1 40,-2-2-16,-17 2-144,17-1 136,4 0 64,0-1-24,2 0-16,-1 1 9,1-1-121,-23 2-48,19-2 0,5 0 56,1 1-16,1-1 32,0 0 48,1 0-64,-27 2-56,23-2 40,5 1 0,0-1-40,2 0 56,0 0-16,-1 0-40,-28 2 0,26-2 32,5 1-72,0-2 8,1 2 16,0-1 8,1-1 32,-33 3-24,29-1 32,5-2-64,0 1 32,1 0-16,0 1 48,0-1 8,-36 2-40,32-2 24,5 1-48,0-1 8,2 1 8,-2-1-24,3 0 32,-39 2 0,35-2-16,4-2-48,1 2 32,1-3-16,-1 3-64,2-3 80,-44 5 32,41-2-24,4-3-16,-2 2 24,2-2 32,0 3-72,0-3 88,-46 5-32,44-1 8,3-4-88,-1 4 64,0-4 16,0 4 32,0-1 8,-46 2-40,43-3 80,2 2-96,-1 0-8,0 0 24,0 0-56,-2 1 40,-43 0 16,43-1-24,0 1-32,-1 0 8,1 0 32,-2 0-16,2-1 32,-44 1 0,42-1-40,0 0-97,0 1-31,-1-2-104,0 1 16,0-2 256,-40 3-248,38-5-16,2 4-24,-1-4-88,-2 3-112,0-3-144,-2 3 632,-35 2-824,35-7-153,0 3-215,-1-1-176,-1 1-176,-1-1-161,-1-2 1705,-32 7-1856,32-5-73,-2-2 121,0 2 368,-4-1 480,1 0 335,-4 0 625,-21 5-504,22-5-488,-1-2-1112,-23 8 2104</inkml:trace>
  <inkml:trace contextRef="#ctx0" brushRef="#br0">47429 14049 8081,'0'0'0,"0"0"2105,0 0-2105,0-1 1560,0 1-384,0-2-88,0 1 33,0-1 31,0 0-56,0 2-1096,0-1 1024,0-1-119,1 1-137,-1-1-40,1 1-40,-1 0-16,0 0-672,1 1 688,-1-1-71,1 1-33,-1 0-56,1 0-56,-1 0-40,1 0-432,-1 1 360,0 0-88,1 4-88,-1-4-16,1 4 8,-1-1-32,1-1-144,0-1 104,-1 4-48,0 1-24,2 2-32,-1 0 24,-1 2 8,0-5-32,0-1 16,0 5-16,0 1-88,0 0-16,0-1-56,0-1-80,0-5 240,0 1-280,0 4-144,0 0-152,0-1-96,0 0-152,0-1-145,0-4 969,0 1-1168,1 2-376,0 0-529,0-1-719,0-4-881,0 5 168,-1-5 3505,1-1-2552,0 4 831,0-4 57,0 2-120,-1-2 1784</inkml:trace>
  <inkml:trace contextRef="#ctx0" brushRef="#br0">47573 14198 12730,'0'0'0,"-1"0"4537,1 0-2960,-1 0-713,1 0-864,-1 0 624,0 0 104,-1 0-24,1 0 8,1 0-56,-1 0-87,1 0-569,-1 1 448,0-1-152,0 1-120,0 0-64,0 0-40,1 0 8,0-1-80,-1 1 56,1 0-56,-1-1-72,1 1 16,-1-1-24,1 1-160,0-1 240,0 0-424,0 1-281,0-1-351,0 0-376,0 0-552,1 0-769,-1 0 2753,1 0-3697,1 0-104,3-2 1025,-4 0 871,4-3 97,-3 4-56,-2 1 1864</inkml:trace>
  <inkml:trace contextRef="#ctx0" brushRef="#br0">47661 14091 12130,'0'0'0,"0"0"3457,0 0-2041,0 0-1416,-1-1 776,1 1-144,-1-1-39,1 0 47,0-1-64,0 0-136,0 2-440,0-1 336,0 0-112,0-1-16,0 0 56,0 1-16,1-2 24,-1 3-272,1-2 280,0 0-96,1 0 0,0 0-16,2 0-88,-3 0 0,0 1-80,3-1 24,-2-2-48,3 3 24,-3 0 40,4-1-32,-5-1 64,-1 3-72,6-2 80,-4 0-96,3 1 32,-3-1 9,3 0-9,-5 1 64,1 1-80,3 0 56,-3-1-40,0 1-8,4-1-8,-5 1 32,1 0 24,-1 0-56,1 1 64,-1 1-48,0-1 48,0 4 8,0-4-8,0 0 64,0 0-128,-1 4 120,0-4-64,-1 4 24,0-4 24,0 5-24,-2-4 32,4-2-112,-2 6 112,0-4-72,-2 4-16,2-5 32,0 5-56,0-5 128,2-1-128,-2 6 96,0-4-80,0 3 72,1-4-104,-1 4 0,0-4 48,2-1-32,0 4-56,-1-3-48,1 4 24,0-4 40,0 3 40,0-3 24,0-1-24,1 2 56,1-1-72,-1 4 16,1-5 48,2 2-40,-2 0-8,-2-2 16,4 1 16,-3 1-88,3 0 8,-3-1 48,4 1 16,-3 0-16,-2-2 40,4 1-8,-3 1-64,4-1-32,-5 1 88,5-1-40,-4 1 16,-1-2 72,4 2-16,-3-1-72,1 1 64,2-1 16,-4 4 48,2-4-112,-2-1 144,1 1-16,0 1-48,-1 3 48,0-4 0,0 3 0,0-3-128,0-1 176,0 4-64,0-3-64,-1 4 24,-1-4-32,0 3 16,-2-3-56,3-1 88,0 5-48,-1-5-48,-3 5-8,3-5 40,-2 2-24,2 2 0,2-4 64,-5 2-64,3-1-176,-3 1-72,3-1-104,-4 1-144,5-1 496,0 0-560,-4 0-152,4-1-201,-4 1-127,3-1-192,1 0-296,-1 0 1528,2 0-1897,-1-1-503,0-1-545,0 1-368,1-1 721,0-2 831,0 2 1761,0 2-1040,1-4 488,4 2-1768,-5 2 2320</inkml:trace>
  <inkml:trace contextRef="#ctx0" brushRef="#br0">47812 14055 9241,'0'0'0,"0"0"2601,0 0-2601,0 0 1712,0 0-399,0-1-89,0 1 8,0-1-56,1 1-183,-1 0-993,0 0 848,0 0-80,0 0-136,0 0-96,0 0 8,0 0-96,0 0-4224,0 1 7929,0 2-3841,0 0-128,0-1-32,0 2-32,0-3 16,0 2-136,0-2 168,0 1-40,-1 3-32,1-4-56,-1 4-8,1-4 8,0 3-40,0-3 72,-1 1 0,1 3-48,-1-4-40,1 4 8,0-3 8,0 1 0,0-2 40,0 0 16,0 3-32,0-3-32,0 4-8,0-4 56,0 0-40,0-1 40,2 5 16,-1-4-40,0 0-40,-1 0 8,2 1 16,-2-1 0,1-1 24,1 1 8,3 0-48,-5 0-40,5 1 56,-5-2-24,3 0 24,-1 0 8,-1 1 8,3-1-56,-2 0-32,2 0-24,-2 0-72,0 0 168,0 0-184,-1 0-104,3 0-128,-2-1-80,2 1 15,-3 0-127,2-1 608,-1 0-704,-2 0-136,5 0-304,-4-1-129,3 0-175,-3 1-200,0 0 1648,0 0-1969,0 0-263,4-1-361,-4 0 353,0 0 680,1 0 567,-1 1 993,0-1-536,0-2-368,0 2-1128,-1 2 2032</inkml:trace>
  <inkml:trace contextRef="#ctx0" brushRef="#br0">47908 14053 8233,'0'0'0,"0"0"2745,0 0-353,-2 0-575,1 0-225,1 0-1592,-1 0 1504,0 0-231,1 0-257,-1 0-184,-1 1-192,1 1-104,1 0-536,-1 0 512,1-1-95,-1 4-65,0-3-16,0 4-40,0-2-32,1 0-264,0-1 272,-1 5-80,1 1-80,-1 0 0,1 1-40,-1-1-16,1-5-56,0 0 56,0 5-24,0-1-64,0 0 8,0 0-96,1 0-144,0-6 264,-1 2-464,1 3-208,1-1-185,0-2-143,2-2-168,-3 3-360,-1-5 1528,1 1-2009,3 1-719,-2-1-649,-1 0-32,4-1 913,-4 0 879,1 0 1617,1 0-1032,-2 0-1248,-1 0 2280</inkml:trace>
  <inkml:trace contextRef="#ctx0" brushRef="#br0">47987 14063 10074,'0'0'0,"0"0"4169,0-1-2257,0 1-1104,-1-1-296,1 0 16,-1 1-528,1 0 544,0-1-47,-1 0-121,1 1-104,0-1 32,0-1-48,0 2-256,0-1 296,0 0-32,0 0-56,1 0 8,0 0-32,0-1-56,0 2-128,3 0 112,-3-2-56,3 1-40,-3-1 32,4 0-32,-3 1 56,-2 0-72,6 0 96,-4 0-80,4-2 8,-5 2-24,5-2 0,-5 1 40,0 2-40,4-1 64,-3-1-48,3 0 8,-4 1 32,3 0-24,-2 0 48,-1 0-80,2 0 40,-2 1-8,0 0-8,0-1 32,0 1 16,0 0 8,-1 0-80,1 0 80,-1 0-64,0 0 0,0 1 8,0 4 32,-2-5 24,2 1-80,-1 0 80,-1 4-16,1-4 8,-3 3 32,2-2 56,0 3 17,1-4-177,-2-1 136,1 6-56,0-4-24,-3 4 32,4-5-24,-1 5 16,1-4-80,-3-2 48,3 6-64,-1-5 32,0 4-16,0-3 0,1 3 48,0-4-48,0 0-8,-1 3-8,2-2-24,-1 3 0,1-4 48,0 3-16,0-4 8,2 1-32,0 3-32,2-3 8,-2 1 16,2 2 8,-3-2 64,0-2-32,4 1-16,-3 0 32,4 1-32,-5-1 32,5 1 24,-4 0-16,-2-2-24,5 1 32,-3 1-48,4-1 0,-5 1 16,5 0 32,-4-1 32,-2-1-64,5 2 32,-4-1 32,4 4 64,-5-4 88,2 0 80,0 1-8,-2-1-288,1 2 312,0-2-112,-1 1 40,0-1-56,0 3-40,0-2 56,0-2-200,-1 2 128,-1 2-32,0-3-32,-2 4-8,2-4 16,0 3-48,2-4-24,-4 1 120,2 3-136,-3-3-16,3 1 32,-3-1-72,4 4-24,1-5 96,-5 0-192,3 1-96,-4 0-160,4 0-24,-4-1-72,4 1-88,2-1 632,-5 0-697,3 1-255,-3-1-144,3 1-248,-2-1-345,3 1-415,1-1 2104,-2 0-2737,1 0-623,0 1 407,0-1 841,1 1 839,0-1 1273,0 0-576,0 0-40,0 0-1472,0 0 2088</inkml:trace>
  <inkml:trace contextRef="#ctx0" brushRef="#br0">48200 14132 11442,'0'0'0,"0"0"0,0 0 2993,0 0-1625,0 0-488,0-1-16,1 1 40,0 0-47,0 0-857,-1 0 768,2 0-72,-2 0-80,1 0 40,-1 0 56,0 0-23,0 0-689,0 0 624,0 1-112,0 0-152,0 0-64,0 4-48,0-3-32,0 2-216,0-3 160,-2 1-24,0 4-88,-2-1-24,0 2 32,-1 1-40,0 1-16,4-8 56,-4 8-24,0-1-136,-2 0-96,1 0-120,1 0-24,1-3 344,3-3-456,-3 4-112,2 0-216,-2-1-337,2-3-279,1 4-440,-1-5 1840,2-1-2353,-1 2-712,0 0-687,0-1 623,0 0 952,0-1 841,0 0 1336,1 0-864,0 0-1144,0 0 2008</inkml:trace>
  <inkml:trace contextRef="#ctx0" brushRef="#br0">48160 14146 15099,'0'0'0,"0"0"3480,0 2-2527,-1-2-601,1 0-352,0 1 344,0-1 72,0 2 72,0-1 8,0 1-56,0 3 8,1-5-448,-1 0 512,1 5 25,0-4 23,0 5-104,0-4-112,0 4-48,0-6-296,0 1 256,1 5-48,3-5-64,-4 5-56,3-4-80,-3 4 40,2-5-48,-2-1 24,1 6-24,3-5-184,-4 5-280,4-4-280,-3 2-392,0-2 1136,0-2-1561,0 4-655,3-2-1137,-1 2-1320,0-3 632,0 0 1201,-2 0 2840,-2 0-1753,6-1 481,-5 0-336,-1 0 1608</inkml:trace>
  <inkml:trace contextRef="#ctx0" brushRef="#br0">48357 14060 7433,'0'0'0,"0"0"2545,0 0-593,0-1-696,0 1-1256,0-1 1009,0 0-97,0-2-40,0 2-80,0 0-120,0 1-72,0-1-600,0 1 536,0 0-23,0 0-33,0 2 40,0 2 8,0-3-16,0 1-512,0 2 496,0 1-104,0 0-80,0 3-32,0 0-80,-1 3 24,1-7-224,0 4 192,0 4-56,0 1-71,0-2-41,0-1 32,0 0 0,0-7-56,0 4 40,0 1-56,0 1-160,0-1-129,0 0-183,1-1-248,-1-5 736,0 3-1008,3 1-400,-2-1-393,0 0-543,1-4-537,0 4-344,-1-5 3225,3 1-2736,-3 0 839,0 0 705,1-1 208,2 0-1024,-4 0 2008</inkml:trace>
  <inkml:trace contextRef="#ctx0" brushRef="#br0">48485 14124 7337,'0'0'0,"0"0"0,0 0 4521,0 0-1640,0-2-1425,0 0-432,0 0-56,-1 0-31,1 2-937,0-2 904,-1 0-160,1 0-112,0 0-96,-1 1-88,0-1-16,1 2-432,-2-1 416,1 0-63,-1 1 31,-2 0-56,2 2-8,0 0-56,2-2-264,-4 4 200,3-2-64,-2 3-96,-1-1 64,2 1-24,-2 0-40,4-4-40,-2 4 72,-2 2-72,3 0-24,-1 0 48,0-1-24,1 1 32,1-6-32,0 4 24,0 0-48,1 0 24,1-1 16,2-2 40,-2 2 16,-2-4-72,5 1 80,0 0-120,-1 0-16,1 0 80,0-1-96,-1 0 88,-3 0-16,2 0 0,2 0-56,0-1 40,-1-1 32,1 1 0,0-4 24,-5 5-40,5-1 56,0-2-80,-1-2 24,1 4 16,-4-3-64,4 2 104,-5 2-56,1-4 72,1 2-40,0-3 24,-1 3 0,0-3-56,-1 4 56,0 1-56,0-4 88,0 2-88,-1-4 0,0 4 0,-1-4-32,-3 2 16,5 4 16,-2-2 0,-2-4-128,2 4-96,-3-4-16,3 4-168,-2-3-40,4 5 448,-2-3-480,-3-2-136,3 4-57,1-4-71,-2 3-160,2-2 904,1 4-1112,-2-2-265,1 1-383,0-2-440,1 1-417,0 1-488,0-1 3105,0 2-2616,0-2 791,0 1 657,2 0 520,-1-1-1112,-1 2 1760</inkml:trace>
  <inkml:trace contextRef="#ctx0" brushRef="#br0">48596 14015 8017,'0'0'0,"-1"0"2921,0 0-1001,1 0-824,0 0-159,-1 0-937,1 0 1088,-1 0 120,1 0-80,-1 0-55,1-1-89,-1 1-72,1-1-912,0 1 848,0 0 0,0-1-127,0 0-121,0 0-32,0 0-176,0 0-392,0 1 312,0-1-72,0 0-136,0-1-24,1 1-8,1 1-24,-1-1-48,-1 1 56,2-2-16,0 1-40,-1 0-16,4 0-8,-5 0-24,4 1 48,-3 0-40,0-1-48,3 0-64,-3 1-160,3-1-112,-2 1-144,1 0 568,-2 0-776,0 0-193,3 0-271,-3 0-296,3 0-369,-2 1-623,1 1 2528,-2-2-3417,0 2-336,1-1 929,-1 1 967,3 0 777,-3-1-1000,-1-1 2080</inkml:trace>
  <inkml:trace contextRef="#ctx0" brushRef="#br0">48724 13927 8433,'0'0'0,"0"0"3097,-1 0-889,1 0-2208,-1 0 1545,0-1-289,0 0-152,0 1-168,0 0-151,0-1-169,1 1-616,-1 0 488,0 0-64,1 0-128,0 0 0,-1 0 40,0 0-72,1 0-264,0 0 264,-1 0-80,1 0-104,-1 0 0,0 0-32,1 0 32,0 0-80,0 0 72,0 0-24,0 0-16,0 0-64,0 0 48,2 0 8,-2 1-24,1-1 16,1 0-32,-1 0 16,1 0-8,-1 0 8,1 0 8,0 0-8,0 0 32,-1 0-72,1 0-16,2 0 32,-3 0 8,3 0 40,-3 0-24,-1 0 40,5-1-8,-4 0-88,3 1 56,-3 0-56,3 0 48,-3 0 8,0 0 8,0 0-56,3 0 32,-3 0-40,1 0 56,0 0 0,-1 0 0,2 0 16,-3 0 8,1 2-48,1 0 40,0-1-16,-1 0 8,-1 0-8,1 0 56,-1 0-56,2 1-24,-1 0 24,0-1 8,-1 4 24,1-5-32,-1 0 64,0 2-40,0 0-48,0 2 40,0-2 24,0 3 0,0-5-40,0 1 24,0 4-8,0-3-72,0 3 32,0-3 24,0 3 0,0-4 0,0 0 8,0 5-8,0-2-24,0 0 0,0 1-16,0-1-32,0-3 72,0 2-128,0 2-168,0 0-192,0 0-160,0-1-176,0 1-144,0-3 968,0 0-1137,0 3-207,0-4-208,0 5-345,0-5-359,0 4-433,0-5 2689,0 1-2400,0-1 671,0 1 625,0 1 512,0-2-216,0 0-904,0 0 1712</inkml:trace>
  <inkml:trace contextRef="#ctx0" brushRef="#br0">48737 14000 11226,'0'0'0,"0"0"5249,-1 0-2600,0 0-1241,0 0-416,-1 0-128,2 0-864,-1-1 800,0 1-231,1-1-145,-1 1-96,0 0-144,1 0-8,0 0-176,-1 0 168,0-1-80,1 1-8,0-1 48,0 1-16,0-1-24,0 1-88,2-1 80,2 1-64,-2-1 0,2 1-16,1 0-56,-1-1-88,-3 1 144,2-1-336,2 0-400,0-1-345,-1 2-391,1-1-544,0 1-705,-4 0 2721,3 0-3929,1-1-424,0 0 1153,0 1 1111,0-1 889,0 1-760,-4 0 1960,-2 0 0</inkml:trace>
  <inkml:trace contextRef="#ctx0" brushRef="#br0">48926 13871 10426,'0'0'0,"0"0"2568,0-1-1800,-1 1-479,0-1-33,1 1-256,-1-1 392,0 1 224,0-2 128,1 2 120,-1-1 64,1 0-15,-1 0-913,1 1 880,-1-1-16,1 0-120,-1 1-96,1-1-56,-1 1-112,1-1-480,0 1 433,0 0-57,0-1-56,0 0-80,0 1 56,0-1-88,0 1-208,0 0 240,0-1 24,0 1-80,0 0 24,1 0 24,-1 0-80,1 0-152,-1 0 200,0 0-8,1 0-96,0 0 40,0 0-40,1 1 24,-1 1-120,-1-2 96,2 2 8,-1 2-32,4-3-24,-4 3 24,3-2-16,-3 2-56,-1-3 64,4 1-8,-2 4 0,3 0-24,0 0-16,0 1 56,-2-2-72,-3-3 56,5 5 32,0 0-40,0 2-96,0 0 40,-1-1 8,-1-2 0,-2-4 40,3 6 48,0 1-16,-2 0-80,4 0 16,-5 1 8,3-3-16,-3-4 49,1 7 7,2 1-40,-3 0-32,1-2 0,2 2 0,-4-4 16,0-5 64,2 8-24,-1 0-8,0-1-32,0 1-16,0 0 32,-1-4-16,0-2 48,1 5-8,-1-1-40,0 0-24,0 0-24,0 0 48,0-3 0,0-3 48,0 5-48,-1 0 8,-1 0-8,1 0 0,0-1 32,0-2-32,0-2 48,-3 5 8,2 0-80,-2-2 24,1 1-48,-2 0-56,2-2 104,1-1-152,-2 3-129,-1 0-215,2 0-192,-2-1-184,0 0-192,2-1 1064,2-2-1264,-4 3-257,1-4-335,2 5-505,-3-4-847,2 2-937,1-3 4145,0-1-3601,0 2 1104,-2 2 1017,2-3 832,-2 0-72,2 0-640,2-1 1360</inkml:trace>
  <inkml:trace contextRef="#ctx0" brushRef="#br0">46952 13464 4400,'0'0'0,"0"0"1337,0 0-369,0 0 24,0 0 16,0 1 113,0-1 95,0 0-1216,0 1 1224,0-1-112,0 1-135,0 0-81,0 0-136,0 1-112,0-2-648,0 2 512,0 2-160,1-3-80,-1 4-72,0-4-72,1 5 16,-1-4-144,0-2 64,1 7-64,-1-2 24,1 1-16,-1 2-16,1 0 40,0-7-32,-1 6-8,2 0-80,-2 0-16,0 0-88,0-1-112,2 0-152,-2-5 456,0 4-672,1 1-312,-1-1-248,1 0-321,-1-1-439,1-3-257,-1 0 2249,0 4-2032,1-4 464,-1 1 471,1-1-1463,-1-1 2560</inkml:trace>
  <inkml:trace contextRef="#ctx0" brushRef="#br0">47012 13562 5233,'0'0'0,"0"0"944,0 0-96,0 0-848,0 0 680,0 0-8,0 0 32,0 1 57,-1-1-17,1 1-128,0-1-616,0 0 496,0 1-136,0-1-128,0 1-104,0-1-64,0 1-104,0-1 40,0 0-128,0 0-248,0 0-504,0 0-600,0 0-497,0 0 233,0 0 8329,0 0-14451,0 0 6842,0 0-1672,0 0 2696</inkml:trace>
  <inkml:trace contextRef="#ctx0" brushRef="#br0">47031 13496 6105,'0'0'0,"0"0"1576,0 0-160,0 0-431,0-1-161,0 1 88,0-1 48,0 1-960,0 0 920,0-1-103,0 1-217,0-1-144,0 1-80,0-1-72,0 0-304,0 1 288,0 0-48,0-1-80,0 1-16,0-1-16,0 1-40,0 0-88,0-1 128,1 1 0,0-2-40,0 1 24,1 0-16,-2 0 48,1 0-144,-1 1 128,1 0-8,0-1-48,1 0-56,-2 1-8,2-1 40,-2 1-48,1 0 72,0-1-8,0 1-16,0-1-64,-1 1 40,1 0 24,-1 0-48,0 0 48,1 0 25,-1 0-57,1 0-32,-1 0 8,0 0 40,0 0-32,0 0 40,0 1-16,0 0 0,0 1-48,0-1 8,0 4 56,0-4-40,0-1 32,0 1-8,0 4-48,0-4-24,0 0 40,-1 4 8,1-5 0,0 1 8,-1 0 16,0 1-48,1 2-8,-1-3 32,1 1 8,0-1-8,-1-1 24,1 5-24,0-5-56,0 1-16,0 1 7,0-1 17,0 0 48,0 0-24,0 0-56,0 0-16,0 0 24,0 0 24,1 0 48,-1-1 8,1 0 8,0 1-40,0-1 8,0 1 40,0-1-24,0 1 0,-1-1 48,1 0-24,1 1-32,-2-1 16,1 1 32,0-1 16,0 1-56,0-1 88,0 1-32,0 0-16,-1 0 16,1 1 33,-1-2 31,0 1-120,1 0 136,-1 0 24,1 0 0,-1 0 24,0 1 24,0 0-8,0-1-200,0-1 208,0 2-40,0-1-56,0 1 40,0 0-64,0-1 40,0 0-128,0 0 120,0 0-72,0 1 16,-1 0-40,1-1 16,-1 0 8,1 0-48,0-1 40,-1 2-40,1-1-40,-1 0 16,0 1-24,-1-1-16,2-1 64,-1 1-152,0 0-184,1 1-216,-2-1-240,1-1-225,0 2-247,1-2 1264,-1 0-1616,0 2-489,0-1-575,0 0-81,0-1 689,0 0 655,0 0 1417,1 0-1024,-1 0-1464,1 0 2488</inkml:trace>
  <inkml:trace contextRef="#ctx0" brushRef="#br0">47100 13457 4993,'0'0'0,"0"0"880,0 0-8,0 0 40,0 0-912,0 0 968,0 0 121,0 1-1,0-1-96,0 1-176,-1 0-88,1 0-728,0 0 616,0 0-63,0 1-73,-1 2-96,1-3-64,-1 4-64,1-5-256,0 1 176,0 3-72,0-3-48,0 3 0,0-2 0,0 1 8,0-2-64,0 0 64,0 3-56,0-3-8,0 0 24,0 1-24,0 0 56,0-2-56,0 2 56,0-1-40,0 0-8,0 1 16,0 0-16,0-1 64,0-1-72,0 1 64,0 0-64,1 0 0,-1 0 16,1-1 8,-1 0-24,0 1 24,1-1-48,-1 0-24,2 0 24,-2 0 16,0 0 32,0 0-24,0 0 8,1 0-40,1 0-8,-2 0 24,2-1-32,-2 0 72,1 1-24,0-1-24,0 0-32,0 0 8,0 0-8,1 0 24,0 0 8,-2 1 24,1-2-48,1 2-56,0-2 16,-1 2 0,0-2-48,0 1-128,0 1 264,-1-1-568,2 0-320,-2 0-385,1 0-375,1 0-425,-1 0-79,-1 0 2152,1 1-1696,-1-1 487,0 0 153,2 0-1424,-2 1 2480</inkml:trace>
  <inkml:trace contextRef="#ctx0" brushRef="#br0">47146 13465 5577,'0'0'0,"0"0"4529,0 0-2473,0 0-2056,-1 0 984,0 1-328,1 0 17,0 1 71,0-1-48,0 1-56,0-2-640,0 4 584,0-3-144,0 4-24,0-4-48,0 5-104,0-5-23,0-1-241,0 6 176,0-4-96,0 4-40,0-2 8,0 0-56,0 1-8,0-5 16,0 4-48,0 0-232,0 0-241,0 1-415,0-1-496,2 0-488,-2-3 1920,0 0-2481,1 5-360,-1-5 481,1 4 672,-1-3 295,1 2-1191,-1-3 2584,0-2 0</inkml:trace>
  <inkml:trace contextRef="#ctx0" brushRef="#br0">47189 13477 5233,'0'0'0,"0"0"2848,0 0-911,-1 0-1937,1 0 1280,-1-1-232,1 1-8,0-1 17,-1 1-153,0-1-264,1 0-640,0 1 400,0 0-152,-1 0-136,0 0-16,1 0-8,-1 0-32,1 0-56,0 0 16,-1-1-8,1 0-56,-1 1-8,1-1 56,0 1-32,0-1 32,0 1-32,0 0 8,0-1-48,1 1 8,0-1 24,0 1 16,0-1 24,0 1-32,0-1 24,0 1-16,1-1-24,0 1 72,-1-1-16,1 1-8,-2 0 0,2-1 64,-1 1-64,1-1 0,-1 1 32,0 0-8,0 0-24,-1 0 32,1 0 0,0 0-32,-1 0-8,1 1 32,-1 1-24,0-1 0,0-1 40,0 2 8,0 3-56,0-4 8,0 3-24,-2-2 48,1 2-24,1-3 32,-2 2 24,0 2 0,1-3-8,-1 3 24,0-3 40,1 1-112,1-1 144,-2-1 8,1 4-40,-1-4-64,2 3-8,-2-3 0,2 2-40,0-1 24,-2-1 16,2 0-32,-1 1-40,1 2 16,-1-4-16,1 1 32,0 0-16,0 0 16,0 1-40,0-1-32,0-1 24,0 1 16,1-1 32,-1 0-24,2 1 24,-1-1-40,1 1 8,2-1 16,-3 1 32,0-1-16,0 0 24,3 1 8,-3-1-40,1 1-32,2-1 56,-3 1 16,1-1-32,-2 0 72,2 1 48,2-1-16,-3 2 16,0-2 56,1 1 40,-2 0-216,1-1 224,1 1 17,-1 0-57,0 0 0,0 0 24,0 0 0,-1 0-208,0 0 176,0 1-32,0-1-64,0 1-8,0-1 0,-1 1-8,0 1-64,1-2 56,-2 0-8,1 1-48,-1 0-24,0 2 8,1-3-56,0 0 72,0-1-152,-3 2-184,3 2-264,-2-3-249,-1 1-311,2-1-416,1 1 1576,0-2-2121,-1 1-687,0 0-41,0-1 713,0 0 719,0 0 529,1 0 888,0 0-2296,1 0 2296</inkml:trace>
  <inkml:trace contextRef="#ctx0" brushRef="#br0">47284 13525 9514,'0'0'0,"0"0"2880,0 0-1264,0 0-511,0 1-65,0 0-1040,0 0 1032,0 0-152,0 1-183,0 0-153,0 2-112,0-2-64,-1-1-368,1 2 312,0-2-72,0 4-72,-1-4-32,1 4-40,-1-4-24,1 2-72,-1-1 88,1 0-48,-1 3-24,1-4-8,-1 4-32,1-4 16,0 0 8,-1 2-40,0-2-112,-1 3-160,1-3-232,0 1-264,1 2-305,0-3 1113,-1-1-1408,0 2-368,-1-1-401,2 1-511,-2-1-9,1 0 681,1-1 2016,-1 0-1361,0 0 537,0 0-1176,1 0 2000</inkml:trace>
  <inkml:trace contextRef="#ctx0" brushRef="#br0">47233 13542 7657,'0'0'0,"0"0"2281,0 0-481,0 0-1800,0 0 1232,0 0-143,0 0-9,0 0-72,0 0-152,2 0-136,-2 0-720,0 0 640,2 0-71,-1 0-17,1 1-8,-1-1-16,4 1 0,-5-1-528,1 0 440,3 1-96,-3 1-80,4-1-40,-4 1-40,3-1-24,-4 0-160,1 0 112,4 0-72,-3 1-56,2 2 40,-2-3-8,2 1-32,-3-1 16,0-1-24,3 5-120,-3-4-160,3 1-176,-3-1-240,3 1-328,-3-2 1048,-1 1-1441,2 1-535,0-1-600,2 1-801,-3-2 176,1 2 849,-2-2 2352,1 0-1665,3 0-959,-4 0 2624</inkml:trace>
  <inkml:trace contextRef="#ctx0" brushRef="#br0">47340 13492 11090,'0'0'0,"-1"0"3793,0 0-2257,0 0-768,1 0-768,-1 1 608,-1-1-40,2 1-47,-1-1-129,1 1-144,-1 1-32,1-2-216,0 1 192,-1 1-48,0 0 24,1 2 32,0-3-24,0 4-8,0-5-168,0 0 112,0 5-96,0-4-16,0 4 16,0-4-72,2 5-48,-2-6 104,2 1-328,-1 5-384,1-4-393,0 4-495,-1-4-536,1 3-449,-2-5 2585,2 2-2928,-1 4 319,0-5 745,1 4 631,-1-4-119,1 4 1352,-2-5-1968,0 0 1968</inkml:trace>
  <inkml:trace contextRef="#ctx0" brushRef="#br0">47419 13498 7473,'0'0'0,"0"0"3321,0 0-545,-1 0-1175,0 0-273,-1 0-8,2 0-1320,-1 0 1273,0 1-169,0 1-256,-2-1-216,2 1-72,0 3-40,-1-4-520,2-1 392,-1 4-39,-1-2-113,0 4-120,1-4 24,-1 3-80,1-3-64,0-2 56,0 6 0,-1-4-56,1 4 0,0-4 0,1 3 0,-1-3 0,1-2-16,0 5 16,0-4-40,0 3 16,1-2 64,-1-1-72,2 1 32,-2-2-8,4 1 8,-2 1-112,-1-2 16,4 0 24,-5 0-8,4-1 80,-3 1-80,-1-1 24,5 0-40,-4 0-8,3-1 63,-3-3-31,3 4 72,-3 1-56,0-2 16,0-2-24,4 2-16,-5 0 96,1-3-8,1 4-8,-2 1 16,1-2 24,0-3-64,-1 4-32,0-1 56,0-3-16,0 4 16,0 1-24,0-2-48,-2 0-168,0 0-184,1 0-136,-4 0-240,4 0 800,1 2-976,-2-2-273,0 0-279,0-1-328,0 2-281,-1-1-359,2 1 2496,1 0-2681,-2 0 593,0-1 583,1 1 553,-1 0 64,1 0-1224,1 1 2112</inkml:trace>
  <inkml:trace contextRef="#ctx0" brushRef="#br0">47434 13441 11210,'0'0'0,"0"0"4017,0 0-2393,0 0-1624,-1 0 728,1 0-112,0 0-15,0 0-1,0 0-56,0 0-176,0 0-368,0 0 288,0 0-72,0 0-112,0 0-16,1 0 16,0-1-16,-1 1-88,1 0 88,1-1 8,-1 1-120,1-1-16,2 0 8,-3 0-40,2 0 72,-2 0-152,0 0-184,1 0-344,2 0-384,-3 0-369,1 0-535,-1 0 1968,0 1-2465,3-1-503,-3 0 119,1 0 801,-1 0 703,1 0 225,-1 1 1120,0-1-2232,-1 1 2232</inkml:trace>
  <inkml:trace contextRef="#ctx0" brushRef="#br0">47486 13364 3976,'0'0'0,"-1"0"4137,0 0-2112,0 0-1009,0 0-456,0 0-560,1 0 544,0 0-48,-1 0-64,1 0-128,0 0-64,-1 0 8,1 0-248,0 0 305,0 0 39,0-1 16,0 1 24,0 0-24,0 0-56,1 0-304,-1 0 272,2 0-48,-1 0-40,1 0 32,0 0 0,2 0 40,-4 0-256,1 0 288,0 0-48,1 0-24,-1 0-8,1 0-40,0 0 0,-2 0-168,1 0 145,1 1-65,0-1-48,-1 1-8,0 0 24,1 0-16,-1 0-32,-1-1 72,2 2-48,0-1-48,-1 0 64,1-1-32,0 2 56,-2-2-64,1 1 48,1 0-32,0 0-32,-1 0 8,-1 1 8,1 0 56,0-1-56,0 2 40,0-2-48,0 1 16,0-1-48,0 4 32,0-4 32,0-1-24,-1 2 16,1-1-32,0 3-32,-1-3-40,1 1 0,-1 3 16,1-5 72,-1 1-144,0 0-97,2 4-71,-2-3-88,0 3-32,0-4-24,1 1 456,-1 1-512,0-2-96,2 4-80,-2-4-56,0 4-113,0-3-151,0-1 1008,1 3-1184,-1-3-192,0 3-97,0-3 9,0 4 128,0-4 328,0 0 1008,0 3-689,0-3 257,1 3 168,-1-3-304,0 3-1688,0-4 2256</inkml:trace>
  <inkml:trace contextRef="#ctx0" brushRef="#br0">47523 13459 11674,'0'0'0,"0"-1"3641,0 1-3641,0 0 1584,-1 0-616,1 0-39,-1 0 55,1 0-64,0 0-112,0 0-808,0 0 600,0-1-168,0 0 0,0 1-32,0-1 81,0 1 23,0 0-504,0-1 416,0 0-96,0 1-40,1 0-48,1-1-48,-1 0 0,-1 1-184,0 0 112,1-1-40,1 1-16,0-1 32,-1 0-64,0 1 40,0 0-64,0 0 40,0-1-112,1 0-40,0 1-104,-1-1-224,4 1-288,-5 0 728,1-1-1136,3 1-537,-3-1-663,5 1-1057,-4-1-1376,4 1 768,-6 0 4001,1-2-2816,5 1 927,-4 0-487,-2 1 2376</inkml:trace>
  <inkml:trace contextRef="#ctx0" brushRef="#br0">54129 14112 14611,'0'0'0,"0"0"1816,0 0-768,0 0-384,0 0-664,0 0 609,0 0-33,0 0-48,0 0 0,0 0-96,0 1-72,0-1-360,1 0 280,-1 1-96,0-1-88,0 1-24,0-1-8,0 1 16,0-1-80,0 0 56,0 1-56,0-1-80,0 1-152,0 0-176,0 0-288,0-1 696,0 1-1064,0 0-505,0 1-543,0-2-577,0 0-399,0 1 303,0-1 2785,0 0-2024,0 1 231,1-1-967,-1 0 2760</inkml:trace>
  <inkml:trace contextRef="#ctx0" brushRef="#br0">54215 13996 7881,'0'0'0,"0"0"2177,0 0-1001,-1 0-624,1 0-304,-1 0-248,0 0 168,0 0-24,0 0 16,1 0 64,0 0 24,-1-1 48,1 1-296,0 0 328,-1-1-24,1 1 9,0-1 15,0 1 16,0 0 24,0-1-368,0 1 376,1-1-40,0 1-48,1-1-16,3 0-40,-4 0-8,1 0-224,1 1 184,-1-1-80,3-1 0,-3 1-16,3-1 0,-3 0 32,-1 2-120,2-1 80,-1-1-56,3 1 16,-4-1 16,4 1 0,-4 0 8,-1 1-64,4-1 56,-3 0-32,1-1-8,-1 2 56,0 0 32,0-1 8,-1 1-112,2-1 128,-2 1-40,0 0-32,0 0 33,-1 2-33,0-2 32,1 1-88,-1 0 72,-1 3-56,1-2 8,-1-1 0,0 4 32,-2-4-16,3-1-40,0 4 24,-1-3-40,-3 4-16,4-4 40,0 4 32,-2-3-8,3-2-32,-1 4 0,-2-2-8,1 3-32,1-3 40,0 3 16,-1-4-16,2-1 0,-1 4 8,1-3-16,0 3 16,0-3 32,0 4-16,2-4 16,-1-1-40,2 4 8,-2-3-40,1 4 16,2-4 32,-3 3-8,4-3 40,-5 0-48,1 3 64,3-3-48,-3 3 16,4-3 56,-4 3 0,4-2 32,-5-2-120,2 4 88,2-3-48,-2 3 24,2-3 32,-3 3 64,3-3 56,-3-1-216,-1 5 240,5-4-88,-4 3 32,0-3 8,1 3-56,-1-3 88,0-1-224,0 2 216,0 2-48,1-3 32,-1 1-16,-1-1-8,0 4 32,0-5-208,0 1 184,0 1-64,-2-1-24,0 3-16,0-2 16,-2-1 24,4-1-120,-2 1 97,-3 4-25,3-4-64,-4 0 8,4 0-40,-3 1 24,5-2-56,-5 2-41,0-1-199,-1 1-104,1 0-128,1-1-192,-1 0-112,5-1 832,-4 1-1000,0 1-193,1-1-143,-2-1-128,4 0-201,0 0 1665,0 0-1968,-1 0-432,0 0 71,1 0 545,1 0 543,0 0 217,0-1 1024,0 1-2448,0 0 2448</inkml:trace>
  <inkml:trace contextRef="#ctx0" brushRef="#br0">54389 13987 5065,'0'0'0,"0"0"728,0 0-208,0 0-168,0 0-96,-1 1-256,1-1 384,0 2 200,-1 0 168,1 2 113,-1-3 87,0 3-8,0-3-944,1-1 936,-2 6-48,1-5-104,-1 5-87,0-4-81,1 4-136,0-5-480,0-1 392,0 6-32,0-4-136,0 4 40,0-5-32,0 4-16,1-4-216,0-1 160,-1 5-32,0-3-40,1 3-56,-1-4 48,1 4-16,0-4-64,0-1 48,-1 4 0,0-2-48,1-1-16,0 3 16,0-3 16,0 1-16,0-2 8,0 0 40,0 2-24,0-1-24,2-1 48,-1 1-32,0-1-16,0 0 32,0 0-8,1 0-32,2 0-8,-3-1 8,4 1-8,-4-1 16,-1 1 16,4-1-16,-2 0-24,3 0-24,-4 0-24,4 0-16,-4 0 88,-1 1-144,5-1-120,-4 0-272,3 0-328,-3 0-328,4 1-289,-5 0 1481,1 0-1776,3-1-280,-3 0-145,3 1 409,-3 0 535,1-1 401,-1 0 856,-1 1-1416,5-1-496,-5 1 1912</inkml:trace>
  <inkml:trace contextRef="#ctx0" brushRef="#br0">54452 13990 11770,'0'0'0,"0"0"2168,0 0-2168,0 0 1065,-1 1-465,-1 0-200,2 0-64,-2 4 48,2-4 24,0 2-408,0-1 384,-1 0 0,0 4-64,0-2 8,0 1 41,0 2-9,1-3-360,-1-1 384,0 5-24,0 0-96,0 1-24,0-1-24,0 0-40,0-4-176,1-1 112,0 5-32,-1-1-64,1 1-32,0-1 32,0 0-16,0-3 0,0-2-16,0 4-88,1 0-128,0-1-136,1-4-184,-1 4-160,2-4 712,-1 0-833,-2 1-183,1 2-152,3-4-128,-2 1-249,-1-1-311,2 0 1856,-1 0-2193,0 0-15,3-1 512,-3-1 567,4-2 417,-5 2-1192,-1 2 1904</inkml:trace>
  <inkml:trace contextRef="#ctx0" brushRef="#br0">54514 14035 5713,'0'0'0,"-1"0"1528,-1 0-288,1-1-472,0 1-271,1-1 23,-1 1-520,1 0 624,0-1 32,-1 0-24,1-1-72,-1 1-128,0 1-64,1-1-368,0 0 280,0 0-23,0 0-17,0 0 8,0-1 48,0 1-16,1 0-280,0 0 288,1-1-40,-1 1 0,1-1-16,-1 1 16,1-1 8,0 2-256,0-1 200,0 0-48,1 0-72,-1 0-40,2-1 0,-2 1 8,-1 1-48,2-1 56,-1 0-32,3 0-24,-4 0 16,5 0 8,-4 0 16,0 1-40,2-1 48,-3 0-48,5 1-8,-4-1 8,3 1 24,-4-1 0,-1 1-24,5 0 32,-4 0-16,3 0-16,-3 0 40,0 0 0,0 1 56,0-1-96,0 1 64,-1 0-24,0 1-8,0-1 32,0 1-24,0 2 56,-1-4-96,0 1 112,0 3-56,-1-2 8,0 2 8,-2-3-16,2 3 56,2-3-112,-2-1 72,-2 4-64,2-2 16,0 2 0,-2-3 40,3 3 17,0-4-81,0 1 72,-1 4-72,0-5 0,1 2 16,0 0-16,-2-1 8,3-1-8,-1 2 24,1-1-48,0 1 0,0-1 40,0 1-8,1-1 16,-1-1-24,2 1 24,0 0-32,3-1 8,-4 1 48,3-1 24,-2 1 16,-2-1-88,5 0 96,-3 1-24,4-1 32,-5 1 40,4-1 32,-4 1 8,0-1-184,3 1 136,-2 0-48,3 1 0,-4-2 16,4 2 24,-4-2 24,0 1-152,2 0 136,-2 1-8,1-1-16,0 1 48,-2-1 0,2 1 40,-2-2-200,0 4 176,0-3-32,0 1-24,0 2 0,-1-2 8,0 3-8,1-5-120,-3 1 96,-1 4-48,2-3 8,-2 3-8,2-3 24,-5 4 8,6-6-80,-4 4 40,-1 0-32,0-2-8,1 3-8,-1-3-32,1 2 24,4-3 16,-3 0-96,-1 0-128,0 1-144,3-1-168,-4-1-232,5 0-176,1 0 944,-5 0-1185,3 0-303,0 0-320,1-1-361,0 1-295,0-2-17,1 2 2481,-1-1-1976,1-1 600,0 0 583,0 0 401,1-2-256,1 2-1656,-2 2 2304,0 0 0</inkml:trace>
  <inkml:trace contextRef="#ctx0" brushRef="#br0">54721 14023 9514,'0'0'0,"0"0"2624,0 0-1120,0 0-1504,0 0 1001,0 0-217,0 2-168,0-1-120,0 1-96,0-1-40,0 1-360,0-2 320,0 4-16,0-2-40,0 3-40,-1-4-16,0 6-63,-1-3-145,2-4 152,-2 5-64,1 0-64,-1 1-8,-1-1-32,-1 0 8,3 0 8,1-4 0,-2 4-48,-3 1-128,4-1-137,0 0-151,-1 0-232,0 0 696,1-5-880,0 5-216,-1-1-233,0-2-143,1 3-120,-1-4-185,1 0 1777,1 0-1848,-2 0 272,2 0 383,0-1 385,-1 0-176,1 0-1248,0 0 2232</inkml:trace>
  <inkml:trace contextRef="#ctx0" brushRef="#br0">54666 14057 8849,'0'0'0,"0"0"2337,0 0-1177,0 0-504,2 0-56,-2 0 49,0 0-649,1 0 736,0 0 48,0 0-96,0 0-40,0 0-32,0 0-24,0 1-592,-1-1 553,2 1-57,-1 0-104,0 4-120,1-4-56,0 1-56,-1 2-160,-1-3 144,2 0-48,0 5-56,-1-4-40,1 4-8,0-1 8,-1-2 0,-1-2-56,2 4-80,-1-1-280,1 1-328,0-1-369,1 0-455,-2-1 1568,0-1-1936,1-1-329,-1 5-263,4-5 31,-4 1 625,4-1 607,-4 0 1265,-1 0-800,6-1-504,-4 0-576,-2 0 1880</inkml:trace>
  <inkml:trace contextRef="#ctx0" brushRef="#br0">54809 13989 4192,'0'0'0,"0"0"977,0 0-977,0-1 1056,0 0 256,0-1 80,0 1-15,0-1-17,0-1-48,1 1-1312,-1 2 1217,0-2-137,1 0-216,-1 0-160,1 0-104,-1 0-96,1 1-504,-1 1 440,0-1-55,1 0-89,-1 0-40,0 1-24,0 0-8,0 0-224,0 0 224,0 2 0,0 2-72,0-2 0,0 3 24,0 0-16,0-1-160,-1-4 152,1 6-16,0 1-80,-1 3-8,0 0-8,0 0-24,1 0-16,0-9-16,0 8 0,-1 2-16,0-2-8,1 1 0,-1-2-88,1-1 128,0-5-216,-1 6-88,0 0-192,1-1-112,0 0-64,0-1-161,0-2 833,0-3-976,0 3-144,2-3-256,-1 3-137,0-4-63,0 2-96,0-1 1672,-1-1-1641,1 1 33,0-1 352,1 0 375,2 0 353,-3 0 264,1-1 264,-2 1-480,4-2-1848,-4 2 2328</inkml:trace>
  <inkml:trace contextRef="#ctx0" brushRef="#br0">54891 14027 4400,'0'0'0,"0"0"0,0 0 793,0 0 183,0-1 216,0 1 16,0-1 17,0 1-17,0-1-1208,0 1 1160,0-1-88,0 1-159,0 0-113,0 0-112,0 0-96,0 0-592,0 0 568,-1 0-40,0 0-72,1 1-24,-1 1-72,-1 0-47,1 1-313,1-2 256,-2 1-64,0 3-16,1-1-80,-1 0-8,0 0 0,1 0-88,1-3 72,-2 5 8,0-1-32,-1 2-24,1 0 0,1 0 16,0-2-40,0-3 40,0 6 8,0-1-24,1 0-40,0-2 56,0 1-24,0-3-16,1-2 48,0 4-8,0-4-40,3 4 24,-2-4-16,-1 0 32,2 0-40,-1 0 64,-1 1 16,4-2-48,-3 0-16,3 0 48,-3 0 0,1 0-64,-1 0 104,0-1-16,4-1-48,-5-2-8,5 2 24,-4-3-8,1 4-48,-1 0 80,0-5 8,2 1-40,-2 1-16,2-1 40,-4 0-8,1 2-64,-1 1 104,1-3-8,0 0-88,-1 1 24,0-1 8,0 0 32,0 2-72,0 1 64,-2-2 8,1-1-8,-4 0-64,3-1 64,-3 1-64,3 2 0,2 1-40,-6-3-8,1 0-128,3 0-40,-3 1-72,3 2-80,-1-1 368,1 1-440,0 0-120,1 0-200,-1 0-193,0 0-303,0 1-360,2 0 1616,-1 1-2009,1-1-431,-1 1-193,1-1 481,0 1 631,0-1 545,0 1 976,0-1-928,0 1-1248,0 0 2176</inkml:trace>
  <inkml:trace contextRef="#ctx0" brushRef="#br0">54947 13998 10962,'0'0'0,"0"0"3016,0 0-1527,0 0-649,0 0-240,0 0-16,0 0 40,0 0-48,0 0-576,0 0 521,1 0-137,0 0-128,1 0-40,-2-1-56,2 1-16,-2 0-144,1-1 112,0 1-40,0-1-32,1 1-16,0-1 0,2 1 16,-4 0-40,1-1 16,3 1-40,-3 0-56,3-1 16,-2 0-64,2 1-72,-4 0 200,1-1-352,3 1-312,-3-1-241,1 0-295,2 1-328,-3-1-297,0 1 1825,0 0-2240,1 0-321,2-1 225,-3 0 656,0 0 551,1 0 17,0 0 1112,0 1-2168,-2 0 2168</inkml:trace>
  <inkml:trace contextRef="#ctx0" brushRef="#br0">55050 13919 7377,'0'0'0,"0"0"1912,0 0-599,-1 0-409,0 0-120,1 0-784,0 0 736,0 0-56,0 0-39,0 0-105,0 0-136,-1 0-80,1 0-320,0 0 256,0 0-80,0 0 0,0 0 8,0 0 0,0 0-24,0 0-160,0 0 120,0 0-16,0 0-24,0 0 16,0 0 8,0 0 24,0 0-760,1 0 1336,-1 0-648,2 0-24,0 0 32,-1 0-8,3 0-8,-3 0-48,-1 0 32,4-1-40,-3 0-16,4 1 56,-4 0-8,3 0 0,-3 0-24,-1 0 24,4 0-48,-3 0 24,1 0 0,-1 0 0,4 0 0,-5 0 0,1 0 0,0 0-32,1 0-8,-1 0 32,1 2-16,0 0 16,-2-2 8,1 1 8,0 0-40,-1 1 8,2 0 32,-1-1-8,-1 1 40,0-2-40,1 2 32,-1 2-56,1-3 24,-1 0 16,1 1-40,-1 2 48,0-3-24,0-1 0,0 5-40,0-3 16,0 3-8,0-4-32,0 4-16,0-5 80,0 2-152,0 2-144,0-2-104,0 3-192,0-4-144,0 4-136,0-5 872,0 2-1057,0 2-151,0-2-80,0 3-48,0-4-25,0 4 9,0-4 1352,0-1-1224,0 5 279,0-4 313,0 0 248,0 4 104,0-5-544,0 0 824,0 1-2064,0-1 2064</inkml:trace>
  <inkml:trace contextRef="#ctx0" brushRef="#br0">55060 13967 6153,'0'0'0,"0"0"1216,0 0-1216,0 0 752,0 0-472,-1 0-216,1 0-8,0 0 104,0 0 112,0 0-272,0 0 392,0 0 105,0 0 63,0 0 96,0 0 48,0 0 24,0 0-4265,0 0 7770,0 0-3641,1 0-119,1 0-121,-2 0-72,1 0-80,1-1-200,-2 1 152,1-1-16,1 1-96,3 0-24,-5-1 16,5 0-64,-4 1 32,-1 0-48,4-1 16,-3 1-80,3 0-24,-2-1-64,3 1-168,-4 0 368,0 0-577,3 0-215,-2 0-288,2 0-248,-3 0-201,3 0-159,-3 0 1688,-1 0-1592,5 0 392,-5 0 359,5 1 233,-5-1-1784,0 0 2392</inkml:trace>
  <inkml:trace contextRef="#ctx0" brushRef="#br0">55197 13861 3632,'0'0'0,"0"0"1849,-1 0-465,0-1 32,0 1-376,0-1-1040,1 1 737,0-2-249,0 1-112,-1 1-8,0-1 32,1 1 48,0 0-448,-1-1 520,1 1-8,-1-1-40,1 1-7,0-1-33,0 0 16,0 1-448,0 0 456,0 0-8,0 0-32,0 0 16,0 0 16,1 0 16,0 2-464,0-2 472,0 2 0,1-1-87,0 1-33,-1 2-16,1-2-48,1 0-288,-2 0 264,0-1-24,1 4-80,-1-3-16,4 4-16,-4-1 8,0-1-136,-1-3 160,6 6-48,-5 0-48,4 0 0,-3 1 0,3 2-8,-5-5-56,1-1 104,4 4-40,-4 3-24,1-1 48,2-1 16,-4 1 80,1-5-184,0 0 240,-1 5 8,2 1-32,-1-1-24,-1 0-8,0 1-8,0-6-176,0 0 161,0 6-9,-1 0-88,1 0 8,-2 1 0,-2-1-8,3-5-64,1 0 72,-2 5-88,0-1-56,0 0-64,0 1-144,0-2-209,2-4 489,-1-1-704,-2 5-264,2-1-296,-1-1-233,1-1-439,-1-1-737,2-3 2673,0 0-3624,-2 0 263,1 3 936,0-4 817,1 0 320,-2 0-264,2-1 1552</inkml:trace>
  <inkml:trace contextRef="#ctx0" brushRef="#br0">46151 15644 6457,'0'0'0,"0"-1"1440,0 0 8,-1 1-191,0-1-65,0 0-56,-1-1-1136,2 2 1177,-2-1-57,2 0-120,-2 0-16,0-2-72,1 2-31,1-1-881,0 1 824,-1-1-56,0 0-128,0-1-80,1 1-64,-1-1-72,0 0-424,1 3 352,0-2-32,0-2-103,0 2-25,0-1 0,0 1-80,1-1-112,0 3 136,1-3-16,0 0-64,0 0 0,0 1 0,3-1 0,-4 1-56,0 1 40,4-1 16,-3 0-56,3-1-24,-4 1 32,5 0 24,-5 1-32,-1 1 24,6-2 16,-5 2-24,5-1-16,-5 1 32,4 0-24,-3 0-8,-2 0 48,5 0-24,-3 1-48,0 2-8,3 2 32,-3-3 16,-1 2-16,-1-3 40,3 1 32,-1 5-56,-1-5-32,1 6 0,0-2 32,-2-2-16,1-3 72,-1 8 24,0 0 0,0 0-64,-1 0 32,-1 2 24,0-5-88,2-3 152,-3 7 48,-2-1-40,3 0-24,-1 0-16,-3 0 64,4-3-184,2-3 200,-5 4 16,2 1-8,1 0-96,-4-2 48,4 1 16,0-3-176,1-2 264,-4 4-24,4 0-47,-2 0-33,1-4-40,-1 4 40,2-4-160,1-2 200,-3 7-24,2-6-160,0 1-16,0 0-16,0 3-8,0-4 24,1 0 88,-1 1-48,1 0-40,0 4 0,0-6 16,0 1 16,0 0-32,0 0 48,2 0-32,0 1-64,0-1 0,0 0 32,4-1 8,-5 1 8,0 0-32,6-1-88,-2 0-136,1 0-144,0 0-137,1 0-151,-2 0 688,-2 0-824,5 0-192,2-1-200,2-1-201,-1 1-183,0-1-264,-4 1 1864,-3 1-2249,7-1-479,-2-1-521,1 2 344,-2-1 809,2-1 695,-6 2 1401,-1-1-824,5-1-864,0 0-32,-8 2 1720</inkml:trace>
  <inkml:trace contextRef="#ctx0" brushRef="#br0">46421 15690 12226,'0'0'0,"-1"-1"4273,0 0-2609,0 1-1664,0 0 817,-2-1-225,0 0-24,1 0 120,-1-1 32,0 1-56,2 0-664,0 1 640,-1-2-87,0 1-65,0 0-8,0-1-40,1 1-32,0 0-408,0 1 312,1-2-72,-1 1-112,1 0 0,0-1 0,0 1-56,1 1-72,0-1 128,4 0-96,-3 0-32,5-1 0,-5 2 0,5-1 40,-5 1-40,2-1 40,1 0-24,1 0-56,0 0 24,1 1-40,-1-1 24,-4 1 32,2-1-16,2 1-168,-1-1-32,2 1-24,-2 0-80,1 0 104,-4 0 216,1 0-280,3 0-64,-1 0-16,1 0-8,-1 0 24,1 1 87,-6-1 257,2 0-240,5 2 24,-5-2 16,6 1 72,-6 0 64,4 1 48,-6-2 16,2 1 0,3 2-16,-4-1-24,5 3 32,-6-3 16,2 0 24,-1-1-32,-1 3 40,3-3-40,-2 5-16,-1-5 16,1 6 40,-1-5 40,0 0-80,0 3 88,0-3-16,0 7-48,0-2 32,0-2-8,0 1 64,0-4-112,-1 3 64,1 1-48,-1 0-16,0 0 0,0 1 8,0 0 48,1-5-56,0 3 40,0 2-48,0-1-48,0 0 24,0 0 32,0 0-8,0-4 8,0 3-72,0 1-128,0-1-168,1 0-184,1 1-256,-1-1-240,0-3 1048,-1 2-1377,2-2-383,0 5-376,0-5-345,-1 5-271,1-4 415,-2-3 2337,1 2-1672,0 3 551,1-5 337,-1 1-1800,-1-1 2584</inkml:trace>
  <inkml:trace contextRef="#ctx0" brushRef="#br0">46504 15762 15955,'0'0'0,"0"0"2785,0 0-2785,-2 0 1304,0 0-480,-4 0-40,4 0 16,-1 0 72,-2-1-87,4 1-785,1 0 680,-2 0-136,-1-1-64,1 0 8,0 0-40,-1 0-48,3 1-400,-1 0 336,-1-1-112,1 0-48,1 1-24,0-1 25,0 0-57,0 1-120,0 0 72,3-1-104,2 0-88,-3 1 80,4-1-40,0 0 112,-6 1-32,5 0 72,1-1-80,-1 1-56,2 0 8,-1 0-153,0 0-31,-6 0 240,8 0-272,0 0-200,0 0-48,1 0-80,0 0-160,-1 0-72,-8 0 832,8 1-969,0-1-263,0 2-184,1-2-280,-1 1-345,0-1-487,-8 0 2528,9 1-3017,0-1 48,2 0 753,0 0 727,-1 0 545,1 0-1504,-11 0 2448,0 0 0</inkml:trace>
  <inkml:trace contextRef="#ctx0" brushRef="#br0">46830 15640 10882,'0'0'0,"0"0"3857,0 0-1769,-1 0-968,0-1-199,-1 0 15,1 0-936,1 1 984,-1-1-56,-1 0-192,0-1-120,1 1-79,0 0-57,-1 1-480,2 0 464,-2 0-40,0-1-120,0 0-96,0 1-24,0 0-24,0 0-160,2 0 200,-3 2-48,1 3-64,0-3-16,0 5 0,0-2 16,0 1-88,2-6 56,-6 8 32,4 1-88,-1 1-16,-2-1 64,3 1-24,0-2-24,2-7 16,-3 8 24,1 0-64,0-1-24,1 0 112,1 0-64,-1-1 0,1-6 0,0 6 72,0 1-136,1-1 40,0 0 48,2 0-80,1-2 56,-3-4-24,1 5-24,3-1-48,-3 1 32,4-4 40,-4 4-64,4-5 88,-4-1-104,0 2 32,4 0-56,-4-1 32,4-1 64,-4 2-24,4-2 56,-5 0-40,1 0 24,6 0-56,-6-1 0,4-1 88,-3 1 16,2-1-32,-4 1 24,1 0 24,3-5-40,-3 4-32,3-1 64,-5-2 8,1 3-48,0 1-16,0-1 96,-1-4-64,0 4 0,0 0 144,0-4-96,0 5-64,0 1 136,-1-3-8,-1 1-88,-1-1 16,1 1 8,-4 0 16,5 1-80,0 0 72,-1-1 0,-4 1-24,4 0-96,-1 1 80,-2 0-16,3 0-16,2 0 32,-3 0 24,-3 1-104,4 0 8,-1 2 8,-2-1 8,4-1 24,1 0 8,-2 1-64,0 0-104,0 0-112,-1 3-112,3-3-88,-1-1 472,1 0-544,0 1-40,0 3-112,1-5-113,2 2-23,2 0-128,-3 0 960,-2-2-1104,6 3-136,-4-2-313,5 0-319,-1 1-217,-1-1-215,0-1 2304,-2 0-2273,4 1 409,1-1 552,1 0 519,-1 0 409,0 0 80,-3 0 304,-2 0-632,6 0-1848,-9 0 2480</inkml:trace>
  <inkml:trace contextRef="#ctx0" brushRef="#br0">47041 15745 4112,'0'0'0,"0"0"0,0 0 921,0 0-25,3-3 352,-1 2 384,0-3 217,0 2-41,-1-1-1808,0 0 1681,1 1-201,0 0-200,0-4-88,1 4-39,-2 0-65,0 1-1088,1-1 1064,-1 0-120,0-1-96,-1 0-127,0 1-73,0 0-104,0 1-544,0 0 424,-1-1-72,0 1-112,-1 0-40,0 1 16,-4 0-8,5 0-208,0 0 160,-6 2-88,5 4-48,-6-5-24,1 7 48,-1-1-8,3-3-40,1 0 88,-4 4-72,0 0-32,1 1 32,1-2 0,4 1 8,1-5-24,0 0 72,-1 2-56,1 1-40,0-4 24,1 5-16,0-5 104,1 1-88,-1 1 72,1-2-72,5 4-32,-5-5 8,5 5 8,-4-6 16,1 1 0,0 0 24,-1 0-8,5 1-56,-2-2 56,1 0 8,0 0-48,-3 0 24,0 0 24,3 0-24,0-1-88,1-1 104,-1 0 0,0-1-16,-3 3 0,0-2 72,3-4-56,1 4-48,-2 0 8,0-4 24,1 4 0,-5 1 0,0-1 40,5-3-24,-5 3-72,1-1 56,0-3-16,1 4 16,-3 2 0,1-2 40,-1-4-112,0 4-56,0 0-24,-1-4-32,-1 4-80,1 1 264,0-1-360,-5-4-152,4 4-200,-4-5-168,4 5-121,-4-5-207,5 6 1208,0-1-1456,-6-5-361,5 4-655,-1-3-689,-2 3-455,4-3 847,0 6 2769,0-2-1872,-2-4 719,0 4 345,1-1-1448,2 3 2256</inkml:trace>
  <inkml:trace contextRef="#ctx0" brushRef="#br0">47289 15596 7793,'0'0'0,"0"0"0,0 0 2449,-1 0-801,-1 0-728,0 0-312,-1-1-48,0 0 9,1 1-569,2 0 608,-3-1 16,0 0-96,1 1-32,0-1 0,0 1-16,1-1-480,0 1 456,-1-1 0,0 0-119,1 1-33,0-1-40,0 0-40,1 1-224,0 0 208,0-1-32,0 0-72,0 1-40,0-1 32,1 0-32,0 0-64,-1 1 80,2-1 8,5-1-64,-5 1 24,4 0 8,-4-1 16,5 0-72,-7 2 80,3-2 24,4 0-64,-2 0-16,1 0 24,-4 0-56,5 0 8,-7 2 64,2-2-32,6 0-32,-6 1 0,6 0 16,-7 1 48,5-1-64,-4 1 56,0-1 56,3 1-72,-3 0 0,4 0 8,-5 2-32,0-1-16,0-1 16,1 3 32,0-1-32,0 3-16,-1-4 64,1 5-40,-2-5-24,0-1 64,0 6 16,0-5-80,0 5-24,0-5 40,0 4-16,0-3 0,0-2 24,-1 2 64,-1 4-56,0-5 16,0 5-8,0-4 16,1 2-56,0-3 48,-1 0-8,0 5 0,0-5-8,-1 5 72,2-5-40,-1 3-64,2-3 56,-2 1-8,1 0-56,0 3 8,-1-4 8,1 2 24,1-2-32,0 0 24,-1 4 16,1-3-24,-1-1-32,1 1 16,0 0 24,0 0-24,0-2 16,0 2 40,2 0-32,0 0-80,3 0 136,-3 0-24,2-1-56,-3-1 96,0 1 24,5 1-120,-5-1 24,5 0 32,-4 1 16,2-1-72,-2-1 121,0 2 55,4-1-16,-4 0 8,4 2 48,-5-2-32,3 1-184,-2-1 232,0 1-8,3-1-72,-4 2 16,5-2 16,-4 2 56,-1 0-240,-1-1 272,3 0-32,-2 0-56,1 0-24,1 4 8,-2-5 24,-1 3-192,0-2 184,0-1-8,0 5-104,0-4 32,-1 5 32,0-5-64,-1 2-72,2-2 128,-2 0-8,-3 4-104,2-4 24,1 4-40,-4-4 48,5 2-48,0-2 0,-2 1 40,-3 3-48,4-5-128,-5 6 32,5-5-16,-3 1 120,3-1-184,-1 0-40,-3 3-152,4-4-216,-4 1-104,3 0-224,2-2 920,0 0-1168,-2 0-297,2 0-479,-1-2-433,2-1-559,0-4-529,0 5 3465,0 2-3201,1-9 889,1 3 855,4-1 649,-4-2-88,5 1-1184,-7 8 2080</inkml:trace>
  <inkml:trace contextRef="#ctx0" brushRef="#br0">47489 15622 11834,'0'0'0,"0"0"2505,0 0-2505,0 0 1072,0 0-536,0-1-64,0 1 136,0-1 160,0 0 56,0 1-824,1 0 745,0-1-129,1 0-128,0 0-24,4 0 8,-5-1-32,0 1-440,1 0 472,4 1-88,-4-1-56,6 0-64,-6 0-47,5 0-25,-4 1-192,-1 0 160,4-1-16,0 1-96,-1-1 40,2-1-32,-1 2-16,-4 0-40,2-1 80,2 0-56,0 0-24,0 0 0,1-1 16,-2 2 16,-2-1-32,0 1 24,3 0-24,0-1 0,-1 0-16,-3 0 16,6 0 32,-7 1-32,0 0 0,5 0-16,-4 0-24,4 0 8,-5 0 48,2 0 24,-3 0-40,2 1 56,0 2-40,0-2-32,-1 2-8,2 2 48,-1-4-8,-2 2-16,1 0 0,1 0 24,-2 4-64,1-2 32,-1 2 16,0 1-16,0-4 8,0 1 40,0 6-40,0 2-32,-2-2 32,0 0 16,2 0 8,0-7-24,-1 2 56,1 4-64,-1-1-64,0 1 16,0-2-24,0 1 8,1-7 72,0 4-120,0 2-184,0-1-185,0 1-199,0 0-168,2-1-96,-1-5 952,0 3-1144,0 1-209,0-1-263,1-2-336,-1 4-369,0-6-367,-1 0 2688,2 0-2545,-2 1 657,1 0 599,-1 0 481,1-1-1496,-1-1 2304</inkml:trace>
  <inkml:trace contextRef="#ctx0" brushRef="#br0">47622 15709 17275,'0'0'0,"-1"0"2793,0 0-1641,1 0-1152,-3 1 560,-2-1-112,3 2 24,-1-2 64,0 1-55,0-1-73,3 0-408,-2 1 288,0-1-136,0 2-40,0-2 0,2 1 0,-1-1 40,1 0-152,0 1 144,0-1-64,0 2-40,2-2 8,4 2-24,-4-2-8,-1 0-16,5 0 0,0 0-56,0 0-56,0 0-144,3 0-176,3 0-208,-10 0 640,9 0-929,4 0-247,0 0-288,0-2-321,0 0-447,-1 0-465,-12 2 2697,10-3-3096,1 0 231,-1-2 793,0 2 751,-1 1 473,-1-4-1664,-8 5 2512,-4 2 0</inkml:trace>
  <inkml:trace contextRef="#ctx0" brushRef="#br0">47904 15627 8353,'0'0'0,"0"0"3209,0 0-416,0 0-1273,-1 0-336,0 0-24,-1 0 41,0 0-65,2 0-1136,-2 0 928,0 0-248,1 0-184,-2 0-80,1 0-63,0 0-353,2 0 336,-2 0-48,0 0-136,0 0-16,0 0-24,0 0-24,1 0-88,1 0 112,-2 1-48,1-1-32,0 2-32,1-1 24,-1 0-8,1 1-16,0-2 24,0 1 24,0 0-80,1 1-8,1-1 64,0 0-24,4 1 0,-6-2 48,1 2-8,5 4-80,-5-5 24,4 1 40,-3 0-8,3 3-16,-5-5 40,2 1 8,5 2-96,-5-1 40,4 4 16,-5-5 24,4 5-32,-5-6 40,2 2-8,3 3-32,-3-3 8,4 3 40,-6-3 32,2 3-80,-1-5 112,1 2 32,0 3-48,0-4 16,0 5 16,0-4 0,-1 3-128,-1-4 88,0 0-16,0 5-72,0-4-32,0 3 64,0-4-48,0 4 16,0-4 56,0 1-56,0 3-88,-2-4-24,0 5-104,0-5-88,0 1 304,2-1-424,-2 0-104,-3 1-184,2 0-177,1 0-159,-4 0-360,4 0 1408,2-2-1785,-6 0-631,5 0-841,-5 0-424,3-1 841,-4-1 911,2 0 1929,4 1-1152,-6-6 296,-1-1-1192,8 8 2048</inkml:trace>
  <inkml:trace contextRef="#ctx0" brushRef="#br0">47867 15609 14531,'0'0'0,"0"-1"2936,0 0-1896,0 1-631,0-1 7,0 1 168,0-1-584,0 1 704,1-1 56,0 0-192,1 0-120,4 0-72,-5-1 8,0 0-384,0 2 409,5-2-25,-4-1-88,6 2-88,-6-2-56,6 1-24,-4 0-128,-2 1 80,4-2 8,0 1-48,1-1-24,-1 1-32,2-1 32,-3 1-16,-2 1-16,6-1-112,-1-1-144,0 0-216,0 1-193,0 0-199,-3 1 880,-3 0-1088,5-1-312,0 0-465,0 1-607,0 0-625,-1 0-256,-1 0 3353,-3 1-2688,5 0 864,-1-1 663,0 0-239,1 1-464,-7 0 1864</inkml:trace>
  <inkml:trace contextRef="#ctx0" brushRef="#br0">48236 15515 12178,'0'0'0,"0"0"0,0 0 4209,0 0-2457,-2 0-823,0 0-113,1-1 104,-1 0 40,1 1-960,0-1 872,-1 1-176,0-1-151,-1 0-81,-2 1-16,2 0-32,2 0-416,0 0 408,-5 0-64,4 0-72,-4 0 0,3 0-56,-3 0-16,5 0-200,0 0 136,-5 2-64,4-1-72,-5 1 16,5 0 72,-4 1-48,5-3-40,0 1 88,-5 5-56,4-5-80,-1 1 64,-2 0 0,3 0 0,1 0-16,0 2 40,-1-4-40,0 1-40,0 5 48,1-6-8,0 2 0,1-1 0,0 0 32,0 1-88,0 0-48,0 0 48,0 0-48,0 0-16,1-1 120,-1 0-96,2 1-112,0-1-32,0 0-8,-1 1-8,5-1-16,-5-1 272,0 0-240,4 0-8,-3 0-64,3 0 40,-3 0-64,4-1-8,-5 1 344,0-2-336,5 0-49,-4 0 25,4-1 40,-4 0 32,3 0 112,-4 2 176,0-1-112,4 0 32,-3-1 24,3 0 16,-4 0 40,1 2 16,1 0-16,0-1 64,-1 1 32,-1-1 48,1 1 64,0 0 72,-1 0 0,0 1-280,0 0 256,0 0-40,0 2-55,1-1-25,-2 1 24,1 3 8,-1-4-168,0 0 120,2 5-40,-2-4-32,0 6-48,0-3 48,0 1 48,0-4-96,0 3 56,0 1-24,0 0-48,0 0-24,0 0 24,0 0 32,0-4-16,0 2-72,0 3-88,0-1-200,0 0-153,0 0-199,0 0-256,0-4 968,0 3-1304,2 0-385,-2 0-615,2 1-761,-1-4-495,0 5 591,-1-6 2969,2 0-2041,0 1 809,0 0 536,0 0-1496,-2-2 2192</inkml:trace>
  <inkml:trace contextRef="#ctx0" brushRef="#br0">48336 15543 11842,'0'0'0,"0"0"5009,0 0-5009,0 0 1897,-1-1-1313,0 0-368,1 0-136,0 1 112,0-2 8,0 2-200,0-2 224,3 1 16,-2-2 64,2 1 64,-2-1 32,5 0 64,-5 3-464,0-3 408,1 1-80,3-1-16,-3 0-48,4 1-55,-5 0-25,-1 2-184,6-2 128,-4 0-72,4 0 8,-4 0 8,5 1-16,-5 1 40,-2 0-96,6 0 64,-4 0-48,3 0 40,-3 0 0,3 0 0,-4 1 48,-1-1-104,2 2 168,1 0-96,-2 0 80,2 4-56,-2-4-64,0 4 96,-1-5-128,0 1 80,0 5-24,0-2 40,0 2-8,0-1 0,-1 0 48,1-6-136,-2 7 120,0 0-64,0 0 0,0-1 0,-1 1 16,0 0 40,3-7-112,-2 5 144,0 1-72,0 0 0,0 0-16,0-1-40,0-3 40,2-2-56,-2 8 56,1-6-24,0 4 0,0-3-8,1 2-24,-1-4 48,1-1-48,0 2 24,0 0-24,0 0-24,0 0 32,1 0-32,0-1-8,-1-1 32,2 2 16,1-2-128,3 1 8,-5-1-8,5 1-96,-4-1 208,-2 0-224,8 0-72,-6 0-128,5 0-96,-4 0-64,4 0-168,-5 0 752,-2 0-881,8 0-239,-2 0-288,-1 0-353,1 0-455,0 0-521,-1 0 2737,-5 0-3128,6 0 199,0-1 809,0 0 791,1-2 609,0 2 128,-1-2 592,-5 3-2056,-1 0 2056</inkml:trace>
  <inkml:trace contextRef="#ctx0" brushRef="#br0">48765 15510 6465,'0'0'0,"0"0"2200,0 0-215,0 0-881,0 0-240,0-1 40,0 1-904,0 0 993,0-1 71,0 0-56,0 0 0,0 1 40,0-1-63,0 1-985,0 0 1016,0-1-88,-1 0-128,1 0-64,-1 1-63,0 0-121,0 0-552,1 0 472,-2 0-56,0 0-104,0 0-48,0 0-8,-4 0-56,4 2-200,2-1 144,-3 0 48,-3 5-80,4-3-64,-6 2 80,6-2-56,-4 4-72,4-5 104,-5 6 8,-1 1-96,1 1 16,0 0-16,0 0 80,3-3-96,3-5 48,-2 7 24,-3 0-40,4-1-48,0 0-16,-1 0 80,2-3-48,1-3 40,-1 5 8,1 0-24,0-1-80,0-1 40,1 1-16,0-3 32,-1-1 48,3 4-16,-1-4-80,3 5 8,-3-4-8,5 3 32,-6-5 16,0-1-16,6 6 8,-5-4-72,6-1-48,-6 0-48,4 1-40,-2-2 216,-3 0-248,5 0-24,-1 0-72,1 0-24,1 0-8,-2-2-16,-1 1 392,-2 0-336,4-4-16,0 2-64,1-4 55,-1 4 33,0-4 104,-2 6 224,-3 0-152,1-5 72,6 4-8,-6-5 64,0 5 48,4 0 16,-6-2-40,0 2 88,0 1 8,0-1 0,0-1 32,0 0 80,0 0 89,-1 2-297,0 0 320,-1-1 40,-1 0-32,-2 2-40,3-1 48,-4 1 48,5 0-384,0 0 320,-6 0 8,4 1-80,-5 1-136,2 0 32,-2 4-88,4-5-56,1 0 72,-5 6-40,1-5-8,0 6-24,0-6 32,5 5-32,-2-6 0,2 0-32,0 5-96,0-5-144,0 5-128,1-4-184,0 3-112,1-4 696,0-1-896,0 2-233,0 4-399,0-5-592,0 1-825,2 0-1136,0 0 4081,-2-2-3961,6 2 1129,-4 1 1039,5-2 937,-5-1 160,4 0-968,-6 0 1664</inkml:trace>
  <inkml:trace contextRef="#ctx0" brushRef="#br0">45921 16737 9482,'0'0'0,"0"0"3488,0 0-3488,0 0 2161,-1 0-945,0 0-320,1 0 0,-1-1-7,0 1-33,1-1-856,0 1 792,-1 0-88,0 0-160,1-1-72,-1 1-32,0-1-120,1 0-320,0 1 289,-1-1-49,1 1-144,0-1-16,0 1 8,0 0-64,0-1-24,0 1 96,0-1-40,0 0-56,1 0 0,1 0 0,4-1 0,-5 0 0,-1 2 24,2-2 24,4 0-48,-5 0 0,5 0 8,-5-1-16,3 2 8,-3 1 8,2-3-8,3 2-24,-4-1-48,4 0 64,-4 1-40,3 0 48,-5 1-40,2-1-24,3 0-32,-4 0-16,5 1 48,-5 0-8,4 0 72,-4 0-64,0 2 48,1-1-64,4 1 40,-5 0 23,1 4 17,0-5 0,-2-1 17,2 6 23,0-4-40,0 6-32,-1-2 88,0 1-56,1-1 0,-2-4 0,1 7 80,0 0-88,1 1 16,-2 1 72,2-1-64,-2 0-16,0-8 32,0 9-8,0 0 32,2-1-48,-2 0 64,2 1-16,-2-4-56,0-4 16,1 7 8,-1-1-48,1 1-8,-1-1-24,2 1 56,-2-3 0,0-5 0,0 8-40,0-1-40,0 1-168,0 0-97,1-1-143,-1-3 488,0-2-632,1 5-136,-1 1-168,1-2-176,-1 1-193,2-2-255,-2-2 1560,0-3-1792,2 4-337,-2 0-367,0-1 87,0-2 601,2 3 591,-2-5 1217,0-1-800,0 2-144,0 0-1248,0-2 2192</inkml:trace>
  <inkml:trace contextRef="#ctx0" brushRef="#br0">45988 16902 16963,'0'0'0,"-1"0"2641,1 0-2641,0 0 1168,-2-1-456,1 1-104,0-1 0,0 0 16,1 0-55,-1 1-569,1 0 520,-1-1-72,1 0-104,0 1 0,0-1-32,0 0-16,0 1-296,0-1 312,0 1-80,2-1-72,1 0 0,-1 1 0,0-1-16,1 1-144,-1-1 152,-1 1-128,5-1-48,-5 0 8,5 1 56,-4-1 24,2 1-64,0-1 24,-3 1-40,7-1-128,-6 0-56,6 1-136,-2-1-240,-4 0 576,1 1-712,2 0-160,-2-1-240,4 0-153,-5 1-279,6-1-312,-7 0 1856,0 0-2273,6 0-544,-5-1-655,6 0 463,-6 0 905,5 0 663,-5 1 1441,-2 0-1072,7-2-1160,-7 3 2232</inkml:trace>
  <inkml:trace contextRef="#ctx0" brushRef="#br0">46182 16703 12138,'0'0'0,"-1"0"4681,1 0-4681,-1 0 1953,0 0-1065,-1 0-352,1 0-48,0 0 0,-1 0-64,2 0-424,0 0 408,-1 2-120,0-1-40,1 0 24,-1 2 64,0 2 41,1-5-377,0 1 368,-1 5-56,0-3-88,1 4-32,-1-1-24,1 0 16,0-4-184,0 2 232,0 3-16,0-1-64,0 1-8,0 2-64,0 0 24,0-6-104,0 2 88,0 4-80,0-1-16,-1 0-24,1-1 32,0 0 56,0-5-56,0 2 40,0 3-40,0 0-40,0-1 24,0-1 16,0-3 32,0 0-32,0 2-16,0-3-112,0 1-16,0 0-24,0 0 16,2-2 24,-2 0 128,1 0-144,0 0 8,1 0-8,0 0 48,0 0 40,0-2 32,-2 2 24,2-2-40,0 0 24,0 0-72,4 0 32,-5 0-40,1 0-8,-2 1 104,2 0-112,4-1-120,-5 0 0,5 0 16,-4-1-17,3 2 17,-4 0 216,-1-1-272,6 0-80,-4 0-88,3 0-80,-4 0-72,5 0-144,-6 2 736,1-2-928,2 0-193,-2 0-231,5 0-192,-5 0-201,1 1-135,-2 1 1880,1-1-2080,2 0-41,-1-1 521,-1 1 487,1 0 433,-1-1 152,-1 2 528,1-2-2160,-1 2 2160</inkml:trace>
  <inkml:trace contextRef="#ctx0" brushRef="#br0">46273 16733 13274,'0'0'0,"0"0"3345,-1 0-1769,0 0-535,0 0-97,1 0-944,0 0 824,-1 0-112,0 1-96,1 0-128,-1 2-40,1-1-15,0-2-433,0 5 448,0-2-48,0 3 88,0-1-48,0 1-72,0-1 16,0-5-384,0 6 256,0 3-80,0 0-64,0 3-24,0-1-40,1 1 32,0-12-80,0 11 72,0 1-96,1-1 8,-1 0 16,0-1-32,1-1-48,-2-8 80,1 8-176,1 0-240,-1-1-160,0 0-136,0 1-192,1-2-145,-2-7 1049,2 8-1336,0-2-384,0 1-481,0-2-519,0-3-617,0 4 56,-2-6 3281,1 2-2408,0 0 807,1 0 617,-1-1-200,0 1-768,-1-2 1952</inkml:trace>
  <inkml:trace contextRef="#ctx0" brushRef="#br0">46425 16743 9930,'0'0'0,"0"0"3376,0 0-1431,-1 0-801,1 0-224,-1 0-120,1 0-800,0 0 657,-1 0-145,1 2-192,-1 0-72,1 4 8,-1-5 56,0 5-312,1-5 304,-1 1-24,0 7-64,1-3-112,-1 2 24,-1 2-24,0-2-104,2-6 136,-2 9-8,0 2-40,0 1 8,1-2-16,-1 1 8,2-4-88,0-6 64,-1 7 32,0 0-56,1 0-64,0-1 72,0-2-32,0 0-16,0-5 24,2 5 48,-1 1-128,1-3 16,-1 0 0,1-3-24,0 2 64,-2-2 0,2-1-32,0 1-40,-1 0-40,0-1-16,2 0 8,-2-1 120,0 0-128,1 0 24,0 0-24,0 0-40,3-1 40,-3-1-16,-1 1 144,-1 0-104,2-2 56,1-3-40,-2 5 8,1-2 32,0-3 32,0 5 16,-2 1 24,2-7 40,-1 5-8,0-4-32,-1 4 16,2-5 56,-2 6-96,0 1 168,0-6 24,-1 3 56,0-2 16,-1 2 32,-1 1 80,-1-3-376,2 4 432,1 0 41,-6-1-89,5 0 24,-4 1-48,3 0-8,-1 1-352,2 0 400,-1 0-32,-4 2-56,4 0-80,-4 1-64,5 3-32,-2-5-136,2-1 96,0 7-40,-5-5-40,5 4-56,0-4 8,-1 5-40,2-5 72,1-1-128,-2 6-200,2-5-288,-1 5-176,1-6-224,0 5-121,1-5 1137,0 0-1304,4 4-240,-3-5-393,4 2-599,0-1-681,-1-1-224,-1 0 3441,-1 0-2536,3-1 815,0-1 657,0-1 176,1-3-1112,-7 6 2000</inkml:trace>
  <inkml:trace contextRef="#ctx0" brushRef="#br0">46562 16777 12778,'0'0'0,"0"0"0,0 0 3889,-1 0-2217,-1-1-639,1 1-153,0-1-88,-1 1-144,2-1-648,0 1 472,-1-1-200,0 0-112,0 1-24,1-1-48,0 0 48,0 1-136,0 0 152,0-1-32,0 0-16,0 1-7,1-1-41,1 0 24,-1 1-80,0-1 40,1 1-24,4-1-16,-5 0 0,5 1 24,-5 0 8,1 0-32,1 0 40,-1 0-40,3 0-16,-3 0 32,3 0-8,-4 0 48,2 0-56,0 0 32,-2 1-24,2 0-32,2 2 136,-4-1 24,1 0-32,-1-2-104,0 2 152,1 0-176,1 3 8,-2-4 32,2 5 64,-2-4 8,0-1-88,0 3 136,1-3-40,-2 4-16,0-3 32,0 4 48,0-4 48,0 0-208,0 2 248,0-2 0,-2 4-24,0-4 64,0 4 8,0-3 96,1-2-392,0 3 408,-1-2-96,0 4-24,0-4 9,-1 5 7,0-5 24,2 0-328,0 3 288,-3-3-112,2 6-80,-1-6-24,1 6 24,-1-6 8,2 0-104,0 3 104,-1-3-72,-1 6-32,1-6 64,1 5-32,0-5 24,0-1-56,1 4 80,-1-3-112,1 4 16,-1-5 48,1 4-16,0-3 16,0-2-32,0 2 56,1 3-112,1-4-56,0 1 112,4 0-32,-5-1 48,0 0-16,4 0 16,-4 0-88,4-1-56,-2 2-24,4-2-56,-5 1-144,-1-1 352,6 0-480,-5 0-201,5 0-111,-1 0-80,1 0-64,-1-1-136,-5 1 1072,4 0-1233,1-1-255,0 0-264,0 1-345,0-1-647,0 0-801,-5 1 3545,4-1-3441,1 0 929,0 0 895,-1-2 801,1 2 208,0-2-1216,-5 3 1824,-2 0 0</inkml:trace>
  <inkml:trace contextRef="#ctx0" brushRef="#br0">46804 16705 9522,'0'0'0,"0"-1"3136,0 1-1455,0 0-1681,0 0 896,-1 0-72,1 0-32,0 0-24,0 0-72,0 2-175,0 0-521,0-2 448,0 2 24,0 3-8,0-3 16,0 5 56,0-5-40,0 5-496,0-6 432,0 5-56,0 3 40,0-1-104,0 0 9,1 2-89,0-2-232,0-6 88,0 7 16,1 3-112,-1-2 16,0 0 48,1 0-56,-2-1 0,0-7-16,1 7-48,0 1-200,0-1-113,-1 0-151,2 0-184,-2-3 712,0-4-848,1 5-192,-1 1-224,1-2-273,1-1-335,-2-2-441,1 2 2313,0-3-2800,-1-1-25,1 1 705,-1 0 687,1-1 441,-1 1-1400,0-2 2392</inkml:trace>
  <inkml:trace contextRef="#ctx0" brushRef="#br0">46980 16714 3912,'0'0'0,"0"0"496,0 0 297,0 0 343,0 0 320,0-1 153,0 0-185,0 1-1424,0 0 1160,0 0-224,0 0-232,0 0-143,-1 0-49,1 2-80,-1 2-432,1-2 360,-1 0-96,-1 4-120,0 0-32,0 0-32,0 2 32,-1-3-112,0-1 104,1 9 48,-4-1-32,3 3-16,-4-1 88,4 0 24,0-8-216,0 0 352,2 7 56,-2-1 0,1-1-72,1 0 17,-1 0-1,2-5-352,0-3 272,-1 6 48,1 0-120,0 0-48,0-2 64,0 1-80,1-5-136,-1 0 112,3 3-56,2-4-48,-4 5-8,2-6 16,2 1 48,-4-1-64,-1 0 24,2 1 16,1 0-40,2-1-16,-4-1 56,5 0-48,-5 0 8,0 0 8,6-1-48,-2-1-32,0-1-32,1-3-24,0 3-8,-4 0 136,1 0-152,3-2-24,0-1-24,-1 0 40,1 1 32,-5-1 56,3 4 72,0-1-16,-3 0 32,1-3-16,0 4 8,-1-4 72,0 4-24,-1 0-56,0 1 112,0-4 0,0 2-32,0 1 8,-1 0 8,-1 0 8,1 1-104,0 0 152,-1-1 0,-1 2-24,-2 0 64,3 0 0,-4 0 40,4 0-232,1 2 232,-6 0-80,4 0-72,-3 3-56,4-3-8,-5 3-32,7-5 16,-2 1-48,-4 5-112,4-5-160,-3 5-168,3-5-224,-1 5-288,3-6 1000,-2 1-1337,0 4-567,0-3-673,1 3-799,0-3 439,1 3 841,-1-4 2096,1-1-1393,0 3 449,0-2-1184,0-1 2128</inkml:trace>
  <inkml:trace contextRef="#ctx0" brushRef="#br0">48036 15349 5481,'0'0'0,"0"0"1392,0 0-1392,0 0 1440,-1 0-263,1-1-145,0 1 88,0 0 112,0-1 1,0 0-1233,0 1 1184,0 0-152,0 0-168,0 0-120,0 0-32,0 0-55,0 0-657,0 0 640,0 0-48,0 0-128,0 0-80,0 2-64,0-1-72,2 4-248,-2-4 184,0 1-8,1 4-112,-1-4-8,1 6 8,-1-2-64,2-1 0,-2-5 24,0 7-8,1 0-120,1 0-16,-2 1-120,1-2-168,-1 0 408,0-4-656,1 5-368,-1-1-473,0 2-583,0-2-785,0 1-831,0-1 3696,0-5-3097,0 5 888,0 0 569,0 0-744,0-6 2384</inkml:trace>
  <inkml:trace contextRef="#ctx0" brushRef="#br0">47136 15501 7281,'0'0'0,"0"0"2529,0-1-745,-1 1-808,0 0-216,1 0 33,0 0-793,0 0 864,0 0-72,0 1-128,0 1-176,0 0-120,0-1-40,0 2-328,0 0 224,0 0-96,0 2-16,0-2-80,0 4 8,0-2 8,0-2-48,0 0 8,0 3-32,0 1-48,0-1-48,0 0-64,0-1-112,0-3 296,0 2-520,0 1-328,0 1-384,0-4-385,0 5-399,0-4-361,0-2 2377,0 5-2128,0-4 488,0 4 255,2-5-1495,-2-1 2880</inkml:trace>
  <inkml:trace contextRef="#ctx0" brushRef="#br0">46361 15450 5065,'0'0'0,"0"0"760,0 0-760,0 0 920,0 0 296,0 0 193,0 0 47,0 0-8,-1 0-96,1 0-1352,0 0 1225,-1 0-153,0 0-200,0 0-96,0 1-40,-1 1-135,0 3-601,2-5 504,-2 2-64,0 4-160,-1-4-72,2 6 0,-2-2-112,2 0-96,1-5 80,-2 7 0,-1 1-72,0 0 8,1 1 32,0 0-24,0-4-24,2-4 32,-2 7-8,0-1-48,0 1 8,2-2-48,-1 1-88,0-2 152,1-5-480,0 5-408,0 0-601,0-1-695,0-2-697,0 2-399,1-4 3280,-1 0-2601,2 1 625,0 0-721,4-1 729,-6-1 1968</inkml:trace>
  <inkml:trace contextRef="#ctx0" brushRef="#br0">46484 16557 5761,'0'0'0,"0"0"1184,0 0 160,-1 0-31,0 0-1313,1 0 1336,0 0-8,-1 2-112,1 0-159,0 0-129,0 0-160,0 4-768,0-6 664,0 2-72,0 3-152,0-4-56,0 6-24,0-5-87,0 6-273,0-7 264,0 5-32,0 0-128,0 1-24,0 0 0,0 0-48,0-1-32,0-5 80,0 6-32,1-1-120,-1 0-120,1 1-360,1-1-577,-1 0 1129,-1-6-1952,1 5-1041,1 1-607,-1-4 751,0 5 584,1-6-1135,-2-1 3400</inkml:trace>
  <inkml:trace contextRef="#ctx0" brushRef="#br0">47150 16933 11338,'0'0'0,"-2"0"4289,2 0-4289,-1 0 1768,0 0-920,-1 0-247,1 0 39,0 1 32,-1-1 8,2 1-680,-1 0 608,0 0-152,1 1-88,-1-1-40,1 0-48,-1 1-8,1-2-272,0 1 240,0 0-127,0 1-33,0-1-32,0 0 8,0 1 0,0-1-56,0-1 24,0 1-24,2 1-240,0-2-137,0 2-303,0-2-336,-1 0 1016,0 0-1320,1 0-505,0 0-647,0 0-721,0 0-248,0-1 785,-2 0 2656,1 1-1889,0-2 1,1 1-392,-2 1 2280</inkml:trace>
  <inkml:trace contextRef="#ctx0" brushRef="#br0">47229 16750 8193,'0'0'0,"0"0"2497,0 0-2497,0 0 1432,0-1-800,0 0-144,0 0 136,0-1 113,0 1 95,1 1-832,0-2 744,1 0-152,-1 0-64,0 1-8,1-1-8,-1 1 41,-1 1-553,1-2 512,1 1-64,-1 0-88,0 1-8,1-1-32,-1 0-40,0 1-280,0 0 264,0 0-96,0 0-80,1 0 16,-1 0-24,0 2 8,0-2-88,0 2 72,0 0-40,0 0 0,1 0-8,-1 0 56,1 0-16,-2-2-64,1 2 40,0 0-24,1 0-32,-1 0 40,0 0 48,1 1 8,-2-3-80,0 1 48,1 2-32,-1-1 8,1 0 40,-1 3 48,0-3 32,0-2-144,0 1 152,0 6-64,0-6 48,0 5-16,0-5 33,0 6 23,0-6-176,0 0 152,0 5-16,-1-4 16,1 6 40,-2-6-16,0 5 64,2-6-240,0 0 192,-2 7-64,0-6 80,1 4 16,0-5-8,0 5 40,1-5-256,-1-1 152,1 6-64,-1-5 16,0 1-8,1 0-24,-1 3 16,1-4-88,0 0 88,0 1-88,0-1 40,0 1 32,0 0-40,0 0 56,0-1-88,0 1 40,1-1-80,1 2 40,-1-2 0,1 1 0,0-2 72,-2 0-72,6 2 40,-5-2-56,1 1 32,4-1-56,-4 1-80,3-1-80,-4 0 200,-1 2-344,6-2-224,-5 1-152,5-1-152,-4 0-193,5 0-207,-7 0 1272,2 0-1536,4 0-497,-4 0-719,6 0-785,-6-1 80,5-2 921,-7 3 2536,6-1-1657,-5-3 649,7-1-1176,-8 5 2184</inkml:trace>
  <inkml:trace contextRef="#ctx0" brushRef="#br0">47414 16762 9065,'0'0'0,"-1"0"5706,0 0-3794,0 0-1064,-1 0-256,2 0-592,-1 0 665,0 1 71,0 1-40,1-1-80,-1 1-24,0 0-40,1 0-552,0-2 552,0 6-8,0-5-79,0 5-89,0-5-16,0 4-112,0-3-248,0-1 224,0 5-56,0-5-144,0 6 8,0-5 8,0 4-72,0-4 32,0-2-64,0 6 16,1-4-224,-1 4-176,1-3-152,-1 3-377,2-5 977,-2-1-1312,1 7-488,0-5-801,1 3-808,-1-3-383,0 3 887,0-4 2905,0 0-1976,0 0 551,1 0-1167,-2-1 2592</inkml:trace>
  <inkml:trace contextRef="#ctx0" brushRef="#br0">47545 16765 9249,'0'0'0,"0"0"3089,-1 0-1080,0 0-785,0 0-192,1 0-1032,-1 0 1048,1 0-32,-1 0-127,1 0-137,-1 0-96,0 0-24,1 0-632,-1 0 616,-1 0-48,1 0-152,0 0-127,0 1-97,-1 0-72,1 1-120,1-1 120,-2 0 8,1 2-72,0-2-48,-1 2 24,1-1-24,0 1-8,1-1 32,-1-2 24,1 2-56,-1 1-32,0-2 24,1 2 8,0-2 0,0 0 8,2 1 8,-1 0-40,0-1-8,2 2 64,-1-1-32,1-1 0,-1 0 24,0 1-24,3 0-24,-4 0 8,5 3 16,-5-3 16,2-2-16,0 1 40,-2 1-40,5 0 0,-5 4-40,4-6 144,-3 2 8,1-1-112,-1 0 112,0 1 24,3 3-144,-4-3 8,5 0 48,-5 0-16,1 1-32,-2-1 72,2 0-32,4 0-40,-5 0 40,1 4 32,0-6 24,-1 2-96,0-1 96,0 1 16,0 0-56,1 0-8,-1 0 16,-1 0-8,0-1-56,0 0 120,0 1-96,0 0 16,-1 0-40,0 0 0,-1 0 0,1-1 0,0-1 0,-2 2-112,-2 0-112,3-2-136,-1 0-144,-2 2-200,3-2 704,2 0-873,-6 0-279,4 0-384,-4-1-409,4 0-647,-4-2-585,5 1 3177,0-2-3441,-2 2 833,-2-6 831,3 2 697,-3-1 128,2-1-1208,3 8 2160</inkml:trace>
  <inkml:trace contextRef="#ctx0" brushRef="#br0">47526 16755 13850,'0'0'0,"0"0"3025,0 0-1681,0 0-511,0-1-65,0 0-768,0 1 752,0-1-64,1 0-112,1 0-136,0 0-24,0-1-56,0 2-360,1-1 353,-1 0-73,-1-1-48,6 2-48,-5-1-80,5 0 24,-7 1-128,2 0 80,6-1-40,-2 1-8,1-1-32,-1 0-32,0 0-80,-4 1 112,2 0-240,2-1-320,0 0-329,0 1-407,1 0-464,-1 0-489,-3 0 2249,1 0-2800,3 0-577,0 0 256,-1 0 865,2 0 799,-1 0 473,-5 0 984,2 0-2552,-4 0 2552</inkml:trace>
  <inkml:trace contextRef="#ctx0" brushRef="#br0">47804 16725 9137,'0'0'0,"0"0"3745,0 0-1168,-1 0-1137,0-1-296,1 1-1144,0 0 1081,-2-1-89,1 0-128,-1 1-64,0-1-72,0 1-8,1 0-720,-4 0 681,4 0-97,-3 0-40,-1 0-32,3 0-48,-5 0-48,6 0-416,0 0 304,-6 0-120,4 1-64,-4 1 24,5 0 32,-5 0-48,6-1-128,0 0 80,-5 6-80,4-6-32,-4 4 64,4-3 56,0 3-32,1-4-56,0-1 0,-1 6-48,0-4-24,1 3 32,0-4 40,1 1-32,0-1 32,0 4-72,0-3-48,2-1-40,0 1 32,3 4 40,-4-5 0,-1 0 88,6-1-104,-4 3-40,4-1 16,-4 0 32,6 0 48,-7 0 80,0-2-32,6 2-16,-5 0-16,6 0-8,-6 0-16,5 0 24,-5 0 88,-1-2-56,6 2 48,-5 0-80,5 0 16,-4 0 32,4 0-40,-5 0 80,-2-1-56,6 0 40,-4 2-56,4-1 16,-3 0 16,2 0 0,-4 0 0,-1-2-16,6 2 40,-5 0 88,2 0 16,-2 0 0,1 0-8,-1 0-80,-1-2-56,2 6 88,-1-5-88,-1 1 56,0 0-8,0 3-48,0-3 112,0-2-112,-1 2 88,-1 0-144,0 3 112,0-3-80,0 0-8,-1 0 104,3-2-72,-3 6-32,-2-5-80,3 0-136,-1 1-216,-2 0-280,3 0-128,2-2 872,-6 2-1048,4-1-241,-1-1-119,-3 0-312,4 0-433,0 0-607,2-1 2760,-6-1-3393,4 0 136,-1-4 905,-2 4 879,3-5 649,-1 0-8,3 7 832,-6-8-2048,6 8 2048</inkml:trace>
  <inkml:trace contextRef="#ctx0" brushRef="#br0">47785 16715 17339,'0'0'0,"0"-1"0,0 1 2377,0 0-1193,0-1-368,0 1-16,0-1 16,0 0-95,0 0-721,0 1 648,1 0-144,0-1-152,1 1-8,-1-1-32,1 0-8,-1 0-304,-1 1 288,3 0-40,2-1-120,-4 1-24,5-1-16,-4 0-16,4 1-72,-6 0 56,2-2-8,7 1-32,-4 0-32,1-1 104,-1 0-48,0 2-40,-5-1 88,5 0-40,1-1-120,0 1-96,1 0-192,-1-1-224,-1 1 584,-4 1-968,5-1-392,0-1-553,0 1-735,0-1-1081,1 2-1072,-2-2 4801,-4 2-3769,5-2 1169,0 1 1039,0-1 641,0 0-1088,-6 2 2008</inkml:trace>
  <inkml:trace contextRef="#ctx0" brushRef="#br0">48013 16809 3304,'0'0'0,"0"-1"400,0 1-240,0 0-160,0 0 112,0-1-8,0 0-16,1 1 40,1-1 64,-1 0 129,0 1-321,0 0 480,0-1 176,0 0 168,1 0 136,-1 1 80,1-1 17,-2 1-1057,1 0 1032,0-1-8,1 0-32,-1 1 40,0-1-7,1 0-9,-2 1-1016,1-1 984,0 0-72,1 1-56,-1-1-71,0 0-65,-1 0-72,1 1-648,0 0 600,-1-1-72,2 1-80,-2-1-16,0 0-16,0 0-31,0 1-385,0-1 352,0 1-64,0 0-64,0 0-32,-1 0 8,-2 0 8,3 0-208,-1 0 192,-2 0-64,1 0-40,0 0 8,0 0 8,0 0 8,1 0-112,-1 0 144,-1 1-80,0-1-32,0 2 64,1-1-64,-1 0 40,2 0-72,0 0 88,-2 0-72,1 1-8,-1-1 8,0 1 0,1 0 16,1-2-32,0 2 40,-1 0 0,0 0-48,0 0 16,0 0-16,0 0 16,2-1-8,-1 0 48,-1 1-48,1 0-32,0 0 32,1 0 0,0 0 48,0-1-48,0 0 24,0 0-64,0 1-16,0-1 8,2 0 80,0 1-8,-1-2-24,0 1 0,5 0-8,-4 1-40,4-1 48,-4 1 120,5-1-64,-6-1-56,0 1 40,6 1-56,-5-1-64,6 0 48,-6 1 32,5-1 0,-6 0 0,1 0 40,5 0-64,-5 0 24,5 1 24,-4-1-24,4 0 32,-6 0-32,0 0-16,6 1-24,-6 0 24,6 0 32,-5-1 40,3 1 16,-4-1-72,-1 0 40,3 0-64,2 0 8,-3 1 56,-1-1 32,0 0 64,-1 0-136,2 0 128,-2 1-8,1-2 24,-1 2 48,0 0 0,0-1 8,0-1-200,0 1 153,-1 1-49,1-1 0,-2 0-64,0 0 24,0 1 40,1-1-104,-1 0 56,0-1-8,-1 0 0,1 2-8,-1-2 56,0 2-40,3-2-56,-2 1 72,-1-1-56,0 1-40,0-1 32,1 2 8,-1-2 16,2 0-32,-1 1 32,-1-1-64,1 1 0,-1-1-24,0 2-32,0-2-32,3 0 120,-2 1-200,-1-1-128,0 0-113,1 0-39,0 0-176,0 0-88,2 0 744,-2 0-1024,1 0-417,-1 0-399,1 0-592,0 0-889,1 0-1000,0 0 4321,-1 0-3689,1 0 1089,0 0 1063,0 0 921,1 0 32,1 0-1368,-2 0 1952,0 0 0</inkml:trace>
  <inkml:trace contextRef="#ctx0" brushRef="#br0">48964 16685 3400,'0'0'0,"0"0"3249,-1 0-2041,0 0-1208,1 0 1360,-2 0 1,1-1-33,-1 0 8,1 0-31,0 0-121,0 1-1184,0 0 1088,0-1-112,0 1-96,-1-1-47,1 0-57,0 0-40,0-1-736,1 2 680,-1-1-24,1 0-96,-1-1-88,0 1-47,0 1-137,1-2-288,0 2 288,-1-2-24,0 1-128,1 0 0,0-1-32,0 1 8,1 0-112,0 1 136,0-2 8,1 0-64,4 0-32,-5 0-24,5-1 32,-4 2-56,-2 0 40,7-1 24,-5 0-40,6 0-24,-7 0 56,7 0-56,-6 1 0,-2 0 88,8-1-16,-7 0-72,7 0 16,-6 1-32,6-1 16,-6 1 0,-2 1 16,7-2-8,-4 2 8,2-1-32,-2 0 48,3 1-8,-5 0-24,0 0 48,4 0-8,-3 2-56,4-1 8,-5 0 32,0 1 16,0-1-40,-1 0 88,2 1 0,-1 4-56,-1-5-32,0 5 72,0-4-32,0 3-40,0-2 88,-1 2 8,1 1-64,-2 0 56,0 0 56,0 0-40,0-2-104,2-1 176,-3 6-48,-3 0-112,4-1 56,0 1-16,-1 0 32,1-3-88,1-3 152,-1 4-40,-2 0-48,3 1-40,-2-2 72,1 0-7,2-2-89,-1-1 144,0 2-24,-1 1-56,1-1-64,0-3 8,0 6 56,1-7-64,-1-1 72,0 6 8,1-4-24,-1 0-24,1 3-16,0-4 24,0 0-40,0 0 16,0 1-16,0-1 0,0 1-16,0-1 32,1 0 16,0 0-32,0 0 56,1 0-8,0 0-80,0 1 16,4-1-8,-5 0-8,2 0 32,-1 0 16,0-1-16,3 1-80,-3-1 40,4 1-96,-4-1-40,1 1 176,2 0-200,-4-1-169,7 1-103,-6-1-96,6 2-120,-2-2-120,-2 0 808,-2 1-904,5-1-153,-1 2-183,0-2-208,0 1-280,0 0-449,-3 0 2177,1 0-2640,2 0-545,0 0 336,0 1 801,0-1 688,0 0 647,-3 0 713,0 0-736,2 0-1800,-5-1 2536</inkml:trace>
  <inkml:trace contextRef="#ctx0" brushRef="#br0">49324 16654 3840,'0'0'0,"0"0"3265,0 0-1833,0 0-1432,0 0 1481,0-1-145,-1 0-40,0-1 8,0 1-95,1-1-105,0 1-1104,-1-1 968,0 1-184,1-2-87,-1 2-49,0-1-80,1-1-8,-1 3-560,0-1 488,-1-2-64,0 1-48,1 0-24,-2 0 24,1 0-32,2 1-344,-2 0 336,-1-1-71,1 0-1,-1 0 24,0 2-48,1-2 0,1 2-240,-2-2 216,1 1-112,0 1-24,-1 0 16,0 0 8,1 0-8,1 0-96,-4 0 80,3 1-64,-1 5-56,-2-4 40,3 4 56,0-4 16,1-1-72,-4 5 56,4-5-56,-1 7-56,-1-6 56,0 6 24,1-6 16,1-2-40,-1 7 48,-1-5-64,1 6 0,0-6 32,0 5-16,0-5 16,2-1-16,-1 5 40,0-5-56,1 5 32,0-5 16,0 2-32,0-2-48,0 0 48,0 1 16,0-1-56,0 1 24,1-2 56,1 0-40,0 0-16,-1 0 16,0-1 16,1 0-40,1-1 8,-2-1 16,5-2-16,-4 3 56,-2 1-40,5-1 0,-4-4-40,5 3 0,-5-4-16,5 4 24,-5-3 48,-1 5-16,5-1 0,-3-4-24,4 4-32,-5-5 40,4 5 0,-4-4 48,0 6-32,4-2 40,-3-1-80,3-2 8,-4 3 48,1 0-48,0 0 88,-2 2-56,2-2 32,1 0-88,-2 2 72,2 0-16,-2 0-48,1 0 104,-2 0-56,1 0 16,1 2-16,-1 3 40,-1-3-24,0 4 24,0-4-8,0-2-32,0 8 16,0-3-8,0 4-16,-1-1 8,-1 4-16,-4 0 32,6-11-16,-2 12 24,-1 0-40,1 0 8,-1 0 8,0-1-32,1-1 32,2-11 40,-2 11-24,0 0-88,0-1-40,1-1-136,0 0-112,0 0 360,1-9-552,-1 9-120,1-1-177,0-1-159,0 1-120,0-1-224,2-1 1352,-2-6-1577,2 2-367,3 5-353,-5-5-279,3 3 103,2-5 617,-4 2 1856,-1-2-1248,2 2 487,1-2 153,2 0-1136,-4 0-32,-1 0 1776</inkml:trace>
  <inkml:trace contextRef="#ctx0" brushRef="#br0">49490 16669 3504,'0'0'0,"0"0"2809,0-1-1969,0-1 24,0 1 64,0-2 193,0 1-1121,0 2 1304,1-2 120,-1 0-111,1 0-161,-1 0-88,2-1-88,-2 2-976,0 0 936,2-1-31,-2 0-89,0 0-64,0 0-40,0 0-64,0 1-648,0 1 584,0-2-80,0 1-71,0 1-73,-1-1-48,-2 1-32,2 0-280,1 0 248,-3 0-40,1 1-24,0 1-72,0 0 24,-4 0-32,4 3-104,2-4 96,-3 1-24,-2 3-40,4-3-8,-1 3-8,-1-4 8,1 4-24,1-4 64,-1 1-40,0 4 8,0-5-48,0 5 56,0-5-40,2 3 0,0-2 32,0-1 24,0 5-96,0-5 40,2 1 0,3 4 0,-4-5 0,0-1 24,1 2 16,3 0-48,-3 3-8,3-3 16,-3-1 16,2 1-16,-2-2 56,0 2 0,4 1-72,-4-2 16,5 2-16,-5-1 64,2-1-48,-2 0 56,0 1 16,4-1 0,-4 2-72,4-1 88,-5 0-8,3-1-80,-2 0 136,-1 4-8,4-3-56,-3 0 16,0 0-16,3 0 32,-4 1-104,-1-1 96,3-2-24,-1 3-24,0 2 8,0-4 8,0 1 64,-1 0-128,0-2 104,0 2-16,0 4-40,1-6-64,-2 2 40,1 4 56,-1-6-80,0 0 24,0 1 24,0 2-64,0-2-32,-2 2 24,1-1 48,0-1-24,0 0 32,-1 1-72,0 0-64,0 0-176,0 4-88,-1-6-128,1 1 496,1-1-600,-2 3-112,1-1-176,-1 0-96,1 0-145,-2 0-223,4-1 1352,-1 0-1656,-2 1-521,1 0-671,0 0-665,0-1 552,0-1 849,1 0 2112,0 0-1337,-1 0 713,-2 0-232,2-2-1488,2 2 2344</inkml:trace>
  <inkml:trace contextRef="#ctx0" brushRef="#br0">49484 16650 14171,'0'0'0,"0"0"0,0 0 3296,0-1-1847,0 0-521,0-1-32,0 0-8,0 0-8,1 1-880,0 0 760,0-1-207,1-1-193,4 1-72,-5-2-40,1 2-40,1 0-208,-1 1 240,1-2-40,3 1-80,-4-1 0,5 1-24,-1-2 0,-4 3-96,2 0 16,2-2-32,0 0-24,1 0-32,-2 1 56,2-1-48,-4 2 64,1-1-120,3 0-168,0-1-288,0 0-208,-1 0-273,2 1-255,-6 1 1312,2-1-1552,2 1-417,1-2-575,-2 1-625,1 0-40,-5 1 777,2 0 2432,2 1-1672,-4-2 631,1 1-735,0 0-72,-2 1 1848</inkml:trace>
  <inkml:trace contextRef="#ctx0" brushRef="#br0">49187 16436 12970,'0'0'0,"-1"0"2865,0 0-1409,1 0-1456,-1 0 976,0 1-127,-1 1 63,1 0-24,-1 4-128,0-4-104,2-2-656,-2 6 528,0-1-192,0 2-47,0 1-89,-4 1 48,4 3 0,2-11-248,-6 9 192,4 1-72,-3 0-128,3-1 16,0 0-56,0-1 56,2-9-8,-2 9-56,2-1-216,-1 0-232,0 0-337,1 0-455,0-1-560,0-7 1856,2 8-2705,0-3-1144,4-3 153,-5 5 895,4-6 800,-4 0-23,-1-1 2024,2 2-2184,-2-2 2184</inkml:trace>
  <inkml:trace contextRef="#ctx0" brushRef="#br0">49643 16631 10170,'0'0'0,"0"0"2720,-1 0-1095,0 0-649,0 0-232,-1-1-80,1 0-112,0 1-72,1 0-480,0-1 400,-1 1-176,0-1 17,1 0-9,0 0 24,0 0 56,0 1-312,0-1 312,2-1-40,0 1-32,4 0 16,-5-1-32,5 1 0,-5 1-224,0-2 200,6 2-56,-5-2-24,4 1 32,-4 0-8,6 0-8,-8 1-136,1 0 112,6 0-32,-5-1 0,3 1 24,-2 0 8,3 0-112,-6 0 104,1 0-24,5 0-32,-5 1-8,2 1 56,2 1 8,-5-2-104,0-1 128,1 6-8,0-5-40,1 5-16,-2-5 49,0 4 7,0-3-120,0-2 152,0 6 0,-1-4-88,0 5 64,-1-5-8,0 6 48,0-3-168,1-5 232,0 6-40,-2-1-32,1 2-24,-4-1 72,4 1-8,0-1-200,2-5 240,-6 5 32,4 1-128,-1 0 24,-2-1-8,3-1-16,1 0-144,1-4 160,-3 5-32,1-4-72,0 5-24,0-5 56,1 5-16,0-5-72,1-2 48,-1 5 8,1-3-104,0 0-24,0 0 120,2 0-32,-1 0-16,-1-2 72,2 2 0,0 0-104,0-1 16,1-1 32,2 1-32,-3-1 16,-1 0 16,5 0 16,-5 0-120,7 0-48,-6-1-32,6 0-168,-6 1 336,-2 0-520,9-2-176,-3 1-264,0-1-217,0 1-247,0-2-376,-1 2 1800,-4 0-2369,4-1-855,2-1-665,-2 1 808,1-1 913,-1-2 831,-1 3 1337,-3 1-816,2-5-1672,-3 6 2488</inkml:trace>
  <inkml:trace contextRef="#ctx0" brushRef="#br0">49883 16428 13850,'0'0'0,"0"0"3129,0 0-1769,-1 0-575,0 0-129,0 0-656,1 0 656,-2 0-8,0 1-104,0 1-184,1 0-40,0 0-152,-1 1-168,2 0 136,-2-2-88,0 5-32,1-4 8,-1 6-24,0-2 72,0-2-72,2-2 40,-2 4-16,-1 1-24,1 0 40,1 0 40,0-1 0,0-1-80,1-2 72,-2 3-200,1 1-80,0 0-192,0 0-176,1-1-256,-1-2 832,1-2-1232,0 4-529,0 0-783,0-1-769,1 1 56,1 0 825,0-4 2432,-1 1-1680,0-1 263,5 6-1175,-6-8 2592</inkml:trace>
  <inkml:trace contextRef="#ctx0" brushRef="#br0">50042 16623 5889,'0'0'0,"-1"0"3537,1 0-1249,-2 0-728,-1 0-367,2-1-81,-1 0 24,0 1-1136,2 0 1104,-2-1-103,-1 0-193,2 1-128,-2-1-88,1 0-64,1 1-528,0 0 480,-1-1-112,1 0-88,-1 1-40,1 0-40,0 0-24,0 0-176,0 0 152,0 0-71,-1 0-57,2 0 32,-2 0 24,1 0-24,1 0-56,-1 0 64,0 0-24,1 0-48,0 0 8,0 0 8,0 0 8,0 0-16,0 0 72,0 2-48,0-2-48,3 1 64,-1-1-40,3 1 40,-4 0-40,0 0 64,4 0-48,-3 0-32,3 1 16,-4-1 0,6 1 32,-7-2-32,2 1 80,5 0-24,-5 1-40,6-1 24,-6 1-16,5 0 16,-6 0-40,0 2 96,5-3-40,-4 1 0,4 0 16,-4 0 24,4 4 56,-5-6-152,0 1 112,4 1-56,-4 0-40,2 3 24,2-5 32,-4 3 96,0-2-168,0 0 184,0 1-48,0 0-24,1 0 16,-2 3 48,0-3 32,0-1-208,0-1 264,0 3-96,0 2-32,-1-3-64,-1 0 0,0 4 24,1-6-96,0 2 104,-1 3-56,0-4-64,-4 5 40,4-4 56,0 4-40,0-6-40,-2 1 72,2 5-72,-4-5-88,3 4 72,-4-3-96,5 3-48,-1-5 160,-1 2-288,1 3-160,-4-4-168,4 1-72,-3 0-96,4 1-145,0-3 929,-3 2-1104,4 0-256,-6-1-272,5-1-337,-4 0-383,4 0-401,1 0 2753,0 0-2937,-5 0 673,4 0 728,-1 0 575,-2-3 401,2-2-1360,3 4 1920,-2-1-1672,2 2 1672</inkml:trace>
  <inkml:trace contextRef="#ctx0" brushRef="#br0">49993 16646 13202,'0'0'0,"0"0"2825,0 0-2825,0 0 1344,0 0-624,0-1-47,0 0 95,0 1 40,0-1 64,0 1-872,0 0 728,0-1-160,1-1 0,1 1-39,-1 0 15,0 0-16,0 0-528,0 0 408,0 0-72,0 0-96,2-1 0,-2 0-24,2 1-64,-3 1-152,6-1 128,-5-1-80,4 2-8,-2-1 16,4 0 32,-5 1-32,0 0-56,4-2 48,-4 2-64,5-2-16,-1 1 24,0 0-96,0-1-72,-5 2 176,4-1-400,2 0-280,-1-1-184,0 0-184,0 2-169,0-1-199,-5 1 1416,4-2-1656,1 1-401,1 0-407,-1-1-417,0 1-48,0-1 697,-5 2 2232,4-1-1512,2 0 551,-1-1-31,0 1-1424,-6 1 2416</inkml:trace>
  <inkml:trace contextRef="#ctx0" brushRef="#br0">50287 16607 13786,'0'0'0,"0"0"3401,-2 0-1937,0 0-535,-1 0-217,2 0-712,0-1 776,-2 1-80,0-1-128,1 0-24,0 1-144,0 0-71,1 0-329,0-1 288,-1 1-72,0 0-64,1 0 0,0-1-16,1 1-8,0-1-128,-1 1 112,1-1-56,0 0 16,0 1-32,1-1 0,1-1 0,1 1-40,0 0 56,-2 1-40,5-2-32,-5 0 32,4 1-16,-2 0 16,-1 0-16,2 0 40,-2-1-8,4 1-48,-4 0 32,4-1-32,-4 1 16,0 1 0,2-1 16,-3 0-32,4 0-24,-3 0 40,3 1 40,-3 0-16,-1 0-24,0 0 72,1 1-56,0 2-32,0-2 16,0 5 16,0-3 0,-1-1-16,0 1 40,0 0-24,0 5-64,-1-3 64,2 2-32,-2-1 72,0-4-56,0 2 56,0 3-40,0 0-32,0 1 8,0 1 16,-1 0 8,0-6-16,1 2 32,0 3-48,-1 2-16,0 0 32,1 1 0,-1 0 32,0-8-32,1 4 24,-1 3-32,1 0-48,0-1-16,0 0-80,0-1-88,0-5 240,0 2-376,0 3-192,0-1-113,2 1-119,-2-1-72,1-1-152,-1-4 1024,0 3-1240,2 1-281,-2-1-351,1-3-297,-1 4-351,0-5-121,0-1 2641,0 2-2160,1-1 632,-1 0 519,0-1 297,0 0-1792,0 0 2504</inkml:trace>
  <inkml:trace contextRef="#ctx0" brushRef="#br0">50300 16702 15187,'0'0'0,"-1"0"3216,0 0-1839,1 0-513,-2-1-152,0 1-48,2 0-664,-1-1 640,0 1-128,0-1-103,0 0-81,1 0-96,-1 1-16,1 0-216,-1-1 184,1 0-88,0 1 24,0 0-8,0-1 0,0 0 32,0 1-144,2 0 80,0-1-64,4 0-16,-6 0 16,7 0-16,-5 0 56,-1 0-56,5 0 16,-1 0-104,1 0-48,-1-1-80,2 1-184,-1 0-176,-6 1 576,5-2-841,2 1-263,-1 1-256,0-1-256,1 0-377,-2 1-471,-4 0 2464,4-1-2865,2 1-40,-1-1 625,0-1 752,0 1 567,0 0 65,-6 1 896,5-2-2400,-5 2 2400</inkml:trace>
  <inkml:trace contextRef="#ctx0" brushRef="#br0">50501 16598 10338,'0'0'0,"0"0"3200,0 0-1215,0 0-737,0 0-1248,0 0 1184,0 0 9,0 0-57,0 0-64,-1 0-216,1 0-128,0 1-63,0-1-665,-1 2 576,0 0-136,0 4-120,0-4 16,1 5-136,-1-2 8,1-4-208,0 4 200,-1 1-128,0 1 40,0 0-8,1 0-32,-1 1-72,1-8 72,0 9-32,0-1-56,0 1 32,0 1 24,0-1-24,0 0-16,0-8 16,0 8-48,0 0-64,0-1-120,0 0-168,0 0-304,0-1 688,0-7-960,1 6-353,1 0-431,-1-5-488,0 6-753,1-6-880,0 1 3865,-2-2-3529,0 2 953,2 0 887,0-2 769,-1 0-1576,-1 0 2496</inkml:trace>
  <inkml:trace contextRef="#ctx0" brushRef="#br0">50601 16500 15667,'0'0'0,"0"0"2864,0 0-2007,-1 0-601,1 0-104,-1 0-40,0 0-112,1 0 96,-1 0 64,0 0-32,1 0 72,-1 0 56,1 0 16,-1 1-272,1 0 264,-1 0-16,0 0-64,0 1-104,1 0 8,-1 0-48,1 2-40,0-3 40,-1 1 0,0 4-104,0-4-120,1 5-168,-1-5-248,0 4 600,1-4-952,0 4-401,-1 0-583,0 1-673,1-1-487,0 0 183,0-2 2913,0-2-2136,0 3 751,0 1 409,0-1-1648,0-5 2624</inkml:trace>
  <inkml:trace contextRef="#ctx0" brushRef="#br0">50672 16617 7529,'0'0'0,"0"0"1568,0 0-599,0 0-393,0-1 48,0 0-624,1 1 728,1-1 32,0 1-144,3-2-144,-3 0-71,0 1-49,-1 1-352,0 0 392,5-1 48,-4 0 0,3 0 32,-4 1 16,5-1-40,-5 0-448,-1 1 432,2 0-72,0 0-24,4 0 1,-4 0-1,-1 0 56,0 0-392,1 0 360,3 1 8,-5 0-40,2 2-24,0-2 0,-1 5-32,0-5-272,0-1 256,0 6-32,-1-4-56,0 6 16,0-7-24,0 7 16,0-7-176,-1 0 168,0 7 8,-1-3 0,0 0 24,0 1 49,0 0-49,1-4-200,0 1 232,0 3-56,0-1-24,-1 0 0,1 1-8,0-1-24,0-2-120,0 0 72,0-1 8,0 5-32,0-4-8,0 4 0,0-5-40,1 1 0,0 1 56,0-2-40,0 3-16,0-3 24,0 3-24,2-4 16,-2 0-16,1 0 0,0 2-16,2 2-8,-2-5-16,2 2 8,-1 0-80,0-1 112,1 0-208,-2 0-96,5-1-96,-4 2-64,3-2 23,-3 1-55,1-1 496,0 0-552,-1 0-144,4 0-184,-5 0-192,4 0-257,-3 0-287,0 0 1616,1 0-2024,0 0-385,3 0-304,-4 0 329,4-2 672,-4 0 599,0 1 1113,2 0-640,-2-5-320,4 4-1104,-6 2 2064</inkml:trace>
  <inkml:trace contextRef="#ctx0" brushRef="#br0">50926 16620 8985,'0'0'0,"0"0"2801,0 0-713,0-1-535,-1 1-177,0-2-32,1 2-1344,-1-1 1217,1-1-241,0 2-144,-1-2-64,-1 0-112,0 1-40,2 1-616,-2-1 545,0-1-177,0 1-64,0 0-56,0 1-56,0-1-24,1 1-168,-1-1 144,1 1-72,-2 0-16,1 0 8,-1 0 24,1 1 0,1-1-88,-1 1 56,-1 1-32,0 1-8,0-2-32,1 6 48,-1-6 24,2-1-56,-1 5-16,0-3 16,-1 3-16,1-2-8,0 2 32,-1-4 8,3-1-16,-2 5-16,1-3-40,0 4 32,0-5-16,1 4-8,-1-3 8,1-2 40,0 5-88,0-4 8,0 2-8,0-1 8,1 0 24,1 0 24,-1-2 32,0 1-24,1 0-32,0-1 16,4 0-48,-5 0-24,1 0 32,-1 0 80,0 0-208,5 0-72,-4-2-8,4 1-72,-5-2 47,5-3 17,-5 6 296,1-2-240,3-1 0,-2-3 56,2 3 40,-3-4 24,3 6 96,-5 0 24,1-4 0,5 2 8,-5-3 24,1 4-64,0-3 24,4 3 16,-6 2-8,0-2 32,2-1-8,0 3 24,0-1 64,-1 0 16,0 1 56,-1 0-184,2 0 184,-1 0-64,-1 2-8,1 3-32,-1-3 16,0 5-16,0-7-80,0 5 88,0 1-16,0-1-16,0 3 65,0 0-17,0 2 24,0-10-128,0 10 136,0 1-112,0 1 32,0-1-16,0 0-56,0 0 16,0-11 48,0 11-48,0-1-48,0 0-16,0-1-48,0 1-88,0-2 200,0-8-329,1 8-167,0 0-192,1-2-144,-1 0-184,2-4-288,-1 4 1304,-2-6-1665,2 1-551,0 2-601,-1-2-328,1 0 537,0-1 824,0 0 1784,-2 0-1057,2 0 505,0 0-400,0-2-888,-2 2 1840</inkml:trace>
  <inkml:trace contextRef="#ctx0" brushRef="#br0">51034 16625 5457,'0'0'0,"0"0"4625,0-1-2217,0 0-1368,0 1-1040,0 0 689,0-2 127,0 1 128,0 0 88,0-1-48,0-1-135,0 2-849,0 1 728,0-3-96,2 2-112,-1-2-112,1 1-16,-1 0-72,0 1-320,-1 1 264,2-2 24,0 0-128,4 0-16,-5 1 16,5-2-48,-5 2-112,-1 1 104,5-1-24,-3-1-48,5 1-64,-5-1 72,4 1 0,-4 0-40,-2 1 72,6-2-16,-4 1-32,4 0-48,-3-1-8,2 1 24,-3 1 8,-1 0-32,5-1 16,-4 1-32,4-1-48,-4 1 40,4 0 32,-4 0 24,-2 0-40,7 0 24,-6 1-40,4 1 8,-3 1 56,3-2 8,-4 3-16,-1-2 56,2-1-16,4 6-40,-4-5 16,-1 6 8,1-3 40,-1 0-64,0-3 80,1 4 0,0 0-32,-1 0-24,1 1 16,-1 1 17,0-2-57,-1-3 80,2 5-16,-1 1-64,1 1-8,-2-2 8,1 0 8,-1-2-8,0-3 32,1 6-32,1 0-32,-1 0-16,-1 0 32,1-1 32,1-2-16,-2-4 8,1 6 8,0 0-56,1 0-72,-2-2-33,1 2-55,0-4 200,-1-2-256,0 4-128,2 0-160,-2-1-152,2-3-152,-2 6-128,0-7 976,1-1-1177,-1 2-263,1 4-488,-1-6-553,2 2-568,-2-1 369,0-1 2680,0 0-1880,0 0 703,0 0 585,0-1-384,0 0-768,0 1 1744</inkml:trace>
  <inkml:trace contextRef="#ctx0" brushRef="#br0">51155 16714 15443,'0'0'0,"-1"0"6185,0 0-4168,0 0-889,0 0-1128,1 0 784,-2 0-168,1 0-160,0 0-104,0 0-64,0 0-56,1 0-232,0 0 224,-1 0-48,1 0 33,0 0-1,0 0-16,2 0 0,1 0-192,-1 0 200,0 0-56,3 0-8,-3 0 16,5 0-16,-5 0-8,2 0-128,0 0 104,3 0-40,-1 0-40,0 0-24,1 0 16,0 0 0,-4 0-16,0-1-16,4 0-136,0 1-208,0-1-272,0 0-321,0 1-255,-4 0 1208,1-1-1584,2 1-473,1-1-607,-1 0-1001,0-1-1120,0 2 744,-4-1 4041,2 0-2776,2-1 1103,-5 1 993,7 0-80,-6-1-888,-2 2 1648</inkml:trace>
  <inkml:trace contextRef="#ctx0" brushRef="#br0">44706 19219 15251,'0'0'0,"0"0"2168,0 0-896,-1 0-1272,1 0 969,-2 0-73,1-1-112,-1 0-72,0 1-24,1-1-96,0 0-592,0 1 585,0-1-33,-1 0-120,0 1 0,2-2-8,-2 2-40,1 0-384,1 0 392,-1 0-80,1 0-80,-2 0-72,2 0 16,-1-1-72,1 1-104,0-1 120,0 1 56,0 0-144,0-2-32,1 2 56,1-1-128,0 1 72,-2 0 72,3-1-56,0 1-64,4-2 32,-6 2 32,6-1 32,-5 0-48,-1 1-16,6-1 0,-5 1-176,7-1-56,-7 0-56,8 0-160,-10 1 464,2-1-504,6 0-208,-5 0-144,7-1-120,-3 0-137,-1 1-183,-3 0 1296,0 0-1528,4 0-417,0-1-431,-1 0-473,0 1-344,1-1 825,-4 1 2368,0 1-1696,4-3 439,-1 1-1615,-6 2 2872</inkml:trace>
  <inkml:trace contextRef="#ctx0" brushRef="#br0">44765 19284 8401,'0'0'0,"-1"0"2889,0 0-721,-1 0-623,-1 0-233,-1 0-72,3 1-1240,-1 0 1161,-1-1-145,1 0-192,0 0-144,0 0-72,0 0-56,1 0-552,0 0 536,0 0-39,1 0-89,0 0 16,0 0-32,0 0-16,0 0-376,1 0 392,1 0-96,0 0-24,0-1-80,4 0 16,-4-1-24,0 2-184,2-1 184,-1-1-64,5 0-120,-5 1 16,5-1 24,-5 1 32,0 0-72,3 0 120,-4-1-136,8 0-72,-2 1 128,-1 0-24,1-1-144,-5 2 128,2-1-232,6 0-360,1 1-184,-2-1-104,2 0-225,-1 1-255,-8 0 1360,4 0-1800,3 0-561,0 2-751,-1 0-801,0 1 784,0-2 865,-6 0 2264,4 0-1697,1 1-1103,-8-2 2800</inkml:trace>
  <inkml:trace contextRef="#ctx0" brushRef="#br0">45216 8818 8889,'0'0'0,"-1"0"2001,0 0-2001,0-1 1400,-1-1-456,0-1-288,-1 1-143,1-1-89,-1 1 8,3 1-432,-2-2 408,-1 1-16,-1-2-32,1 1-56,0 0-16,-3-1-48,5 4-240,-1-3 176,-1-3-48,-4 4-40,4-6 0,-4 1 24,5 1-24,0 5-88,-5-5 48,0-3-48,-2-2 24,-1 1 48,1 0 72,1 1 64,6 8-208,-6-7 144,-4 0 1,1 1-17,0 3 0,1 1 0,2 1 48,7 2-176,-4-2 304,1 1-80,-4 1 16,5-1-80,-4 1-168,5 0 16,1 0-8,-5 0 0,2 0-24,-4 2-16,5 1 56,-5 5-40,4-6 0,4-2 24,-8 9 48,5-2-112,-5 3 48,2 0 32,2 2-152,-4 1 120,8-12 16,-3 12-32,-5 3-96,2 1 64,2 2-8,-3 1-40,4 1 104,3-20 8,-9 20 32,7 3 32,-5 0 72,4 1-8,1 1-48,-1 1-80,3-27 40,-7 27 0,4 2-80,1 0 16,-5 2-16,6 1-8,-1 2 72,2-34-24,-7 32-8,6 2-80,-1 2 8,0 1 24,0 0 16,0 0 40,2-36 72,-2 39-32,1-2-24,0 3-8,0 0 8,0-1-16,1 2 0,0-42 0,-1 42-16,1-1-80,0 2 32,0-1 40,0 1 24,0-3 0,0-38 88,1 39 24,1 1-88,0-1-16,-1 0-8,1-2-8,0-2 8,-2-34 0,1 37 0,1-2-112,0 0 0,-2 1 72,1-3-8,-1-2 48,0-31 16,2 34-8,-2-1 16,1 0 48,-1-2-16,2-1 80,-2-1-136,0-29 32,0 30 32,0-1-48,2-2-64,-2 0 32,0 0 0,0-6 16,0-21-48,0 26 72,2-4-32,-2 1-40,1 0 56,-1-1 8,1-5-16,-1-17 32,2 18-8,-1-1-48,1 0-48,0-2 96,-1 1 0,1-6-24,-2-11 136,2 14-48,-1-2-88,2 0 16,-1-2-56,4 0 88,-6-3-48,0-7 24,3 9 32,3-1-72,-4-1-24,5 0 72,-5 1-32,4-4 0,-4-4 88,0 7 8,6 0-8,-6 0-8,8-1-16,-4-1 0,-4-1-64,-1-5 72,8 2 56,-2 6-48,-1-6-32,3 7-192,2-2-16,-1-2 160,-6-4-128,10 6 24,-2-6 208,-1 7 88,0-7-40,1 6 40,-2-7-192,-7-1 176,11 6-8,0-3-8,-1 3-8,-1-3 40,0 4-40,-3-6-152,-5 0 184,8 5-40,0-4-40,1 0 56,0 1-80,1-2 48,-3 1-128,-7-2 136,10 2-80,1-1-32,-1-1-24,1 0-24,-2 0 64,-4 0-40,-4 0 40,9 0-24,0 0-16,1 0-128,0-1-72,1 0-88,-5-1 288,-7 1-584,12-1-280,-1-1-472,1 1-601,-1-1-815,0 1-857,-4 0 3609,-6 0-3345,10-3 873,0 3 727,-1-1 137,0 0-320,-14 3 1928</inkml:trace>
  <inkml:trace contextRef="#ctx0" brushRef="#br0">49169 8336 17451,'0'0'0,"0"1"1529,-1 0-1529,0-2 800,1 1-800,-3 0 488,0 0-296,0 0-144,-1 0-24,3 0-88,-1 0 16,2 0 48,-1 2-48,1 0-40,0-1 0,2 2 0,4 3-16,-4-4 16,-2-2 88,9 2-96,-7 1-8,9 3 32,-4-4 56,0 0 32,0 1 8,-7-3-24,6 6 40,1-6-56,-1 3 8,1-1-8,-1 1 40,1-1-24,-7-2 24,7 3 32,1-2-72,-1 1-8,2-1 8,-2 1-8,2-1 24,-9-1 40,8 2-32,0 1-16,0-1-16,0 1 8,0-1 8,0 0 8,-8-2 24,8 3-16,1 4-32,-1-6-8,0 7-32,2-6 0,-1 8 64,-9-10-64,10 8 16,1 1-64,-1 2 56,1 0 8,-1 2 16,-2-1 32,-8-11 0,8 12 0,0 2-32,-2-2-32,1 2 56,-5 2 8,6-1 0,-7-15 8,2 18-8,4 0-56,-5 3 40,5 1 8,-6 4 8,2-1 0,-3-22 24,2 27-40,1 0-16,-2 4-8,1 1 40,0 3-16,-1-2 16,-1-33 32,0 37 16,0 1-24,0 3 8,0 1 40,0 1-32,0-5-40,0-36 96,0 43 8,0-2-56,0 2 8,3-3 0,-2-2 64,1-7-120,-1-31 152,1 35 56,1-1-72,3-1 8,-5-3-24,7-1-40,-6-6-80,-2-23 72,9 27-56,-7 2-16,7 0-40,-8-2 64,8 0-8,-6-7-16,-3-21 0,9 27 0,-6 0-16,4-2-8,-5-1 48,5-1 16,-5-5-40,-2-17-8,7 22 16,-6-3-48,2 1 16,-1-2 40,0 0-16,1-4 0,-3-15-24,2 22 56,0-4-40,0 0-32,0 0 56,-2-1-56,1-6 40,0-11 8,0 15 24,-1 1-64,2 0 0,0 0 56,-1-1-48,0-6 24,0-9 96,-1 13 24,2 1-96,-1-3 24,-1 1-72,2 1 24,-2-7 0,0-7 16,0 12-8,0-1 8,0 2-40,0-2 32,-1-2 32,0-5-40,1-5 40,-1 8 8,1 0-32,-1-2-8,-1 1 56,1-1 40,0-3-104,1-3 128,-1 7 56,-1 0-16,0-1-16,-2 1 56,1 0 8,1-4-216,1-4 208,-2 6 32,0-1-56,0 0-48,0-1 0,-1-3-56,2 2-80,1-2 88,-1-1-8,-1 5-48,1-6 8,-1 2-40,1 0-16,1 1 16,0-3-8,-2-1-144,1 3-128,-1-1-176,1-1-200,-1 1-232,2-2 888,0 0-1264,-2 0-545,1 0-823,-1 0-801,0-2-16,1 0 905,-3-2 2544,3 1-1633,-1 1 617,0-7-784,3 9 1800</inkml:trace>
  <inkml:trace contextRef="#ctx0" brushRef="#br0">50042 9480 6489,'0'0'0,"0"0"2080,0 0-223,-1-1-537,-1 1-368,-1-1-208,1 0-111,-1 0-633,3 1 656,-2-1-8,-1 1-72,1-1-48,-1 1 0,1 0-48,0 0-480,2 0 488,-3 0-8,1 0-23,-1 1-1,-4 2-24,5 4-40,-2-5-392,4-2 296,-7 8-16,4-1-56,-6 2-24,2 2 24,-2 3-8,1 0-216,8-13 224,-8 15-16,-1 2-48,1 0-72,1 1 8,0-1 0,1-2-96,5-15 64,-1 15 0,-5-1-48,6-1-32,-2 1 40,1-2-8,0-1-16,2-11 40,0 12 24,-1 0-72,1 0-8,0-2 16,1-1 0,0-1 0,0-8 16,5 7 32,-4-1-88,5 1 0,-4-2 56,6-3-72,-4 5 56,-4-8 0,6 3 32,-1 4-104,1-5 24,0 0 16,0 5-16,-1-7 48,-5 0-24,8 1-8,0-1-32,0 0-16,-1 0 56,1 0-48,-1 0 72,-6 0-64,8-1-16,0 0-88,-1-2 0,1-4 0,0 5 32,-3-4 136,-5 5-176,9-5 8,0-1-48,-2-1-64,0 1 72,-1-1-16,-1 3 224,-6 3-216,7-5 48,-6 1-32,7-1 48,-7 4 32,0-4 32,0 5 88,-1 1-64,1-5 64,0 3-8,-1 0 32,-1 0 40,0-1-8,0 2-56,0 1 104,0-1 32,-3 1-64,1-1-8,-1 0 8,1 1 24,-3 1-96,3-1 128,0 1 24,-2 0-40,-2 0-40,4 0 16,-2 0 40,2 1-128,1-1 144,-2 0 8,0 2-24,-1-2-40,1 1-64,0 1 40,1-1-64,1-1 80,-1 2-32,0 0-8,0-1-40,1 1-24,1-2 0,0 1 24,0 0 8,0 0-16,1-1 8,2 2-16,-2 0-8,8-1 24,-7 0 0,-2 0 24,9-1-24,-2 2 0,-1-1-24,1 1-16,-1 0 56,-1-2-16,-2 1 24,4 1 0,0-1 0,1 0-64,-1 1 40,0 1 16,-2-2-16,-3 0 16,5 6-16,0-6-16,-1 2 32,0-1 8,1 5 16,-3-6-40,-2-1 64,1 7-16,6-6-48,-7 6 56,7-5 8,-6 5-24,2-6-40,-1 1 88,-2 5-48,5-5-40,-4 5 0,4-4 24,-5 4-8,3-5-16,-2-1 40,-1 6-32,4-4-56,-4 4 8,5-5 16,-6 5-120,1-6 144,-1 0-184,1 6-200,1-5-224,-1 4-232,1-3-337,-2 4-399,-1-6 1576,0 1-2176,2 5-777,-2-4-320,1 4 761,-1-4 791,0 6 569,0-8 1152,0 0-2192,0-1 2192</inkml:trace>
  <inkml:trace contextRef="#ctx0" brushRef="#br0">45338 11749 4897,'0'0'0,"-1"0"3032,-2-1-1800,-5 1-399,4 0-833,1 0 472,-5 0-288,-2 0-144,-3 0-32,0 0-8,0 0 24,6 0-24,2 0 40,-7 1-72,1 1 16,1 0 16,0-1 40,1 1 24,4-1-64,1 0 32,-5 0 40,1 2-32,0-1 64,0 1 88,1-1 0,3 2-192,0-2 256,-3 0 0,0 0-40,1 1 32,3 3 8,-5-6-8,7 2-248,-1-1 256,-5 6-88,4-7-8,1 2-32,-1 5 0,0-5-16,1 2-112,0 0 56,-1 2-48,1 2-32,0 1 8,0 3 0,1 1 16,0-6 0,1 1 32,-1 12-48,0 2-8,0 4 24,0 2-32,1 3 72,0-14-40,0 0 16,0 18-88,0 1-24,0 1-8,0 2 32,0 1 48,0-21 24,0 3-40,0 21 8,0-1-24,-1 3 16,0-1 24,0-1 0,1-22 16,-1 6-8,1 20-16,-1 0-16,1 3 0,0-1 16,0 1 24,1-27 0,-1 6 24,2 21 16,0 3-8,-1-2 8,1 1 24,0 1-8,-1-32-56,1 10 56,0 19-32,5 1-24,-5-2-8,-1 0 32,2 0-8,-1-31-16,2 12 24,-2 17-8,4-2-40,-3-2 24,5 0 8,-6 1 8,1-29-16,1 11 48,-1 16-48,3-2-32,-4-1 16,5 0 32,-6-2 16,2-23-32,1 10 48,-1 12-16,4 2-40,-4-3 16,5-2 40,-6 2 40,1-24-88,1 11 72,-1 12 25,5-1-57,-6-3 72,5 0 32,-5-1-16,0-19-128,2 9 128,-2 9-96,5-1-64,-6-2-16,7 1 48,-6-1 16,-2-18-16,2 10 64,6 6-56,-7 2-16,5-4 16,-4 1 0,0-2 48,-1-15-56,1 9 56,5 5-72,-7 2 8,2 0 40,0-4 0,0 2 56,-2-14-88,0 6 72,0 6-40,1-3-8,-1 0 32,0-2-16,0 1 56,1-9-96,0 4 88,-1 4-40,2 0 48,-1-2 80,-1-1 112,2-1 104,-1-5-392,-1 3 368,2 1 8,0 0-8,0 0 56,1 0 56,3 0 1,-5-6-481,0 4 416,2 1-64,4 1 32,-4-1-40,4-3 72,-4 5 56,-2-8-472,7 2 320,-2 6 56,2-6-160,1 6-24,1-6 104,0 5-88,-7-5-208,5-2 288,4 6-48,1-4-39,1 0 15,0 1-8,0 4-40,-11-7-168,8 0 48,2 1-16,0 0 8,0 1-16,0-2 48,1 1-32,-12-1-40,10 0 0,3 0-56,1 0-96,1 0-176,-1 0-257,1 0-415,-15 0 1000,12-1-1528,1-2-745,1 0-1119,0 0-1009,-1-3 896,0 3 1032,-13 2 2473,10-5-1552,1 4 344,-4-6-520,-9 8 1728</inkml:trace>
  <inkml:trace contextRef="#ctx0" brushRef="#br0">56907 13124 6921,'0'0'0,"2"0"1240,-2 0-7,0-2 79,0 0-80,0 1-1232,-1-1 1248,1 0-23,0-1-49,0 1 0,0-1-88,0 0-79,0 1-1009,0 0 920,0-1-144,0 0-136,0 0-80,0-1-64,0 1-48,0 2-448,0-1 448,0-2-111,0 2-81,0-1-24,0 1-40,0-1-24,1 2-168,0 0 192,1-3-56,0 2-48,5-1-8,-6-1 8,1 1-8,2 2-80,0 0 96,-2-1-24,6-1-88,-6 1 64,7-1-8,-7 1 0,2 1-40,1-1 72,-2 1-56,6-1-72,-7 1 64,7 0-8,-7 1 16,2 0-16,1 0 56,-2 0-56,6 0 0,-7 0 0,6 3 16,-5-1 24,-1-1-40,2 1 32,-2 0-48,4 1-16,-6 4 32,3-6 32,-2 7 40,0-8-72,0 2 40,-1 7-40,0-2-16,0 0 16,0 1 48,-3 1 32,1-7-80,-3 5 72,3 2-40,-5 3-32,4 0 0,-6-1 56,2 2 0,5-10-56,-3 5 128,-2 3-72,0 1 0,1 0 0,0 0 32,2-1 40,2-8-128,-4 5 120,4 3-24,-5-2-40,4 0 16,0-1 48,0 0-8,2-6-112,-1 3 152,0 1-64,-1-3-64,2 5 64,1-5-56,0 4 24,0-7-56,0 1 72,0 2-88,0-1 16,0 1 32,1-1 0,1 1 24,-2-3-56,2 1 16,0 1-32,1-2 16,3 1 16,-3-1 40,3 0 8,-5 0-64,0 0 24,8 0-48,-6 0-8,6 0 48,-7 0-16,7-1 24,-9 0-24,2 1 16,8-2-56,-2 1-24,-1-1-8,0 0-104,0 1-128,-5 1 304,4-2-536,1 0-264,0 1-280,1-1-281,-1 1-343,0-1-600,-5 2 2304,3-1-3065,3-1-760,-1 0 624,-1 1 865,1 0 776,0-1 287,-6 2 1273,4-1-2976,-5 1 2976</inkml:trace>
  <inkml:trace contextRef="#ctx0" brushRef="#br0">57244 13261 17403,'0'0'0,"-2"0"2241,0 0-1073,0 0-432,-1 0-8,-1 0 32,1 0-39,0 2-721,3-2 712,-4 0-152,2 1-184,0-1-96,0 2-96,-1-2-96,1 1 24,2-1-112,-2 0 48,1 0-80,1 0-64,0 0-136,0 0 232,0 0-352,2 0-320,0 0-400,0 0-457,1 0-671,0 0-1041,3 0-920,-5 0 4161,0 0-3401,6-1 761,-6 0 191,6-1-591,-7 2 3040</inkml:trace>
  <inkml:trace contextRef="#ctx0" brushRef="#br0">57372 13031 8665,'0'0'0,"0"0"0,0 0 1913,-1 0-417,0-1-568,0-2-184,0 1 105,1 0 55,0-1-904,0 3 984,0-4-64,0 1-176,0-1-175,0 1-137,0 0-112,2 0-320,-2 3 216,2-4-16,-1 1-80,1 0-16,0 1 8,1-1-48,-1 1-64,-2 2 32,8-3 32,-7 1-72,5-1 8,-4 1 48,6 0-32,-6 0-16,-1 1 8,8 0 40,-7-1-72,6 0 16,-5 2 40,4 0-32,-5 0 0,-1 0 40,5 0 0,-4 0-56,0 0 32,5 2 24,-7 0-16,1 0-24,-1-2 48,2 3-8,-2-1-24,0 5 8,0-5 48,0 4 32,0-5-104,-1 0 88,-1 6 40,0-5-32,0 6-8,-1-6 56,-4 5 24,5-4-168,1-3 192,-2 7 8,-4-4-80,5 4-32,-1-4-24,0 4 8,1-6-72,1 0 104,-3 6-16,1-6-72,0 6-32,0-6 16,1 6 32,0-6-32,1 0 64,-1 5-24,0-5-40,2 2-40,-2 0 24,2 3 32,0-6-16,0 0 40,0 2 16,0 1-72,2-1 0,0 1 16,1-1 0,-1-2 0,-1 1 40,1 1-24,5-1-32,-6 1 8,6-1-8,-6 1 40,4-1-24,-3 0 40,1 0 0,4 1-24,-4-1-32,4 1 16,-4 0 32,1-1-32,-1-1 80,-1 2 0,6 0-16,-6 0 8,5 1 48,-4-1 25,1-1-145,-1 1 192,-2 0 16,5 0-32,-4 1 32,0 3 80,5-4 0,-7-1-288,0 0 336,3 7-24,-2-7-88,1 6 16,-2-4 16,0 6-24,0-7-232,0-2 248,-1 10-88,-1-8-64,0 7 8,-1-7 0,0 7 24,-1-8-128,1 1 120,1 6-48,-1-5-56,-4 6 0,4-7 24,-5 7-8,6-7-32,1-1 40,-8 6-56,3-5-112,-2 6-80,2-7-96,-1 2-112,4 0 416,-1 0-528,1-3-200,-4 2-192,5-2-249,-6 0-375,6 0-576,0 0 2120,1 0-3009,-3-1-880,2-1 576,0-1 881,0-4 848,1 3 519,0 0 1065,1-1-3056,0 5 3056</inkml:trace>
  <inkml:trace contextRef="#ctx0" brushRef="#br0">57618 12984 12642,'0'0'0,"0"0"3649,0 0-2169,0 0-816,0 0-127,0 0-537,0 0 632,0 0 136,1 0 8,-1 0-64,2 0-104,0 0-136,-2 0-472,1 0 408,2 0-127,-1 0-57,6 0-64,-5 0-8,5 0 0,-5 0-152,1 0 96,2 0-24,1 0-48,0-1-40,1-1 32,-1 0 24,-5 2-40,3-1 32,3-2-64,1 1 8,-2 0-48,1-1-40,1 0-8,-7 2 120,3 0-192,2-3-80,1 2-32,-2-1 23,1 1 25,-5-1 72,1 3 184,3-2-152,-5 0 24,2 1 8,0 1 56,-1-1 24,0 1 64,-1 0-24,0 0 24,-1 1-48,0 2 24,0 4 40,0-6 16,0 1-56,0 2 80,-2-1-16,0 5-24,0-6 64,-1 8 16,0-2 56,3-6-176,-2 5 160,0 3-56,-2 2-8,2-1-16,-2 0-7,-3 3 7,7-10-80,-1 7 64,-2 2-48,0 0-16,1 0 56,-1-1-32,1 0 16,1-8-40,0 5 40,-1 3-80,0-1-8,2 1 0,-1-1-16,0 0-88,1-8 152,-1 6-361,1 2-279,0 0-344,0 0-312,0-1-409,0 0-519,0-9 2224,0 7-2761,0 0-303,0 0 599,0-2 729,2-3 480,-2 3-753,0-5 2009,0-1-2352,0 0 2352</inkml:trace>
  <inkml:trace contextRef="#ctx0" brushRef="#br0">57693 13181 12506,'0'0'0,"-1"0"4401,1 0-4401,0 0 2257,-3 0-1001,1-1-352,-1 0-104,2 0-32,-1 0 57,2 1-825,-2-1 728,2-1-176,-1 0-64,0 1-104,0-1-80,1 1-8,0 0-296,0 0 248,0 0-72,3-2-8,3 1-32,-3-1-64,5 1 48,-8 2-120,6-3 72,1 1-72,0-1 16,0 2-16,1-1 0,-1 1 24,-7 0-24,10-1 32,-1 1-136,1-1-112,0 0-192,0 1-296,-1 0-256,-8 1 960,8-1-1304,1 0-449,-1 1-551,1 0-793,0 0-824,0 0 521,-10 0 3400,10 0-2529,-1 0 753,1-1 135,-1 1-1023,-9 0 2664</inkml:trace>
  <inkml:trace contextRef="#ctx0" brushRef="#br0">58118 12982 11242,'0'0'0,"0"0"2833,0 0-1337,0 0-584,0 0-912,0 0 880,0 0 40,-1 0 57,1 0-9,-1 0-72,0 0-112,-1 0-784,2 0 704,-2 0-88,-1 2-143,0 0-65,0 5-64,-3-4-24,3 5-320,3-8 256,-3 8-32,-4 1-88,4 2-40,-8 2 80,2 2-24,2-1-152,6-12 176,-7 14-24,1 0-80,0-2-32,4 0 48,-4 0-56,4-3-32,3-9 40,-2 10 8,-1 0-48,1 0 0,0-1 24,1 0-8,1-1-16,0-9 0,0 10 32,0-1-96,3 0 56,-1-1 16,5-2-8,-6-2 0,-1-4 16,7 6-16,-5-4-56,6 4-16,-6-6 40,7 2-40,-7-1 72,-2-2-96,9 2 24,-2 0-96,-1-2-32,1 1 16,-1-1-16,-1 0 200,-3 0-192,4 0 8,1-1-40,-1-1 0,-4-1 48,7 0 40,-7-2 136,-1 3-88,8 0 48,-7-4-24,5 3 8,-6-4 64,1 4-8,0-4 0,-2 5 48,0-1 0,0-5-32,0 5 16,-1-5 64,-2 5 64,2-2-160,0 3 208,-2-1 40,-4-3 8,4 4-32,-6-1 16,2-1 16,1 3-256,4 0 264,-6-2-32,-2 2-48,0 1-64,0 0-32,0 1 8,5 0-96,2 0 88,-6 6-40,0-5-24,-1 5-64,3-5 40,-1 7-16,4-8 16,2 0-48,-1 7-48,-3-7-248,5 6-272,-1-6-256,-1 2-408,3-2 1280,0 0-1761,-1 6-839,0-6-1385,0 2-280,1-1 1000,0 5 969,0-6 2296,0-1-1337,0 2-479,0 1-224,0-3 2040</inkml:trace>
  <inkml:trace contextRef="#ctx0" brushRef="#br0">46211 18529 8641,'0'0'0,"0"0"2065,0 0-521,-1 0-448,-1-1-95,1 0-1,-1 1 48,2 0-1048,-1 0 976,-2 0-80,1 0-135,-1 0-49,1 0-96,-5 0-72,7 0-544,-3 2 488,1 5-112,-6-5-32,4 5-80,-4-4-24,5 5-56,3-7-184,-9 6 96,2 0-16,-2 4 24,1 1 16,0 0 16,-2 2 33,9-12-169,-7 10 80,0 3-72,0 1 32,0 1-8,1-1 64,3-1 0,4-12-96,-7 9 80,3 2-56,-2 0-24,4-1 16,0 0 0,-1-1 24,3-9-40,-1 8 16,0 1-72,1 0 24,0 0 8,1-2 0,2 0-8,-2-9 32,5 6-24,-3-1-48,4-3 8,0 4 8,-1-6-16,1 2 48,-6-3 24,6 2-24,0 0-64,2 0 64,1-2-33,0 0-7,0 0 48,-9 0 16,9 0-16,1-3-72,1 1 16,0-5-16,-2 4-80,0-4 104,-10 6 64,9-1-96,0-6-24,-1 1 48,1 2-8,-7 1-16,6-4 80,-7 7 16,0-1 16,1-5-32,0 5 48,-1-2 32,-1-2 16,0 4 40,0 2-120,0-4 160,0-2-56,-2 3 32,-1 1 40,-4-2-72,5 3 73,2 1-177,-9-3 160,2 3-48,0 0 0,-2 0 8,0 0 8,-3 6 16,12-6-144,-11 2 168,-2 8-96,1-3-16,2 0-32,0 0 32,2-1-56,8-6 40,-3 3-40,-4 5-40,6-6-88,-1 4-8,0-4-72,1 0 208,1-2-256,-1 2-96,1 1-113,0-2-71,0 1-96,0 0-88,2-1 720,-2-1-896,3 0-232,3 2-305,-4-2-367,5 2-385,-4-2-423,5 1 2608,-8-1-2473,3 0 577,6 0 440,-7 0-57,8 0-1311,-10 0 2824</inkml:trace>
  <inkml:trace contextRef="#ctx0" brushRef="#br0">46390 18843 17171,'0'0'0,"-2"0"5441,1 0-5441,1 0 1265,-3 0-601,0 0-208,0 0-64,1 0-24,-1 0-112,1 0-256,2 0 184,-3 0-64,2 0-64,-1 0-40,0 0 24,2 0-8,-1 0-32,1 0 40,-1 0 0,0 0-120,0 0-96,1 0-120,0 0-288,0 0 584,0 0-952,0 0-505,0-1-767,2 1-1049,0-2-1376,1-1 792,-1 2 3857,-2 0-3008,3-2 215,-2-4 185,-1 7 2608</inkml:trace>
  <inkml:trace contextRef="#ctx0" brushRef="#br0">46631 18587 3784,'0'0'0,"0"0"1649,0 0-1345,-1 0 0,1 0 160,-2 0 240,2 0-704,0 0 1000,0 0 225,-1 0 127,1 0-24,-1 0-72,-1 0-79,2 0-1177,0 0 1080,-1 0-104,1 0-104,-1 0-64,0 0-23,0 0-33,0 0-752,0 0 712,0 0-72,-1 0-112,0 0-40,-1 0-56,1 0-40,0 0-392,1 0 376,-2 0-63,0 0-65,0 0-32,-1 2-40,1-1-8,1 1-168,1-1 152,-7 1-56,6 0-24,-2 1-56,-1-1 56,2 5-16,1-6-56,1-1 56,-6 2-16,5 0-80,0 1 8,-1 0 32,-1-1 0,3 0 0,0-2 56,-1 2-16,-1 1-40,2-1 32,-1-1-64,1 1 32,1-1 0,0 0 32,0 0-72,0 2 24,0-2-24,1 2 8,1-1 72,-1-1-40,0 1 16,1 0-16,1 0-16,-1 1-8,1-1 40,3 1-16,-5-2 0,0 0 24,1 2-8,5-1-48,-4 0 8,2 5 40,-3-6-8,2 1-8,0-1 48,-2 6-8,6-6-80,-6 6 8,5-6 48,-5 6 24,3-6-40,-2-1 40,-1 7 8,6-6-64,-6 6 32,3-6 8,-3 6 72,2-6-96,-1 0 88,-2 5-16,6-4-16,-5 4 16,0-4 56,1 4 56,0-5-184,0 0 208,-3 2-32,2-1-16,0 4 8,-2-4 32,0 0 48,0-1-248,0 0 248,0 1-96,0 1-80,-2-2 0,0 1-16,-4 0 80,4-1-136,1-1 120,-6 2-96,3 0 8,-4-2-32,1 1 32,-2-1-8,6 0-24,-2 0 16,-4 0-72,1 0-80,0 0-56,-1 0-112,1 0-160,5 0 464,-2 0-640,-4-2-152,1 0-192,1 1-145,0-1-215,0 0-296,6 1 1640,-1 1-2001,-5-3-575,5 1-665,-1-1 153,1 1 743,0-1 737,1 0 1608,1-1-1153,0 2-1543,0 2 2696</inkml:trace>
  <inkml:trace contextRef="#ctx0" brushRef="#br0">46608 18593 11130,'0'0'0,"-1"0"0,1 0 3337,-2 0-1433,0-1-880,-1 0-184,1 0 1,0 0 39,2 1-880,-1 0 880,-1-1-128,1 0-104,-1 0-48,0 0-31,1 1-25,0-1-544,0 1 480,-1-1-104,1 0-88,1 0-16,-1 0-80,0 1-8,1-1-184,-1 1 176,1-1-136,0 0-24,0 0 8,2 0 8,0 1 24,-1 0-56,1-1 16,0 0-16,6 0-48,-7 0 48,5 0 32,-3 1-16,-1 0-16,4-1-48,-3 0-104,7 1-120,-3-2-104,1 1-176,1 1-144,-7 0 696,5-1-897,3 1-207,0-2-128,0 2-128,-1-1-137,1 0-167,-7 1 1664,4 0-1904,3-2-297,0 2-143,-1-1 351,0 0 537,0 0 384,-7 1 1072,5-1-1305,2 1-1607,-9 0 2912</inkml:trace>
  <inkml:trace contextRef="#ctx0" brushRef="#br0">47312 18618 7001,'0'0'0,"0"0"2561,0 0-609,0 0-432,0 0-1520,-1 0 1321,1 0-49,-1 0-24,0 0-56,0 0-143,0 0-161,1 0-888,0 2 720,-1-2-128,-1 2-128,0 0-80,-1 0-8,1 5-56,1-6-320,-1 0 272,0 5-56,-1-4-79,-3 6-1,3-6-40,0 7 0,1-8-96,-2 1 104,1 7-48,0-2-56,-4 0 0,4-1 16,-4 1 24,6-7-40,0 2 16,-2 7-88,-5-7-176,6 7-185,-2-6-167,-3 5-312,6-8 912,0 2-1248,-7 6-464,6-7-473,-6 2-343,6-1-177,-1 0 280,1-2 2425,-2 0-1776,2 0 592,0 0 360,-1-2-761,1-4-1151,2 6 2736</inkml:trace>
  <inkml:trace contextRef="#ctx0" brushRef="#br0">47207 18589 10546,'0'0'0,"0"0"2952,0 0-775,0 0-2177,0 0 1384,0 0-344,0 0-111,0 0-1,0 0-16,0 0-64,0 0-6889,0 0 12818,0 0-6153,1 0-95,1 0-25,0 0-32,-1 2-72,-1-2-400,2 2 368,0-1-128,1 2-56,-1-1 0,5 0-24,-5 1-32,-1-2-128,5 0 112,-5 6-80,7-6-24,-5 2 56,5 0-40,-5 3 8,-2-5-32,7 0-16,-6 1-88,8 0-96,-9 6-184,9-7-304,-8 2-408,0-2 1096,5 4-1561,0-3-423,-1 0-433,1 1-519,-1-1-569,0 0 568,-4-1 2937,3 1-2208,1-2 408,1 0-1577,-7 0 3377</inkml:trace>
  <inkml:trace contextRef="#ctx0" brushRef="#br0">47499 18484 10474,'0'0'0,"0"0"2080,0-1-864,0 1-287,0 0 39,0 0 112,0 0-32,0 0-7,0 0-1041,0 0 896,0 0-160,0 0-120,0 0-112,0 2-64,0 5-56,0-7-384,0 2 344,0 6-120,0-2-48,1 1-24,-1 2-31,2 0 31,-2-9-152,0 10 96,2 1-88,-2 0-8,1 0 16,-1 0-32,2-1 16,-2-10-104,2 11-225,-1-1-327,1 0-328,1-1-296,-2 0-336,2-1 1616,-3-8-2049,3 7-648,5 1-567,-7-6 575,6 5 705,-5-5 351,-1 0 1633,0-2-3176,-1 0 3176</inkml:trace>
  <inkml:trace contextRef="#ctx0" brushRef="#br0">47660 18520 14323,'0'0'0,"-1"0"2840,0 0-1664,-1 0-327,1 0 79,-1 0 24,1 0-952,0 0 960,0 0-48,-2 0-191,2 0-105,-2 0-80,1 0-112,0 1-424,1-1 392,-1 3-80,1-1-112,0 1-40,-1 4-16,1-5-32,-1 5-112,2-6 104,-2 6 8,1 0-80,-1-1-48,0 4 56,1 1-24,-1-3-16,2-6 16,-1 8 40,0-1-40,1-1 16,0 0-8,3 0-32,2-2 8,-4-5-32,1 5 32,6-3-40,-6 3 24,6-4 40,-5 0-24,3 0 0,-4-1 0,1 0 0,4-1-40,-5 2-8,5-2 24,-4 2 8,3-2 16,-4 0-16,0 0 32,5 0-32,-5-1 0,6 0 48,-7-1-32,4 0 0,-3 1 16,0-1 8,4-1-64,-4 1 0,0-1 24,4 1 16,-6 0 0,0 2 40,2-3 8,0 1-24,-1-1-48,-1-1-8,0-2 64,0 4-32,0 1 0,0-5 0,-1 2-48,-2-4-112,0 5-112,0-5-72,-2 5 344,3 3-408,0-8-88,-1 5-48,-4-6-88,5 6-129,-2-5-119,0 6 880,2 1-1024,1-5-272,-2 3-345,0-4-423,0 5-497,0-1-559,1 0 3120,2 2-2569,-3-2 697,1 0 544,1 0 319,-1 0-1815,2 3 2824</inkml:trace>
  <inkml:trace contextRef="#ctx0" brushRef="#br0">47864 18176 4865,'0'0'0,"0"0"616,0 0-424,0 0 16,-1-2 104,1 2-312,0 0 552,0-1 336,-1 0 304,0-1 169,0 0 79,0 0-128,1 2-1312,-1-1 1185,1-1-113,-1 1-152,0 0-72,-1-1-40,1 0-48,0 2-760,0-1 721,0-1-105,-2 1-112,0 1-24,1-1-8,0 0 0,0 1-472,1-1 472,-1 0-48,0 1-40,-1-2-7,1 1-17,-1 0-8,2 1-352,0 0 320,-3-1-72,2 0-40,-1 0-40,0 0 32,-1 1-32,2 0-168,1 0 152,-2 0-48,-1 0-80,1 0 16,0 0 8,-1 2 48,3-1-96,-1 0 104,-1 2-80,0-1-8,0 1-16,0-1 0,1 0 40,0 0-40,1-1 48,-1 1-48,-1 1 8,1-1-16,1 5 16,-1-5-8,1-1 0,0 0 32,1 1-32,-1 5-32,0-6 32,0 2 0,0-1 32,1-1-32,0 1 16,0 0-16,0 1-48,0-1 8,0 0 40,0 1-16,1-2 16,0 0 0,1 1 0,0-1-40,0 1 8,1 0 24,-1-1-24,-1-1 32,1 0-24,4 2-8,-4-2-40,0 0-24,5 0 24,-6 0-56,2 0 128,1 0-112,-3 0 0,6 0-48,-5 0 40,4-1 16,-4-1 8,1 1 96,0-1-72,-1 0-8,4-1 0,-4 1-32,0 0 40,1-1 32,-1 2 40,2 0-40,-2-2-16,0 1 0,1-1 0,-1 0 32,0 1 24,0 1 0,-1-1 0,1-1-32,0 0 8,0 1 32,-1 0 24,1 0 8,-1 0-40,0 1 16,0-2-16,-1 1-40,2 0 24,-2-1 40,2 1 48,-2 2-72,0-1 40,0-1-24,0 1-32,0 1-8,0-1 64,0 1-16,0 0-24,0 0 32,0 0-24,0 0-16,0 2 32,0 1 16,0 3 56,0-5-96,0 0 88,0 6-48,-1-5-16,-1 6 24,1-5-40,1 6 80,-1-7-88,1 3 72,-1 2-48,0 0-40,0 1 16,0 1-24,1 0 80,0-6-56,-1 3 40,0 5-56,0 0 32,0 3-40,0 0-24,1-1 48,0-10 0,0 6-96,0 2-112,0 0-176,0-2-248,1 0-321,1 0-295,-2-7 1248,2 4-1560,-1 1-337,2 1-415,-1-6-529,1 7-247,-2-8 695,-1 0 2393,2 1-1712,-1 0 471,1 0-199,0-1-960,-2-1 2400</inkml:trace>
  <inkml:trace contextRef="#ctx0" brushRef="#br0">45493 19221 11042,'0'0'0,"0"0"4297,0 0-2937,0 0-768,0 0-408,0 0-104,1 0-80,-1 0 112,2 0 0,6 0 32,-6 0-16,9 0 16,-3 0 16,1 2-160,-7-1 128,17 1 56,5 6-39,6-6-9,1 4 16,4-4 0,-10 0-152,-15-2 168,24 2-40,1 1-80,2-1-24,2 1-24,0-2 0,-7 0 0,-21 0-40,31 1 40,2-2-56,0 0-24,3 0 80,1 0-8,-13 0 8,-21 0 32,37-3 24,2 0-48,0-4-16,2 4-8,1-4 40,-15 5-24,-23 1 24,40-8 24,4 6-24,0-5-32,2 1-8,2 0 56,-21 3-40,-25 2 48,48-5 40,0-1-40,3-1 16,1 2 24,1 0 0,-24 2-88,-25 3 128,50-4-16,0-1-24,3 4 8,-1-5 24,3 2 8,-27 3-128,-25 2 88,52-7 16,2 5-80,-1-5-16,1 6 24,0-1-32,-29 0 0,-22 3 32,51-4-16,3 3 0,-1-2-80,2 1 64,2-1 24,-33 2-24,-22 0 40,55-1 32,2 0-48,-2 0-72,0 0 0,1 0 56,-36 1-8,-18 0-8,52-2 32,2 2-24,-2-2-40,1 2 40,1-1 16,-36 1-16,-17 0 32,52 0 8,1 1-24,-3 0-16,0 0 64,0 0 0,-36 0-64,-14 0 80,49 1 8,1 2-64,-3-1-24,2 1 16,1 3-8,-39-5-8,-8 0 32,45 1 0,0 0-56,-1 5 40,-1-5-16,-2 6 0,-39-7 0,1 0-16,37 7-24,0-5-8,0 3-56,-1-4 48,1 5 8,-40-6 48,-2 0-104,40 6-48,-4-5-80,-1 5-32,-2-5-24,-1 6 24,-35-7 264,0 0-360,29 5-64,0-4-49,-2 5-103,-3-6-72,-1 6-248,-30-6 896,1 0-1280,23 5-457,-2-4-327,-3 4-321,-2-4-327,-2 5 647,-23-6 2065,3 0-1392,13 1 464,-3 1-448,-31-3 1376</inkml:trace>
  <inkml:trace contextRef="#ctx0" brushRef="#br0">45538 19853 5793,'0'0'0,"0"0"800,0 0 8,0-2 64,0 0 128,1-1 185,0 2-1185,0 0 1336,1-2 16,-1 1-79,2 0-113,-1-1-96,-1 1-64,0 1-1000,0 0 936,1-2-47,-1 1-89,0 0-40,-1 0-48,2 1-104,-2 0-608,0 0 552,0-1-120,0 1-119,0-1-1,-2 1-72,0 1-8,0-1-232,0 0 224,-4 1-104,3 0-48,-4 0 8,4 0-8,-6 2 24,6-2-96,-2 1 104,-3 6-40,0-6-48,-2 7 16,1-6-8,0 7 8,5-6-32,-1 0 80,-4 4-40,1 0-24,0-5 72,2 7-8,3-7 8,0 1-88,-2 1 72,4-3-72,-2 2-40,2 3-8,-1-6 40,1 3-24,1-2 32,0 0 16,0 1-88,0 1-24,1-1-8,1 1 32,0-1 88,1-1-16,1 0 32,-1 1-24,4-1-48,0 1 0,1 0 40,2-1 40,-5-1-40,2 0 32,6 2-8,2-2-64,-2 0 40,0 2 0,-1-2 40,-8 0-40,3 1 40,2 1-48,1 0-8,-1 0 0,0 1 32,-1-1 0,-6-1-16,3 1 40,-2 0-40,5 5 0,-5-7 40,-1 2 16,5 1 16,-7-3-72,1 2 56,0 0-8,1 1-24,-2-1 88,2 1-24,-2-1 56,0-1-144,0 1 112,0 0-56,0 0 16,-1-1-24,-2 2 24,1-1 16,0-2-88,-3 1 40,3 1-72,-5-1-48,4-1-64,-5 2-88,4-2-56,4 0 288,-7 0-424,3 0-136,-4 0-144,5-1-145,-6 0-151,7 0-208,0 0 1208,-5 0-1480,4 0-433,-5-2-543,5 1-585,-5-1-88,5 1 769,2 0 2360,-5-3-1608,3 2 567,0-4-215,1 4-1040,2 3 2296</inkml:trace>
  <inkml:trace contextRef="#ctx0" brushRef="#br0">45619 19698 8625,'0'0'0,"0"0"0,0 0 4409,0 0-2672,0-1-1105,-1 0-264,-1 1-72,2-2 168,0 2-464,0 0 576,0-1 16,0 0 40,0-1-47,0 0-57,3 0-8,-3 1-520,1 0 520,6-2-72,-5 1 0,0-1-48,6 1-48,-7-1-8,0 3-344,5-2 280,-3-1-80,3 1 0,-3-1-8,5 1-71,-5-1 39,-3 2-160,9-1 128,-8 0-64,9 0 8,-8-1 8,7 1-24,-6-1 16,-3 3-72,8-2 96,-5-1-72,4 1 48,-5 2 24,4-1 8,-4 0 40,-2 1-144,3 0 152,2 0-40,-5 0-16,2 0 32,0 0 8,-2 1 32,0-1-168,0 1 160,0 2-32,0-1-16,0 5 32,0-5-16,-1 4 40,1-6-168,-1 2 144,-2 4-40,1-4-8,0 6 8,-1-6 8,1 8-8,2-10-104,-3 2 120,1 6-64,-1-5-16,1 6 8,1-6-8,-1 5-40,2-8 64,-2 3-8,1 4-24,-1-4-24,1 4 40,1-4-32,-1 3-16,1-6 56,0 2-24,0 4-80,0-4 32,0 0 16,0 5 32,1-6-32,-1-1 32,1 2-48,2 0-56,-1 1-88,1-1 0,-1 0-136,4-1 296,-5-1-504,0 0-224,6 2-392,-5-2-377,5 0-407,-4 0-705,6 0 2609,-8 0-3536,6 0-585,-1-1 920,2 0 993,-1 0 903,1-1 361,-2 0 944,-5 2-2488,-1 0 2488</inkml:trace>
  <inkml:trace contextRef="#ctx0" brushRef="#br0">46000 19740 5753,'0'0'0,"0"0"5393,0 0-3473,0 0-1000,0 0-920,0 0 1001,0 0 127,0 2 48,2 1-80,-2 0-95,2-1-193,-2 0-808,0-2 704,2 7-96,-2-6-152,1 6-88,-1-4-64,1 4-88,-1-5-216,0-1 184,0 8-48,0-2-120,0-1-8,0 2-48,0-1-8,0-1 48,0-4-80,0 5-152,0 0-248,0 0-368,0 1-440,0-1-585,0-2 1873,0-3-2560,-1 6-873,0-1 64,1 0 849,-2-1 623,1 0-1247,1-6 3144</inkml:trace>
  <inkml:trace contextRef="#ctx0" brushRef="#br0">45960 19858 17451,'0'0'0,"-3"0"3225,2 0-2137,-1 0-456,1 0-632,0 0 480,1 0-64,-1 0-103,0-1-81,1 1 0,0 0 0,0 0-232,0 0 224,1 0-32,2 0-80,3 0-24,-4 0 24,6-1-56,-5 1-56,0 0 64,4 0-16,2-1-64,2 0-16,3 0-32,0 0-152,-6 0 216,-1 1-552,10 0-553,-1-1-855,0 0-1225,2 0-1512,-1 0 552,-7 1 4145,-2-1-3096,7 1 823,-1-3-751,-14 3 3024</inkml:trace>
  <inkml:trace contextRef="#ctx0" brushRef="#br0">46500 19662 15659,'0'0'0,"-1"0"2680,0 0-1647,0 0-497,1 0-536,-3 0 296,1-1-16,1 1-80,-1-1-48,1 0 8,0 0-32,1 1-128,0-1 96,0 1-32,0-1 40,0 0 32,0 0 56,1 0 56,0 1-248,1-1 200,0-1-48,6 1-32,-6-1 0,5 0-40,0 0 40,-6 2-120,4-3 64,2 1-64,-1 0 32,1 0-8,0 0-64,0 0 96,-7 2-56,6-1 64,1 0-104,-1-1 64,0 0-24,1 2-24,0-2 48,-7 2-24,2 0 32,7 0-72,-8 0 40,6 2 0,-5 0-16,0 5 80,-2-6-64,3 1 56,-2 5-56,0-5 32,-1 7 8,0-2-32,0 2 64,0-8-72,0 10 64,0 3-88,0 0 32,0 1 24,-1-1-48,-1-1 72,2-13-56,-2 13 40,1-1-64,-1 2 8,1 0 16,0 1 0,0-1 16,1-13-16,-1 14 48,0 0-72,0-1 0,0 0-48,1-2-32,0 0-16,0-12 120,0 11-312,0 0-192,0-1-200,0-2-248,2 0-232,-2-1-241,0-7 1425,2 7-1744,-2-5-433,1 6-431,-1-6-89,0 0 617,0 1 2080,0-3-1448,0 2 447,0 0-983,0-2 72,0 0 1912</inkml:trace>
  <inkml:trace contextRef="#ctx0" brushRef="#br0">46552 19827 11042,'0'0'0,"-1"0"3265,0 0-1481,-2 0-728,0 0-256,0-1-800,3 1 801,-3 0-57,0 0-184,1-1-128,0 0-112,0 1-160,0 0-160,2 0 160,0 0-48,0 0-72,0 0-16,0 0 0,2 0-24,0 0 0,-1 0 32,6 0-48,-5-1-48,5 1-40,0 0-88,0 0-240,-2 0 432,-4 0-904,7 0-625,1 0-807,2 0-873,1 0-72,4 0 769,-2 0 2512,-11 0-1840,14 0-281,-2-1-183,-15 1 2304</inkml:trace>
  <inkml:trace contextRef="#ctx0" brushRef="#br0">46836 19848 13738,'0'0'0,"0"0"5034,0 0-3282,-1 0-1752,0 0 856,-1 0-104,-2 0 48,1 0 33,0 2-105,0-2-192,-2 1-536,3-1 416,1 0-160,-2 2-112,0-2-48,0 2-64,0-2-8,1 1-24,1-1 0,-1 0-56,-1 2-88,1-2-104,1 0-120,0 0-192,1 0 560,0 0-840,0 0-385,0 0-527,0 0-721,0 0-903,2-1-761,0 0 4137,-1 1-3241,1-3 913,1 0 607,-1-5-983,-2 8 2704</inkml:trace>
  <inkml:trace contextRef="#ctx0" brushRef="#br0">46936 19628 12274,'0'0'0,"0"0"0,-1 0 3977,1 0-2809,-2 0-920,0 0-136,2 0 152,-1 0 128,0 0-392,1 0 513,-1 2 31,0 1-56,1 0-32,-1-1 8,0 4 24,1-5-488,-1 0 512,0 6-80,1-6-48,-1 6-48,0-4-24,0 6 1,1-8-313,-1 0 280,0 8-40,0-7-64,0 8-40,0-8 16,1 7-24,-1-8-128,1 1 136,-1 6-48,0-5-48,1 6-8,0-7 24,0 6 8,0-8-64,0 1 16,0 6 16,0-6-64,0 2 8,0-1 64,2 0-40,-1 0 0,-1-1 0,2 0-16,0 1-40,0 0 32,0-2 48,1 1-24,0-1 0,0 0 0,-1 0-24,0 0-88,6 0 8,-7 0-16,6 0-88,-7 0 208,2 0-240,4 0-160,-4 0-112,4 0-73,-4 0-47,5 0-24,-6 0 656,0 0-696,5 0-88,-4 0-192,4-1-225,-4 1-263,4-1-360,-5 0 1824,0 1-2361,6-1-367,-6 0 359,6 1 633,-6-2 599,6 0 185,-7 1 952,1-1-2552,-1 2 2552</inkml:trace>
  <inkml:trace contextRef="#ctx0" brushRef="#br0">47068 19609 13354,'0'0'0,"-2"0"2873,1 2-1953,0-1-920,-1 0 480,-1 1-40,0 1 64,1 5 73,-1-6 55,1 6-8,1-5-624,0 1 640,-2 2-48,2 2-24,-1 1 8,0 2-24,1 0-7,0-7-545,1 6 480,-1 3-120,1 0-80,-1-1-56,0 0-72,0 0 48,1-9-200,0 5 112,0 2-56,0 1-8,0-1-64,2 0 16,-1 0 24,0-7-24,0 4-96,0 3-216,1-1-232,0 0-344,5-1-369,-6-1-479,0-6 1736,1 0-2393,5 8-1079,-6-8-865,2 1 1008,-1-1 937,5 1 743,-7-2 1649,1 0-2624,-1 0 2624</inkml:trace>
  <inkml:trace contextRef="#ctx0" brushRef="#br0">46859 18618 5209,'0'0'0,"0"0"648,0 0-128,0 0-520,0 0 520,0 0 32,0 0 144,0 0 224,0 0 225,0 0 151,0 0-6425,0 0 11594,0 0-5216,0 0-81,0 0-120,0 0-112,0 0-88,0 0-12562,0 0 24133,0 0-11803,0 0-48,-1 0-80,0 0-24,0 0-16,1 0-448,-1 0 320,0 2-16,-2-1-56,1 0-8,-1 1-32,1 0-16,2-1-192,-4 1 176,-2 0-96,4 1 0,-2-1 16,-2 1-15,3-1 55,3-2-136,-3 3 120,0-1-56,0 1 48,0-1 0,-1 0-16,2 1 0,2-3-96,-2 2 40,-1 1-40,1-1 40,-1 1 16,2-1-32,0 0 8,1-1-32,0 1 24,0 1-48,0-1-8,0 0 64,0 0-48,2 1 40,-2-2-24,2 1 48,0 0-64,1 0 32,3 1-16,-4-1 0,4 1 56,-5-3-56,0 2 24,5 0-40,-4-1 16,4 1 0,-3 0-8,4-1 32,-7 0-24,1 0 56,5 0-56,-3 1 24,4 0 32,-6-1-24,6 1 32,-7-2-64,1 1 88,2 1-32,3 0 24,-4-1 64,0 1-8,1 0 48,-3-2-184,2 2 200,0-1-48,-1 0 64,-1 1-48,0 0-24,0 0 0,0-2-144,0 2 104,-1 1-48,-2 0-16,1-1 80,-2 0-80,-2 1-40,6-3 72,-2 2-40,-6 1-104,5 3 56,-5-4 16,5 0-72,-5 1 72,7-3-176,-1 6-208,-7-4-272,6 0-296,-5 1-329,5-1-503,-5 1 1784,8-3-2512,-3 2-1049,-4 1-728,4-2 968,-3-1 993,4 0 863,-1 0 1465,3 0-1576,-3-3-496,3 3 2072</inkml:trace>
  <inkml:trace contextRef="#ctx0" brushRef="#br0">46824 18653 15115,'0'0'0,"0"-1"2248,0 1-1208,0-1-303,0 0-33,0 0-704,0 1 816,0 0 56,0-1-48,2 0-112,0 0-95,-1 0-65,1 0-552,-1 1 496,5-2-64,-4 1-64,0-1-56,6 0 0,-6 1-80,5-1-232,-6 2 200,2-2-16,6 1-128,-1-1 24,-1 1-24,2-2-32,-1 1-24,-7 1 48,9-1 8,0-4-40,1 3-48,1-4 64,-1 4-80,-2-2 48,-7 4-72,8-1-96,0-2-240,0 1-216,-2 0-240,2 0-248,-3 2 1112,-6 0-1417,8-2-391,-1 1-569,-1 0-671,0 1-465,1 1 312,-3 0 3201,-4-1-2288,6 1 775,-5 0 169,5 0-1224,-7 0 2568</inkml:trace>
  <inkml:trace contextRef="#ctx0" brushRef="#br0">47124 18609 8681,'0'0'0,"-1"0"3633,0 0-1376,-1 0-1129,-1 0-288,-4 0 48,5 0-888,1 0 984,-2 0 17,-3 0-105,4 0-160,-2 0-80,-2 1-128,4-1-528,0 0 528,-6 2-48,5-2 1,-5 2-49,5 0-16,-6-1-40,7 0-376,1 1 280,-7 0-24,5 0-88,-5 5-16,5-6 64,-5 2-48,6 1-168,0-2 176,-5 0-32,5 5-104,-6-4 8,6 4 8,-2-5-24,3 2-32,-1 0 56,0-2-56,-1 6 0,2-6-16,0 4 16,0-4 56,1 2-56,0-2-16,0 0 32,0 5-32,3-6-40,-1 6 56,4-6 16,-4 3-16,-2-1-16,7-2 32,-5 6-56,7-5 8,-8 4 64,9-5 8,-6 1-40,-1-1 32,4 6-48,0-6-16,1 2-24,-1-1 72,1 5 24,-5-6-40,0-1 16,5 3-16,-1 3-40,-1-4-8,1 0 96,-5 5-24,3-7-24,-1 1 48,-2 6-40,5-5-16,-5 0-8,0 1 0,1 2 88,-3-3-72,1-2 56,1 3-8,-2-1-24,0 5 8,0-6 24,0 2-40,-1-2-16,1 0 56,-2 2-40,-1-1-32,-4 0 32,5 1 0,-6-1 16,5-1-32,-1 0 40,-2 0-8,-1-1-16,-2 0-8,2 0 8,-2 0 32,5-1-48,-1-1 8,-4-1 56,1-3-64,0 3 16,0-3-8,0 3-48,6 0 40,-2-1 0,1 2-16,-4-5-24,6 4 48,-2 1-8,0-5 32,2 6-32,0-1 16,-1-4-16,1 3-32,1-4-24,0 5 40,0-6 0,1 6 16,1 0-8,4-6 8,-3 0-48,5 0 16,0-3 24,2-2-24,-6 7 32,4-3 16,4-4-16,-1-1-64,0 2-8,-1 1-24,-1 0-40,-5 8 136,1-4-200,3-1-200,0-2-224,1 2-176,-2 0-248,0 0-305,-5 6 1353,3-3-1888,1-2-857,-3 1-1280,6 0 17,-8-1 1015,1 4 960,1 0 2033,1-2-1088,-4 2-336,2-5-480,-2 8 1904</inkml:trace>
  <inkml:trace contextRef="#ctx0" brushRef="#br0">47276 19645 4761,'0'0'0,"0"0"552,0-1-192,0-2 120,2-4 264,0 5 328,-2 0-1072,2-3 1352,-1 2 169,2-4-41,-2 5-88,0-6-87,1 6-145,-1 2-1160,0-3 1056,0-4-152,-1 6-111,2-2-97,-2 0-96,0 1-56,0 2-544,0-2 448,0 0-112,0 0-8,-1 2-40,0-1 8,-2 1-32,2 0-264,0 0 208,-3 1-16,-2 2-56,4 5 9,-2-6-49,-4 6 0,7-6-96,-1 3 80,-7 4-24,2 2 16,-1 3 8,-1 2 0,2-1-8,6-12-72,-5 11 56,0 3-56,2 0 8,-3 0 24,4-3 8,1-1 16,2-10-56,-2 6 8,0 3-16,1-1-8,1-2 16,0-1 16,2-1 40,-2-6-56,2 0 8,1 7-32,4-6 8,-6 5 16,7-5-24,-6 0 24,-1-1 0,6 1 24,-5-1-48,5 1 32,-4 0 8,4-1-32,-4 1 16,-2-2 0,5 0 16,-4 2-40,5-2 8,-4 1 32,4-1-32,-4 0 40,-3 0-24,7 0 16,-5 0-40,5 0-8,-6 0 48,6-1-16,-5 1 16,-2-1-16,6-1 24,-4 0-64,0-1 0,1 1 56,3-2-16,-4 1 8,-2 3-8,1-7 40,1 5-64,0-1-16,-1-3 64,-1 3-32,2 0 8,-2 3 24,0-7 32,0 4-88,0 1 24,-1-1-8,0-1 0,-1 1 16,2 3 56,-3-3-16,1 1-48,0-1-8,-1 2 0,1-1 16,-1 1 56,3 1-56,-4 0 56,1 0-56,0 0-32,-1 2 32,1 0-8,0-1 8,3-1 8,-4 3-8,1-1-64,0 1 8,0-1-56,1 5-8,-1-6 120,3-1-224,-2 3-88,-1 4-145,2-6-143,-1 6-96,1-5-200,0 4 896,1-6-1144,-1 2-305,1 4-311,0-4-256,2 0-161,1 5 17,3-7 2160,-6 0-1985,3 2 537,5-1 440,-2-1 168,2 0-1009,1-1-503,-9 1 2352</inkml:trace>
  <inkml:trace contextRef="#ctx0" brushRef="#br0">47475 19699 6273,'0'0'0,"0"0"0,0 0 2912,0-1-1319,0 0-481,0 0-168,-3 1 0,1-2 49,0 2-993,2 0 1032,-2 0-136,1-1-200,-1 0-176,1 1-96,-1-2-112,0 2-312,2 0 265,0-1 7,-2 0-64,2 1-8,-1-2 24,1 2-16,0-1-208,0 1 192,0-1-8,3-1-40,3 0-48,-4 1 8,5-1-24,-5 0-80,-2 2 104,8-1-16,-6-1-80,7 0 8,-7 1 32,7-1-32,-7 1-16,-1 0 48,7 0 32,-5 0-64,4 0-8,-4 0 32,4 1-24,-5 0-16,-1 0 48,5 0 32,-4 0-40,4 2-32,-4 0-8,0 0 56,0 0-56,-1-2 80,0 7 32,1-5-8,0 4 0,-2-4 40,0 6 32,0-6-176,0-1 200,0 8 8,-1-6-8,-2 5 16,1-5 24,-1 7 17,2-5-257,0-4 232,-2 5-24,0 1-40,-3 0-24,4-1 64,-2 2 0,0-3-208,2-3 272,-1 6-24,-4 2-48,5-1-16,-6-1 0,6 1 16,-3-2-200,2-5 184,1 7-16,-5 0-32,5 0-56,-1-1-8,0 0 16,1-3-88,1-2 88,-1 3 0,-1-3-56,2 5 24,-1-5-32,1-1 24,1 2-48,0-1 72,0-3-88,0 2 32,0 1-56,2-2 24,0-1 72,0 1-56,-1 0 16,1-1 40,5 0-96,-5 0 8,5 0-8,-4 0-40,2 0 80,-1 0-40,-2-2-120,7 0-144,-6-1-208,7 1-184,-2-1-208,-3 0 904,-2 0-1073,9 0-231,0-6-320,0 2-361,0 1-415,-1-1-593,-5 5 2993,-1 1-3216,6-7 743,-1 6 713,1-6 663,-1 6 25,-1-2-1544,-9 4 2616</inkml:trace>
  <inkml:trace contextRef="#ctx0" brushRef="#br0">47891 19690 9586,'0'0'0,"-1"0"0,1 0 2472,-1 0-992,0 0-607,-1 0-209,0 0 40,1 0 136,0 0-840,0 0 904,-1 3-40,-1 0-151,1-1-169,-1 5-112,1-6-72,-2 3-360,2 0 304,-1-1-40,0 7-48,-4-2-48,-1 1-8,1 1-32,4-5-128,-1 0 88,-2 4-8,-1 1-56,4-1 32,-5 0-16,5 0 40,-1-5-80,-1 1 8,2 3-8,-4 0-112,5 0-176,-6 0-208,6-1-440,0-4 936,1 1-1360,-6-3-657,5 8-679,-1-8-449,0 2 304,0-1 785,1-2 2056,2 1-1457,-3-1-1207,3 0 2664</inkml:trace>
  <inkml:trace contextRef="#ctx0" brushRef="#br0">47780 19694 13146,'0'0'0,"0"0"0,0 0 2937,0 0-1569,0 0-656,-1 0-208,0 0 33,0 0 111,1 0-648,-1 2 736,1-1-48,-1 1-104,0 0-128,0 6-96,0-6-64,1 0-296,0 3 264,0-2-71,0 5-57,0-6-24,0 7-32,0-7 0,0 2-80,0 2 96,0 1-56,2-1-24,0 1 8,0-1-32,0 1 48,1-5-40,1 2 8,-2 3-72,6 0-72,-6-6-216,9 9-193,-2-3-223,-7-6 768,5 1-1120,1 6-328,3-8-377,-1 1-439,0-1-497,-1 0-215,-5 0 2976,4-1-2425,5-2 665,0-7 599,0 2-647,-1-3-376,-12 11 2184</inkml:trace>
  <inkml:trace contextRef="#ctx0" brushRef="#br0">48039 19593 11506,'0'0'0,"-1"0"0,1 0 4017,-2 0-2145,0 0-1072,0 1-352,0-1-47,-1 2 79,3-2-480,-1 2 528,-1 1-32,0-1-80,0 0-56,1 6-88,0-6-64,0-1-208,0 7 176,-1-2-72,1 0-16,-1 1 16,1 0 16,0 1-48,1-7-72,0 6 40,-1 2-32,0 0-48,0 0 40,1 0-8,0 2-24,0-10 32,0 7-104,0 2-104,2 0-184,0-2-208,1 1-240,-1-1-216,-1-7 1056,5 5-1257,-4-3-239,4 4-192,-3-6-249,4 1-151,-4 0 39,-3-2 2049,8 1-1744,-2-1 512,1 0 456,-1 0 295,2-2-439,-1-1-1728,-7 3 2648</inkml:trace>
  <inkml:trace contextRef="#ctx0" brushRef="#br0">48199 19625 5033,'0'0'0,"0"0"0,0 0 1536,0 0-144,0-1 241,0 1-33,0-2-40,0 2-31,0 0-1529,-1 0 1440,0 0-160,0 0-136,-1 0-151,-1 0-137,1 2-112,2-2-744,-3 2 640,0 4-152,-4-4-24,5 7-104,-1-3-56,-4 2-48,7-8-256,-4 9 193,-4 2-89,6 0-32,-6 1 8,6 1-24,0-2-56,2-11 64,-2 11 24,1-1-80,1 0-8,0-1 32,3-1-8,4-1-24,-6-7 56,1 2-16,6 7-56,-1-8-8,1 2 8,1-1 8,0 1 8,-9-3 8,11 0-8,1 0-8,0 0-24,0-1 16,-2-2 48,0 1-32,-10 2 0,10-7 24,-1 6-32,0-6-24,-1 5 64,-6-4-24,5 3-8,-6 3 32,1-2-8,1-2-24,-2 1-16,1 0 32,-1-4 24,-1 5-40,0 2 72,0-4 24,0-2-72,0 3-8,0-5 0,-2 5 24,0-4-40,2 6 24,-4-1 32,-3-6-40,5 4-72,-5-3 40,4 4-40,-5-4 56,8 6-80,-4-2-80,-3-6-128,4 6-80,-4-5-41,4 6-71,-3-5 480,5 6-536,-2-1-80,-3-6-168,3 6-192,1-1-233,-1-3-423,2 3 1632,1 3-2040,-1-3-553,0 0-272,1 0 569,0 1 680,0-1 583,1 1 1033,0 2-1040,0-2-1504,-1 2 2544</inkml:trace>
  <inkml:trace contextRef="#ctx0" brushRef="#br0">48419 19433 5281,'0'0'0,"0"0"952,0 0-32,0 0 136,0-1 105,-1 1 143,1-1 144,-1 0 56,1 1-1504,0-1 1425,-1 0-137,0 1-232,0-1-120,0 0-143,0 0-97,1 1-696,0-1 600,-1 1-128,-1-2-64,1 2-96,-1-1 0,0 1-88,2-1-224,-1 1 200,-1 0-80,1 0-56,-1 0 24,1 0-32,-2 0 40,2 0-96,0 0 80,0 0-80,-1 0 40,0 1 0,1 0 8,-1 1 24,2-1-72,-1 1 24,1 0-24,-1 1-48,0-1 72,1 1 0,0-1 16,0-1-40,0 1 56,0 0-96,0 0 40,2 1 16,0 0 8,5-2 0,-7 0-24,1 1 0,2 0-24,-1 1-16,4-1 56,-4 1 24,0-1-16,-1-1-24,6 1 24,-5 0 16,4 1-24,-4-1 40,0 1 25,1-1-9,-3-2-72,6 2 80,-4 1-32,0-1 24,0 1 8,1-1 32,-1 1 0,-1-3-112,1 2 80,0 0-16,1 1-8,-2 0 40,1-1-40,-1 0 40,0-1-96,-2 0 88,1 2-80,0-1 64,0 1-32,0-1-24,0 1 8,-1-3-24,-1 2 32,0 1-16,0-1-8,-1 1 24,0-1-128,-4 4-56,6-5 152,0 0-320,-2 1-256,-4 1-209,4 3-279,-4-4-440,4 0-433,2-1 1937,-5 1-2656,3 1-721,0-1 48,-3 0 865,3-1 776,0-1 567,3 0 1121,-7 0-2768,7 0 2768</inkml:trace>
  <inkml:trace contextRef="#ctx0" brushRef="#br0">48404 19427 15427,'0'0'0,"0"0"2000,0 0-1208,-1 0-456,1 0-127,0 0-209,0 0 304,0 0 160,0 0-16,0 0 32,0 0-64,0 0-96,0 0-2752,0 0 5120,1 0-2424,1 0-80,0 0-16,5 0 40,-5 0-56,4 0-152,-6 0 128,3 0-24,6 0-72,-3 0-8,1 0-8,1-1-8,0 0-8,-8 1 56,11-1-16,1-1-24,1 1-96,1-1-16,-1 0-8,-1-1 104,-11 3-216,12-2-136,0-1-336,0 1-424,2-1-473,-1 0-695,-1 1 2280,-12 1-3113,12-1-383,0-1 759,-1 1 769,0 0 463,-1-1-1199,-11 3 2704</inkml:trace>
  <inkml:trace contextRef="#ctx0" brushRef="#br0">48663 19752 1808,'0'0'0,"0"0"1928,0 0-1456,0 0-192,0 0-23,0 0-257,0 0 320,0 0 160,0 0 168,0 0 224,0 0 232,0 0 105,0 0-5842,0 0 10586,0 0-4577,0 0-8,0-2-15,0 2-57,0-1-64,0 1-1232,0-1 1080,0 1-135,0-2-113,0 2-184,0-1-32,0 0-112,0 1-504,0 0 424,0 0-56,0 0-56,-1 0-32,0 0-63,0 0-25,1 0-192,-1 0 136,1 0-40,-2 0-24,0 0-16,1 0 24,-1 0-16,1 0-64,0 0 72,-2 0-48,0 1-32,2-1 16,-2 1-8,0-1 16,3 2-16,-1-2 32,-1 0-24,1 2-32,0-2 24,0 2 24,0-2-8,1 0-16,-1 1 72,1 1-104,0-2 24,0 1 16,2 1-16,-1-1 8,0 0 40,2 0-72,0 1-8,-1 0 56,5 1 8,-5-1 8,0-1-32,2 1 24,-2 0-8,4 0-16,-4 1 24,4 3 24,-4-4-24,1-1-24,0 0 72,-1 2-48,5 4-8,-6-6 24,6 2 0,-5-1 64,-2 0-104,2 2 120,0-2-8,5 0-8,-6 1-24,2 4 64,-1-5-48,-1-1-96,1 0 88,0 6-16,0-5-32,-1 0 56,1 1 48,0 4 0,-2-7-144,0 1 112,0 2-8,0-1-16,0 1 24,0-1-8,0 1 24,-1-3-128,0 1 88,-1 2-48,-2 0 8,-2-1-24,3 0 64,-3 0-16,5-1-72,-1 0 48,-7 0-64,6 1-56,-5-2 40,5 2-8,-5-2 8,7 0 32,-1 0-112,-7 0-112,6 0-88,-5 0-48,6 0-80,-5-1-24,6 1 464,-1-1-528,-5 0-160,4 0-113,-4 1-167,5-1-264,0 0-296,1 1 1528,-1-1-1961,2 0-431,-1 0-481,1 1-184,0 0 697,1-1 728,0 1 1632,1-1-945,6 0 361,-6 0-1040,7-2-104,-9 3 1728</inkml:trace>
  <inkml:trace contextRef="#ctx0" brushRef="#br0">49145 19677 10730,'0'0'0,"0"0"3345,0 0-1465,0 0-648,-1 0-328,0 0-39,1 0 63,-2 0 16,2 0-944,0 0 912,-1 0-80,0 0-136,0 0-151,0 0-57,1 0-88,-1 0-400,1 0 296,-1 2-40,0-1-120,0 1-24,1 1 0,-1 4-56,0-7-56,1 1 64,-1 5-24,0-3-24,0 6 24,1-7 0,-1 7 16,1-7-56,-1-1 32,0 8 8,1-7-80,0 7-32,0-6 32,0 5-48,0-6 88,0-1-168,0 8-128,0-7-192,0 7-176,0-7-153,0 6-199,0-7 1016,0 0-1224,0 7-328,0-7-433,0 5-431,0-4-553,2 0-208,-1 0 3177,-1-1-2408,2 2 720,0-2 551,-1-1-623,1 0-8,-2 0 1768</inkml:trace>
  <inkml:trace contextRef="#ctx0" brushRef="#br0">49113 19762 11850,'0'0'0,"-1"0"4345,0 0-2225,-2 0-863,-5 0-369,6 0-64,-2 0-824,0 0 904,2-1 16,-5 1-23,5-1-57,-1 1-112,0 0-104,1 0-624,0-1 576,-1 0-112,0 0-80,1 1-88,0-1-63,-1 1 23,3 0-256,-1 0 160,0 0-40,1 0-8,0 0-104,0-1 56,2 0 8,1 1-72,1-1 32,-2 0 0,6 1-64,-2-2 0,2 2 8,0-1 8,-4 0 16,3 1-64,6-3-144,3-3-240,2 2-289,0-4-279,0 2-216,-11 4 1232,5-3-1480,6 2-369,-1-5-439,-1 4-633,0-3-824,0 3-56,-11 1 3801,4-2-2792,5 3 935,-2-5 801,0 5 24,-3 0-1000,-9 2 2032</inkml:trace>
  <inkml:trace contextRef="#ctx0" brushRef="#br0">49591 19665 5577,'0'0'0,"0"0"1440,0 0-136,0 0-352,0-1-167,0 0-1,0-1 120,0 1-904,0 1 1016,0-3 96,0 1-55,1 0-169,0-1-120,1 1-168,0-1-600,-2 2 440,1-2-16,1 0-72,0-1-15,1 2 23,-1-1 0,0 0-360,-1 3 344,1-2-16,1-1-88,-1 0-16,1 1 16,-1 0 16,3 0-256,-4 1 224,1-1 16,5 1-104,-6-1-8,6 1 32,-5 1-32,3-1-128,-4 1 200,1-1-16,0 1-24,0 0-32,5 0 64,-5 0-32,-1 1-160,0 0 160,1 1 1,1 0-49,-1 1 0,1 3 32,-2-4 8,1 3-152,-2-4 128,1 2 32,1 5-48,0-6-32,-2 8 88,0-8-40,0 5-128,0-5 176,0 4 40,0 1-64,0-1 0,-1 1-24,-1 1 0,1-3-128,0-3 184,0 6-24,-1-1-24,0 0-32,0 0 0,-1 1 40,1-3-144,2-3 152,-3 5-8,1-1-56,-1 1-24,1-1-24,-1-4 64,2 5-104,0-5 104,-2 1-24,1 5-16,0-6-48,0 5-32,0-4 0,0 2 16,2-3 32,-2-1-8,2 2-8,-1-1 0,0 0 0,0 1-16,1-1 0,0-1 24,0 1-8,0 0-56,0-1-48,0-1-120,2 2-64,-1-2 272,1 0-424,0 1-184,0-1-184,0 0-232,1 0-241,4 0-231,-6 0 1496,0 0-1984,6 0-649,-5 0-848,7 0-327,-2 0 975,0 0 952,-2-2 1881,-2 2-1024,4-2 360,2 1-1696,-9 1 2360</inkml:trace>
  <inkml:trace contextRef="#ctx0" brushRef="#br0">49916 19791 17299,'0'0'0,"0"0"2921,-1 0-2921,1 0 1168,-3 0-576,0 0-184,0 0-16,0 2 40,0-2 33,1 1-465,1 0 392,-1 0-160,-1 1-104,1 0-112,-1-1 32,1 0 8,1 1-56,0-1 0,-2 0-56,2 1-104,-1-1-104,0-1-88,1 1-89,1-1 441,0 0-544,-1 2-240,0-2-168,0 0-336,0 0-521,1 0-567,0 0 2376,0 0-3145,0 0-264,2 0 849,0-2 832,5 0 703,-5-1-303,1 0 1328,1 0-1976,-4 3 1976</inkml:trace>
  <inkml:trace contextRef="#ctx0" brushRef="#br0">50077 19614 4640,'0'0'0,"0"0"1105,0 0-169,0-1 56,0 0-992,0-1 936,0 0 65,0-1 151,0 1 120,0-1 24,0 0-63,0 1-1233,0 0 1096,0-1-136,0 0-112,0 0-80,0-1-31,0 1-49,0 2-688,0-1 592,0 0-80,0 0-152,0 0-40,-1-1-8,1 0-24,-1 3-288,1-2 264,-3 0-32,1 1-72,-1-1-40,1 1-40,0 1-48,1 0-32,-1 0 48,-5 0-56,5 0-8,-2 3 40,-3-1-8,4 5 104,1-7-120,-2 2 112,1 4-32,-4-3-24,4 5-72,-4-5 73,4 6-17,2-7-40,-1-2 56,-4 9-56,4-7-32,0 7 48,-1-6 0,1 5 32,1-7-48,-1 1 16,1 5-40,0-4-8,1 3 32,0-4 16,0 0 40,0-2-56,0 2 0,2 0-16,1-1-80,-1-1 40,1 0 31,3 0 9,-4 0 16,-2-1 41,6 1-49,-4-3-25,4 0 9,-4-4 0,4 5 8,-5 1 16,0-1-16,5-1 0,-4-1 16,4 1-8,-4 0 32,5-1-8,-6 4-16,-1-3 0,3 1 0,-1-1-32,5 1 64,-6-1-8,2 1-8,-3 2-16,2-2 0,0 1-72,1 0 32,-1 0 40,1 1 56,-1 0 24,-1 0-80,0 0 16,1 2-40,-1 0-8,-1 1 8,0 4 40,0-5 32,0 0-48,0 4 16,0 2-16,0-1-24,-1 4 24,-1 1 0,0 3 8,1-13-8,-5 11-8,3 4-88,-3-1-40,3-1-80,-4 0-64,4-2-104,3-11 384,-3 8-520,0 2-256,1-1-224,-1-1-281,3-1-407,0-2-328,0-6 2016,0 4-2385,1-2-303,1 3 167,5-6 697,-6 2 607,7-2 473,-8 0 744,2 0-856,6 0-1376,-8 0 2232</inkml:trace>
  <inkml:trace contextRef="#ctx0" brushRef="#br0">50275 19606 11346,'0'0'0,"-2"0"3161,2 0-1777,-2 0-752,0 0-248,1 0 24,0 0 104,1 0-512,-3 0 608,2 0-47,-2 0-97,1 0-80,-1 0-112,1 2-272,2-2 264,-3 0-24,1 1-72,-1-1-16,1 2 32,-1 0 8,1-1-192,2-1 152,-2 2 8,-1 0-88,2 1-56,-1 0 64,0-1-40,1 4-40,1-6 48,0 2 16,0 0-72,0 1-8,0 3 16,1-4 40,1 0-40,-1-2 40,1 3 24,5 3-88,-6-4-32,6 0 56,-5 1 0,5 3 0,-6-6 56,1 2-8,7 0-56,-7 1-24,6 3 32,-5-6 0,3 2 0,-5-2 32,2 7 8,3-6-40,-4 2 40,0-1 32,4 5 0,-4-5-72,-2-2 88,2 2 8,-1 1-56,-1 3-16,0-6 32,0 2-8,0 4-48,0-5 40,0 1 16,0 0-56,-2 1-80,-1 3-80,-3-6-232,4 2 392,2-1-632,-7 1-352,4 0-496,-5 0-617,5 1-759,-7 0-721,4-2 3577,6-1-3137,-8 2 929,0-1 775,-3 1 465,1-2-1280,10 0 2248</inkml:trace>
  <inkml:trace contextRef="#ctx0" brushRef="#br0">50245 19617 16211,'0'0'0,"0"0"2272,0 0-1519,0-1-457,0 0-296,0 1 136,0-1 40,2-1 32,-1 0 72,2 0 72,4-1-32,-5 0-320,-1 2 256,6-2-72,-4 0-120,5 0-40,-6 0 16,7-1 16,-7 2-56,-1 1 64,9-3-24,-3 2-32,1-2-96,-1 1-80,0 0-232,-2 0 400,-3 2-840,6-1-664,-1 0-1065,0-1-1184,0 1 24,-1-1 969,-1 1 2760,-3 2-1873,4-2 137,-4 1-272,-2 1 2008</inkml:trace>
  <inkml:trace contextRef="#ctx0" brushRef="#br0">50493 19593 11290,'0'0'0,"0"0"3313,0 0-3313,0 0 1112,0 0-728,0 0-232,0-1 48,0 0 168,0 0 152,0 0-520,0 1 592,0 0-88,2-1-103,-1 0-137,1-1-40,0 1 24,-2 0-248,1 0 232,1-1 8,0 0-32,1 2 0,-1-1-8,0 0 8,0 1-208,-1 0 160,1-2 8,5 1-48,-7 1-32,2-1 40,1 1-8,-2 0-120,0 0 112,1 0-16,1 0-48,0 0-8,-2 1 40,0 2 0,0-1-80,0 2 56,1-2 8,-1 5-24,1-5 24,-2 6 56,0-5 24,0 2-144,0-1 176,0 3-56,0 1 0,0 0 40,0 0-24,-1 0 41,0-5-177,0 2 192,-2 3-32,1 0-24,-1 0 32,1 0 32,-1 0-32,1-4-168,1 1 192,-3 3-48,2 0-48,-1-1-8,1 1-8,-1-2 16,3-2-96,-2-1 72,0 4-32,0-5-24,1 6-16,1-5 16,-1 3 0,0-5-16,0 0 24,1 1-8,0 0-16,0 1-32,0-1 24,0 1-104,0-2 112,0 0-128,3 0-96,0-1-128,-1 2-48,0-2-64,6 2-105,-7-2 569,0 0-648,7 1-128,-6-1-152,7 0-144,-7 0-217,8 0-319,-7 0 1608,2 0-1992,2 0-457,0 0-303,0 0 223,1 0 713,-1-1 703,-4 1 1113,1 0-624,4-2 48,-1 1-1744,-7 1 2320</inkml:trace>
  <inkml:trace contextRef="#ctx0" brushRef="#br0">50785 19735 11530,'0'0'0,"0"0"4161,0 0-2073,0 0-2088,-1 0 1089,1 0-465,0 0-96,0 0 0,0 0 56,0 0 104,0 0-688,-1 0 632,1 1-144,-1-1-80,0 3-111,0-1-89,0 5-32,0-7-176,-1 1 120,-1 6-64,1-6-16,-1 6 16,-3-6-40,3 6 40,2-6-56,-1 0 24,-5 6-64,5-4-56,-5 5-120,5-5-224,-5 6-265,5-8 705,0 0-1032,-6 8-352,2-7-304,-1 8-329,1-7-487,2 5-713,3-7 3217,-6 1-3185,5 5 793,-5-5 783,4 0 553,1 1-1200,2-3 2256</inkml:trace>
  <inkml:trace contextRef="#ctx0" brushRef="#br0">50713 19749 11442,'0'0'0,"-1"0"4977,0 0-2352,-1 0-1441,2 0-1184,-1 0 624,-1 0-224,1 0-64,1 0 24,-1 0 48,0 0 32,1 0-440,-1 0 400,1 0-87,0 0-25,0 0-32,0 1-8,0 2 32,0-2-280,0 1 224,2 4-72,-1-4-24,1 4-32,0-4-24,1 4 8,-3-5-80,3 1 88,-1 5-88,0-5 0,0 8 0,5-8-128,-5 6-128,-2-7 256,7 1-488,-6 7-376,5-6-305,-4 6-287,4-7-400,-4 7-497,-2-8 2353,8 0-3153,-6 7-687,7-7 743,-2 5 960,0-6 857,1 3 368,-8-3 912,7 0-2032,-7 0 2032</inkml:trace>
  <inkml:trace contextRef="#ctx0" brushRef="#br0">50989 19533 9762,'0'0'0,"0"0"3240,-1 1-1471,-1 1-793,0-1-216,0 1-760,1-1 808,-1 1 112,0 6-55,-1-5-97,1 6-144,-1-1-200,1-1-424,2-6 336,-3 9-136,0 0-96,1 1-32,-1 1 32,0-1-40,2 0-64,1-10 64,-1 10-16,-1-1-72,2 1-16,0-1 16,0 1-56,2-2 80,-1-8-184,0 9-136,7-1-272,-6 0-208,6 0-200,-2-3-217,-4-3 1217,-1-3-1472,8 7-280,-7-5-393,6 1-335,-7-1-1,6 0 617,-5-2 1864,-2 0-1257,7 0 545,-4 0 56,4 0-1592,-7 0 2248</inkml:trace>
  <inkml:trace contextRef="#ctx0" brushRef="#br0">51145 19625 10018,'0'0'0,"0"0"3552,-1 0-1487,-1 0-2065,1 0 1112,-2 0-336,0 3-224,-4-1-56,5 0-47,-1 5-81,-2-5-368,3-2 320,-1 8-8,-5-6-64,4 7 16,-4-7 40,5 8-8,-4-5-296,5-3 320,-4 5-8,-1 1 8,1 2-16,3-1 8,-5-1-16,6-1-296,2-5 280,-3 7-71,2-2-89,0-1-24,1 1-56,0-5 16,2 5-56,-1-5 56,6 1-16,-4 5-16,5-6-48,-1 5 40,0-7-8,-1 1-8,-3 0 16,5 1 40,1-2-72,1 0-8,-1 0 32,-1 0-8,-2-1 0,-4 0 56,7-1-40,-1-1-32,0 1 8,0-5-8,0 5 56,-3-3-40,-2 3 24,4-5 24,1 1-64,-6-1-24,5 0 48,-7 5 8,1-3-16,0 2 40,1 1 16,-2-7-56,0 6-24,0-5-8,-1 5 24,0-2 8,1 2-32,-3 0-24,-4-5-80,5 4-56,-5-3-40,3 4-65,-1-1 297,2 1-320,0 1-80,-4-5-72,4 5-104,-4-1-136,4 0-248,-1 1 960,2 1-1281,-1-2-439,-4 0-576,5 1-625,-1-1-200,2 3 673,0-1 2448,1 0-1633,-1 0 721,1 0 392,0-1-1000,0 2 1520</inkml:trace>
  <inkml:trace contextRef="#ctx0" brushRef="#br0">51364 19418 13066,'0'0'0,"0"0"4121,0 0-2240,0-1-1881,0 1 1072,-2 0-424,0-1-200,0-1-88,1 0-56,-1 1-40,1 0-264,0 0 208,-1 0-40,-1 0-56,1 0-8,-1 0 72,1 0 40,1 1-216,0-1 240,-2 0-7,0 1-41,1-1-16,0 0-16,-1 0-16,3 1-144,-2 0 152,-1 0-72,2 0-40,-1 0 0,0 0 8,1 0-8,1 0-40,-1 0 24,0 0-8,0 0-56,1 0 8,-1 2 8,1-2 48,0 1-24,0-1 32,0 2-72,0 0 8,0-1 32,1-1 32,0 1-32,0 0 8,1-1-48,0 2-16,1-2-16,-1 1-32,1-1-8,-3 0 112,2 0-168,1 0-32,3 0-32,-4 0 24,0 0 47,0 0 25,-1 0 136,1 0-104,4 0-64,-4-1 8,0 0 32,0-1 32,1 1 72,-3 1 24,2-1-16,0 0-48,1 0 8,-1 0 16,0 0 32,1 1 48,-2-1-40,0 1 24,0-1-48,1 0-8,0 0 8,-1 0 48,-1 1 32,1 0-56,0 0 56,-1 0-16,2 0 0,-2 0 64,0 0 16,0 0 48,0 0-168,0 0 152,0 0-32,0 0 0,0 0-24,0 1 17,0 1 7,0-1-120,0 0 96,0 2-16,0-1-16,0 1 48,0 4 24,0-6 48,0 0-184,0 4 160,1-3-32,-1 4-32,0-4 0,0 5 0,2-6-8,-2-1-88,0 7 56,2-6-72,-2 6 16,1-6 32,-1 7 8,2-6 0,-2-1-40,0 7 32,1-5-64,-1 5-8,1-5 24,1 6 0,-2-7 48,0-1-32,2 8-88,-2-8-136,2 9-192,-1-8-224,-1 6-265,2-5-335,-2-3 1240,1 7-1672,1-5-697,0 6-871,-1-6-849,1 5 696,0-6 1080,-2 0 2313,1 5-1360,1-4 752,0-1-400,-1 0-408,-1-1 1416</inkml:trace>
  <inkml:trace contextRef="#ctx0" brushRef="#br0">47090 10114 8,'0'0'0,"14"7"0,-14-7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dev"/>
          <inkml:channel name="Y" type="integer" min="-2.14748E9" max="2.14748E9" units="dev"/>
          <inkml:channel name="F" type="integer" max="32767" units="dev"/>
        </inkml:traceFormat>
        <inkml:channelProperties>
          <inkml:channelProperty channel="X" name="resolution" value="1000" units="1/dev"/>
          <inkml:channelProperty channel="Y" name="resolution" value="1000" units="1/dev"/>
          <inkml:channelProperty channel="F" name="resolution" value="0" units="1/dev"/>
        </inkml:channelProperties>
      </inkml:inkSource>
      <inkml:timestamp xml:id="ts0" timeString="2025-12-04T01:47:14.19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158582 57232 14435,'0'0'0,"-1"0"3440,0 0-2616,-1 0-455,0 0-105,0 0 64,1 0-328,0 0 448,-1 0 152,1 0 80,0 0 16,0 0-8,0 0-7,0 2-681,0-2 616,0 3-80,0 6-32,0-6-56,0 7-32,0-1-16,0-4-400,1-2 376,-1 6-88,0 1-24,1 0-104,0 3 16,0 1-72,0-2-104,0-9 56,0 15 64,0-1-152,2-1 80,0-1-24,0-2-48,-2-3 24,0-6-16,2 8-72,0 0-224,0-1-152,0-1-216,0-7-160,-2 5 840,0-5-912,2-1-104,-2 1-193,2 1-159,-2-3-128,2 1-193,-2-2 1689,0 0-1968,2 0-489,0-1-527,0-1 215,0-7 777,-2 5 743,2-3 1249,-2 3-552,2-6 104,-2 0-792,2-2-600,-2 12 1840</inkml:trace>
  <inkml:trace contextRef="#ctx0" brushRef="#br0">158595 57178 7089,'0'0'0,"0"0"2168,0 0-79,-1-1-2089,1 0 1544,-3-2-383,1 0-297,1 0-192,0 0-56,0 0-80,0 1-536,1 1 480,-1-1 24,0 0-128,1 0-16,0 0 17,0 0-65,0 2-312,0-1 384,0 0-24,0 0-48,2 0-8,0 1-8,1 0-40,2 0-256,-1 0 256,0 2-64,6 0-40,-7 1-48,9 0-8,-3 0-32,-3-1-64,-1-1 80,8 2-32,4 8-16,1-3 16,-1 1 8,-1 0-8,-8-5-48,-1 1 136,8 3-56,0 1-24,-2-1 16,0 1-80,-1 1 48,-6-5-40,0 0 48,5 5-32,0 1 0,-1-1-8,-1-1 32,-6 1-8,2-5-32,1-1 88,-3 5-32,0-1 0,0 0 48,0 1-24,-1-7 72,-2 4-152,0 0 145,0-3 7,0 8-32,-1-8 32,-2 8 16,-1-8-32,-1 2-136,1 1 160,0-3-56,-10 10-56,3-5 0,-2 0-24,-3 0-40,8-5 16,-1 2 32,-9 3-16,0-5-88,0 7 0,2-8-136,1 1-88,8-2 296,0 1-344,-6 0 7,0-2-31,5 0 40,4 2-8,0-2-80,2 1 416,0 0-456,-1-1-168,0 2-176,2-2-96,0 2-33,1-2 57,0 0 872,0 0-784,0 0 112,3 0 72,0 0 136,5 0 88,-5 0 104,1 0 272,2 0-161,2 0 33,1 0 8,0 0 48,0-1 8,0 0 56,-5 1 8,2-2 88,4 0 136,0 0 161,2 0 191,2 0 144,-1-1 48,-8 2-768,4-1 800,6-1-104,3 0-24,-2-1-31,2 0-49,0 0 8,-12 3-600,6-2 544,5-5-88,0 6-80,-2-3-8,0-3-24,-1 4-24,-9 1-320,5-3 280,2 4-104,2-8-16,-2 2-23,-1 0 39,0 0 16,-8 7-192,3-2 160,2-7-32,-5 6-24,6-5 24,-6 5 24,1-4 24,-2 7-176,4-1 128,-6-2-32,2-4-40,0 5 0,0-1 16,-2-4 8,0 7-80,0-1 112,0-2-56,0-4 0,-2 5 32,1-1-32,-2-4 88,2 7-144,-2 0 128,0-2-56,-1 0-8,-4 3 8,5-1 16,-1 1 8,2 0-96,-5 0 72,4 2-72,-6 7-8,6-6 16,-6 6 8,6-6 56,2-1-72,-2 6 72,-5-5-112,5 8 8,0-8 16,0 10-24,-1-5 24,4-7 16,-1 6-40,0 1-88,1 0-32,0-5-40,2 8-80,1-8-96,-3-2 376,9 8-560,-6-6-144,7 6-145,-1-7-119,0 1-104,3 0-152,-9-2 1224,7 0-1377,4-1-215,3 0-176,0 0-81,0 0-191,0-2-57,-14 2 2097,12-3-1912,1-1 432,2-5 535,-1 5 465,-1-6 272,0 6-16,-14 2 224,11-6-352,1-1-376,-1 1-1376,-13 8 2104</inkml:trace>
  <inkml:trace contextRef="#ctx0" brushRef="#br0">159370 57311 2496,'0'0'0,"0"0"1504,2 0-984,-2 0-520,0-1 849,2-1 559,-2 0 624,2 0 401,-2 0-89,0 0-399,0 2-1945,0-3 1576,0 1-328,0-1-191,0 1-185,-1 0-160,0 0-16,1 2-696,-3-2 616,0-1-128,0 2-32,-5 1-87,5-1-113,-1 1 16,3 0-272,-6 0 224,3 0-144,1 1 8,-6 2-48,6-1-40,0 1 72,3-3-72,-4 3 48,0 0-56,1 0 8,0 0-32,0 0-24,2 0 48,1-3 8,0 3-16,0 0-80,0 5 40,2-6-16,0 0-8,1 1 40,-3-3 40,8 3-32,-6 5-8,6-6 24,-6 2 32,6-2-16,-6 1 40,-2-3-40,8 8 56,-5-5-72,5-2 8,-6 8 16,6-7 8,-6 5-16,-2-6 80,8 1 32,-6 6-56,1-6 32,0 6-8,-1-6 16,0 6-96,-2-8 128,0 2-16,0 7-96,0-8 8,-1 7 16,0-6-24,-1 6-16,2-7 88,-3 1-80,-1 6-48,0-6-40,0 1-48,-4 0-96,5 0 224,3-3-336,-4 3-152,-5-1-209,7 0-199,-2-2-208,-5 0-352,7 0 1456,1 0-1905,-3-1-583,-4-2-609,5-1-144,-1 0 729,0-4 864,0 5 1648,4 2-921,-4-2 473,1-6-200,1 6-1608,2 3 2256</inkml:trace>
  <inkml:trace contextRef="#ctx0" brushRef="#br0">159432 57314 6385,'0'0'0,"0"0"2576,0 0-2576,0 0 2681,1 0-401,2 0-343,0 0-169,0 0-223,0 0-273,4 0-1272,-6 0 1104,1 2-136,1 0-176,0 0-55,0 1-65,0 0-136,0 5-536,-3-7 488,3 2-72,0 6-216,0-6-24,0 8-64,1-7-72,-2 5-40,-2-7 48,2 1-8,1 8-80,-1-8-80,1 8-136,-2-8-288,1 5 544,-2-6-928,2 2-472,1 4-489,-1-5-495,-1 5-633,1-8-832,0 2 3849,-1-1-3689,1 0 1001,0-1 935,0 0 865,0 0 192,0-4-1456,-2 4 2152</inkml:trace>
  <inkml:trace contextRef="#ctx0" brushRef="#br0">159509 57162 15627,'0'0'0,"-1"-1"3625,0 0-2649,-1 1-976,0 0 520,-2 0-160,0 0-88,1 0-120,0 0-72,0 0-40,1 0-40,1 0 48,-2 0-32,1 0-80,0 2-56,1-2-48,1 2-168,0-2 336,0 0-584,0 3-376,0 0-401,2 5-423,1-5-408,5 6-449,-7-7 2641,0-1-2737,8 10 457,-6-2 680,13 1 599,-4 1 25,3 0-1328,-15-11 2304</inkml:trace>
  <inkml:trace contextRef="#ctx0" brushRef="#br0">159670 57250 3320,'0'0'0,"0"0"776,0 2-680,0 0-56,0-1-40,0 1 32,0-1-24,2 2-16,-1 1 0,2-1 16,-1-1 8,-2 0-16,2-1 16,0 3 0,0-1-16,0-2 8,0 2 40,0-1 32,-1-1-80,0 0 88,1 1 8,1 0-7,0 0 7,0 0 16,0 1 32,-2-2-144,1 1 168,1 1 32,0 0 48,0 0 56,0 0 56,-1 0 8,-1-2-368,0 1 352,1 1-64,0 0-32,0 0-24,0-1-8,0 0 64,-1-1-288,1 0 344,-1 1 80,1 0 145,0 0 191,1 1 224,-2-3 144,0 0-1128,0 1 1200,1-1-79,-2 0-121,3 0-88,-3 0-40,2 0-24,-2 0-848,0 0 801,0 0-105,0 0-80,-2-1-16,2-1-96,-4 1 8,4 1-512,-3-1 448,1 1-56,-3 0-39,-3 0 15,5 0-40,-1 0-16,2 0-312,-6 0 280,5 0-96,-7 0 8,6 2-8,-5 1 0,5-2 0,1 0-184,-5 0 128,6 3-56,-8 4-32,7-7 48,-6 3-8,6 4 24,1-8-104,-4 2 56,3 1-56,0 0-32,0 5 48,1-6 0,0 1 24,2-3-40,-1 3-16,0 0-40,1 0 16,0 0 8,0 0 32,2 0 16,-2-2-16,2 1-24,1 0-48,0-2 0,6 0 16,-7 0 64,6 0 8,-6 0-16,-2 0-16,8 0-24,-5 0-48,7 0 24,-7-1 32,6-2 0,-9 3 32,3-3-56,6 0-40,-6 0-16,6 0 40,-6 0-40,6-1 40,-7 3 72,-1-1-80,8-2-64,-7 1 64,7-1 8,-7 1 72,0-1-24,-1 3 24,7-2-16,-6 0-56,1 0-24,0 0 80,0-1-24,0 2 72,-3 1-32,2-2 8,0 0-32,0 1 40,0-1-16,-2 1 8,0 0 64,0 2-72,0-1 40,0 0-40,0 0 0,0 0 0,0 1 16,0 0 0,0 0-16,-1 0 40,0 0-72,0 2 24,0 0 32,0 1-40,0 5 64,1-7-48,-1 1 40,0 7-40,0-6 16,0 9 40,0-3-32,0 3 48,1-11-72,-1 12 72,0 1-88,0 1 56,0-1 32,0 2-16,1 1 72,0-16-128,0 15 120,0 0-64,0 1 64,0-1 8,0-1-32,-1 2 32,1-17-128,0 18 128,-2-1-56,2-1-16,-1 0 16,0-1-16,1 0-56,0-14 104,-1 12-16,0 0-64,0-1-8,0 0 40,-1-1-8,-1-3-8,3-7-40,-2 6 88,0 2-104,0-6 16,-2 6 40,1-7-24,1 1-16,1-3 48,-3 8 8,1-6-88,-1 0 24,-4 0 8,5 0-48,-1-2 48,4 0 16,-8 0-72,5 0-136,-1 0-80,-4-1-88,5-2-120,-6-1 480,8 4-560,-1-9-104,-7 6-241,5-7-167,-4 6-72,5-7-120,0 3 1264,3 7-1305,-4-8-103,1 0-320,0 0-353,0 1-511,1 0 87,1-1 2505,1 9-1888,0-9 632,0-1 631,0 1 273,0 0-160,2 0-456,0 1 968,-2 7-2176,0 1 2176</inkml:trace>
  <inkml:trace contextRef="#ctx0" brushRef="#br0">159876 57373 7761,'0'0'0,"0"-1"0,0 1 2633,0-1-113,0 1-695,0 0-193,0 0-32,0 2-151,0 0-1449,0-1 1256,0 2-216,0 0-200,0 0-128,0 5-47,0-6-129,0 4-536,0-4 456,0 0-48,0 6-152,0-5-56,0 6-32,0-6-24,0 3-144,0-4 144,0-1-32,0 7-40,0-5-56,2 5 40,-2-6-24,1 0-32,0-1 56,-1 7 16,2-6-88,-2 1 0,2 0 32,-2 0-16,2-2 0,-2 0 16,0 1 8,2-2-48,0 0-24,0 0 24,0 0 24,0-1 0,-1 1 24,2-1-24,0-2-24,0 0-48,1-1 16,4-4-8,-7 6 64,0 1-40,7-8 24,-6 6-72,6-7 8,-5 7-24,6-7 64,-7 8 40,-1 1-32,8-8 24,-6 6-8,6-5-40,-6 5 24,6-1 16,-7-2 16,-1 4 16,11 1 0,-9-2-48,8 1 8,-8 0 8,8 1 32,-9 0-16,-1 1 56,10 0 0,-8 0-72,6 0 16,-6 3 0,6 5-16,-7-7 16,-2 0 64,8 2-24,-6 0-96,7 6-16,-7-7-32,6 6-136,-7-6 240,0-2-376,7 8-264,-6-5-360,1 0-233,0-1-247,5 7-344,-7-8 1824,0-1-2393,1 4-936,1-1-295,0 0 823,-1 0 913,0 0 847,-2-2 1041,0 1-592,0 1-432,0 0-984,0-3 2008</inkml:trace>
  <inkml:trace contextRef="#ctx0" brushRef="#br0">158428 57825 9946,'0'0'0,"0"0"2040,0 0-792,0-1-359,0 0 7,0 0 120,3 0 160,-3 1-1176,1-1 1168,2 0-127,7 0-89,-8 0-64,8 0-64,-2 0-8,-6 1-816,5-1 777,4 0-137,3 0 16,5 0-96,3 0-24,4 0-16,-18 1-520,12-1 416,11 0-120,4 0-64,4-1-40,1-1 24,1 1 113,-30 1-329,18-1 296,15-2-80,3 0-72,2-4-8,0 5-40,-2-1-24,-35 1-72,26-3 48,10 2-64,1 1-32,2-6 80,-2 7-96,1-1 80,-39 1-16,25-4 48,14 4-136,-2-1 56,1 0 0,0 0-40,-3 0 88,-35 3-16,25-1 0,7 0-80,0 1-8,-2 0 40,-1 0 8,-1 2-40,-32-1 80,22 1-160,6 1-168,-2 0-145,-1 0-39,-3 0-72,1-1-72,-24-1 656,14 0-840,6 1-296,-2 0-305,0-2-303,-1 0-360,-1 0-641,-18 0 2745,14-2-3889,2 0 352,-4-1 881,-2-5 911,-2 4 961,-2-5 112,-9 7 672,6-5-1272,-5-1-96,-2 8 1368</inkml:trace>
  <inkml:trace contextRef="#ctx0" brushRef="#br0">158233 58596 3608,'0'0'0,"0"0"632,0 0-464,0 0 40,0 0 177,0-1 247,0 1-632,0 0 992,0 0 248,0 0 80,0 0-7,0 0-121,0 0-128,0 0-8185,-1 0 15234,0 0-7224,0 1-65,0 3-80,0-1-24,0 7-40,0-8-680,1-1 664,-1 10-47,0-2-89,0 3-32,-1 3-48,-1 4 0,1-9-448,1-2 408,-2 11-96,0 1-56,0 0-88,0 0 56,2-2 56,0-9-280,0-1 128,0 10-8,-1-2-104,0 1-56,0-2 104,1 0-32,0-6-32,1-1 40,-1 8-96,-2 0-8,1-1 24,1-1-16,0-2 40,0-5 16,1-1-40,-2 4-104,1-2-128,0 0-200,0-5-160,1 5-192,0-7 824,0 0-1096,0 1-225,0 0-335,0 0-312,0-2-305,0 0-360,0 0 2633,0 0-2304,0-1 640,2-2 615,-2-1 537,3-6-32,-3 1-1832,0 9 2376</inkml:trace>
  <inkml:trace contextRef="#ctx0" brushRef="#br0">158173 58808 6993,'0'0'0,"-1"0"1744,0 0-223,1 0-257,-1 0-1264,0 0 1112,0 0-48,0 0-31,0 0-33,0 0 32,1 0-48,0 0-984,0 0 969,0 0-113,0 2-176,0-2-64,0 2-120,0-2-64,0 1-432,0 0 336,0-1-56,0 2-56,0-2-64,0 2 56,2 0-16,-1-1-200,0 0 176,1 2-55,0-2-41,1 1-80,5 1 16,-6-1 8,-1-2-24,2 2 0,6-1-40,-7-1-64,8 3-57,-7-3-55,8 2-192,-10-2 408,1 0-720,9 0-328,-8 0-376,8 0-241,-8 0-303,9-1-409,-12 0 2377,2 1-2848,10-3 55,-9 0 729,6-2 711,-6-4 617,6 6 64,-8 1 672,0-5-2320,-1 7 2320</inkml:trace>
  <inkml:trace contextRef="#ctx0" brushRef="#br0">158364 58598 7977,'0'0'0,"0"0"3009,-1 0-865,0 0-2144,1 0 1209,-3 2-377,1 1-16,1 0 56,-1 6-24,-1-7 0,3-1-848,-1 7 809,-2-5-105,1 9-8,0-3-8,-1 4-16,0 3-104,3-13-568,-3 10 504,0 5-119,0-1-57,0 2 24,0 0-64,0-1 8,3-15-296,-3 12 248,1 2-104,0 1-8,0-2-48,0 0-64,1-1 80,1-13-104,-1 11 40,0 2-112,0-1 0,0-1 16,0 0-40,0 0-72,1-11 168,-1 7-392,1 0-296,0 0-225,0-7-255,0 8-224,0-8-240,0-2 1632,0 3-1977,0 0-511,0-1-585,0 0 0,0-2 769,2 0 783,-2 0 1521,2 0-808,1 0 144,0-2-1696,-3 2 2360</inkml:trace>
  <inkml:trace contextRef="#ctx0" brushRef="#br0">158548 58876 4160,'0'0'0,"0"-1"504,0 0-95,0 0 207,0 0-616,0 1 976,0-1 360,0 0 257,0 0 111,0 0-64,0 0-127,0 0-1513,0 1 1336,0-1-160,0 0-160,0 0-103,0 0-33,0 1-96,0 0-784,0 0 696,-1 0-40,0 0-112,-2 0-80,0 0 65,0 0-113,0 0-416,3 0 376,-4 0-8,2 0-200,-1 0-72,0 2 16,0 0-64,0 0-48,2-2 80,-2 2 16,0 0-96,1 0 32,-2 0 48,1 0-64,1 0-16,2-2-40,-2 2 40,1 0-72,0 0 32,0 0 112,0 0-48,1 0-24,0-2 32,0 2 48,0 0-80,3-2 0,5 2 40,-6 1-64,5-3 24,-5 0 16,1 1-8,6-1-64,-6 2 56,8-2 32,-8 2-32,6-2 0,-7 0-40,1 0 48,8 0-32,-8 0-8,8 0 136,-8 2-96,6-2-8,-7 0 48,1 3 24,8-3-104,-8 1 32,6-1 88,-6 3-88,3-3 0,-4 0 24,0 1 32,6 2-112,-6-1 72,1 0 8,0-1-32,-1 1 8,-2-1-16,2 1 32,0 0-8,-2 1-16,0 0 48,0 5-40,0-7 0,0 0 56,0 2 0,-1 0-96,-1 0-88,-1 0-40,-1 0-200,-2-1 368,4-1-448,-1 2-144,-1 0-281,-4-1-199,5 0-248,-6 0-392,6 0 1712,1-2-2161,-8 2-679,2-2-513,-1 2 344,0-2 841,0 0 879,2 0 1289,5 0-664,-7 0 160,0-3-448,0 0-896,9 3 1848</inkml:trace>
  <inkml:trace contextRef="#ctx0" brushRef="#br0">158445 58820 4512,'0'0'0,"0"0"0,0 0 4505,-2 0-2288,2 0-713,-2 0-328,-1 0-7,-1 0 63,2 0-1232,2 0 1176,-4 0-96,1 0-167,0 0-105,0 0-56,0 0-40,1 0-712,1 0 656,-2 2-32,-1 1-151,0 0-49,0 1-24,1-1-128,0-2-272,2 0 312,-2 8-104,-1-7-128,0 6 32,1-6-40,0 6 88,1-6-160,1-1 96,-3 10-96,2-8 0,-1 8-56,-1-3 96,2 2-24,0-6-16,0 1 24,0 4 40,-2 0-168,2 0 48,1 0-56,0-1-128,1-3 240,-1-2-240,1 5-192,0-5-144,3 9-121,0-9-103,6 6-104,-7-8 904,-1 0-1040,9 2-160,-7 0-129,8 0-95,-2-1-200,2-2-201,-4 0 1825,-1 0-2016,10-1-89,2-3 201,-1-5 504,-1 6 504,1-8 407,-9 7 489,2-1-224,7-5-104,0-1-360,-1 0-1656,-16 11 2344</inkml:trace>
  <inkml:trace contextRef="#ctx0" brushRef="#br0">158716 58842 4408,'0'0'0,"0"0"505,0 0 71,0-1 312,0 0 384,0-2 216,0 3-1488,0-1 1601,0-2-81,0-1-224,2 1-127,-2 1-105,0-2-104,0 3-960,0-1 944,0 0-112,0 0-151,0 0-81,2 1-96,-2 0-64,0 1-440,0-1 408,0 0-72,0 1-24,2 0-24,-2 0 8,2 0-32,-2 1-264,0 0 280,2 2-56,-2 0 8,2 0-31,0 0 7,0 1 8,-1-1-216,0 3 192,1-4 32,0 6-72,0-6 40,0 6 8,0-5 8,-1 0-208,0 3 192,1-3-8,1 6-40,0-6-16,-1 6 56,1-6-16,-3 1-168,1 2 208,1-3-80,1 10-56,-1-5 24,0 0 24,-2 0 24,0-6-144,1 4 160,-1 2-72,0 0-56,0 0 24,0-5-16,0 8 24,0-10-64,0 1 56,-1 10-88,-1-9 16,-2 7 32,1-7 0,1 6 0,-1-8-16,-3 0-16,3 7-264,-1-6-120,-4 1-168,5 0-192,-6 0-40,8-2 800,-2 0-1016,-7-1-321,6 0-359,-7 0-465,9 0-671,-7 0-489,8 0 3321,-2-1-3345,-4-2 833,3 0 920,1 0 759,-1 0 417,1 0-208,3 2 624,-2-1-2288,2 2 2288</inkml:trace>
  <inkml:trace contextRef="#ctx0" brushRef="#br0">158953 58818 14971,'0'0'0,"0"0"2368,0 0-2368,0 0 856,0 0-207,0 0 39,0 2 72,0-2-32,2 0-112,0 0-40,-2 0-576,2 0 528,0 0-112,0 0-31,1 0-65,0 0-72,0 0-24,-3 0-224,9 0 176,-7 0-88,6 0-64,-6 0 32,6 0-72,-6 0 48,-1 0-32,8-1 8,-7 0-160,8 0-160,-7 0-320,6 0-465,-6 0-455,-3 1 1552,9-1-2072,-6 0-801,6 0-872,-6 0 184,6 0 913,-6 0 935,-3 1 1713,8-1-920,-6 1-192,7 0-864,-9 0 1976</inkml:trace>
  <inkml:trace contextRef="#ctx0" brushRef="#br0">159037 58891 16363,'0'0'0,"-1"0"3169,-1 0-1897,-2 0-384,-4 0-40,7 2-56,-2-2-792,3 0 673,-4 2-113,0-2-144,1 0-24,0 0 48,0 0-56,1 0-384,2 0 416,-1 0-96,-1 0-144,1 0-48,1 0-40,0 0 32,0 0-120,0 0 144,3 0-72,-1 0-56,1 0-16,1 0 16,4 0 16,-7 0-32,0 0 16,7 0 8,-6 0-152,8-1-96,-7 0-96,8 0-240,-8 0 560,-3 1-704,12-1-264,-3 0-312,0 0-273,1 0-319,-1 0-417,-2 0 2289,-5 1-2856,7-1-689,0 0 248,0 1 889,0 0 895,0 0 745,-1-1 768,-7 1-640,8 0-1624,-9 0 2264</inkml:trace>
  <inkml:trace contextRef="#ctx0" brushRef="#br0">159447 58843 14675,'0'0'0,"-1"0"5849,0 0-3961,-2 0-887,-1 0-169,-1 0-8,4 0-824,0 0 728,-2 0-184,0 0-152,0 0-64,2 0-16,-2 0-24,2 0-288,0 0 328,0 0-79,0 0-65,0 0-48,1 0-32,0 0 16,0 0-120,0 0 144,0 0-8,2 0-120,1 0-16,1 0-32,-1 0 8,-2 0 24,1 0 40,6 0-24,-6 0-16,6 0-72,-5 0-96,8 0-144,-9 0 312,-1 0-481,10 0-239,-8-1-264,8 1-248,-1-1-296,-1 1-417,-4-1 1945,-1 1-2536,5-1-905,2-1-1048,2 1 888,1 1 1089,-1-1 1007,-4 0 1505,-4 0-608,7-3-160,-1 1-1128,-11 3 1896</inkml:trace>
  <inkml:trace contextRef="#ctx0" brushRef="#br0">159974 58255 5977,'0'0'0,"0"0"1496,0 0-1496,0 0 1776,0 0-63,0 0-113,0 0-144,0 0-215,0 0-209,0 0-9850,0 0 18540,0 0-8914,-1 0 1,0 0 23,0 2 16,0 0-40,1-1-808,-1 2 744,0 0-96,-1 6-104,0-6 33,0 7-57,0-2-24,1-5-496,-1 3 464,-1 6-72,-5 3 8,5 1 48,-1 2-64,-4 0 24,7-13-408,-1 10 336,-2 5-64,0 3 25,-1 0 15,1 3-16,2-2-8,1-17-288,-2 14 272,0 5-104,2 3 16,-1-2 8,1-1-32,0 4-8,1-24-152,0 16 72,0 8-24,-1 0 16,1 0-16,0 0 104,0 0-56,0-24-96,0 17 0,0 5 0,0 1-16,0-1 72,2-1 8,0-1 0,-2-22-64,2 17 16,1 3-96,1-1 64,4-1-32,-6 1 80,1-2-16,-2-18-16,9 15-64,-7 2-56,9-2-160,-4-2-104,0 0-160,-5-2-240,-2-12 784,10 9-1057,-1 1-287,0-1-360,1-1-441,-1 0-623,0-2-1073,-9-7 3841,10 1-4865,0 8 1144,0-7 1128,-1 0 1137,-2 0 936,-6-1-88,-2-2 608,2 0-832,7 0-336,-9 0 1168</inkml:trace>
  <inkml:trace contextRef="#ctx0" brushRef="#br0">160649 58070 2560,'0'0'0,"0"0"816,0 0-584,0 0-96,-1 0-136,1 0 144,-1 0-8,0 0-16,0-1 8,0 0 48,0 0 65,0 0-241,1 1 376,-1-1 160,1 0 120,0 0 80,0 0 40,0-1-40,0 0-736,0 2 744,0-2-55,0-2-65,0 2-8,0-3 0,0-2-16,0 4-600,0 2 632,0-3-24,0-4-23,0 5-9,2-1 8,-2-4-32,2 5-552,-2 3 544,0-4-80,0-4-80,0 6-16,0-1 8,2-1 16,-2 0-392,0 4 385,0-4 7,0 0-56,0 1-24,0 0 48,0 0-48,0 0-312,0 2 296,0-2 8,0 2-80,0-2-56,0 2 16,0 0-72,0 0-112,0 1 104,0-1-24,0 1-64,2 0 24,-2 0-16,0 0-24,0 0 40,2 3 64,-2 1-40,2 4 16,-2-6 40,2 6-80,-2-7-40,0 0 16,2 8 8,-2-6-24,2 8-16,-2-2 88,0 0-24,2-1-48,-2-6 16,0 10 24,0-1-64,0 0-8,0 0 64,0 0-48,0 0 16,0-9-16,0 11 16,0 0-80,0 0 0,0-1 16,0 0-120,0-4 184,0-5-352,0 8-184,0-1-336,0-1-240,0 1-169,0-2-327,0-6 1608,0-1-2024,0 7-585,0-6-464,0 0 617,2 0 768,-2 0 679,0-2 1009,0 0-632,0 0-1648,0 0 2280</inkml:trace>
  <inkml:trace contextRef="#ctx0" brushRef="#br0">160488 58304 7913,'0'0'0,"-1"0"2673,0 0-521,-2 0-864,-1 0-159,0 0 63,2 0-1192,0 0 1232,-1 0-23,0 0-177,0 0-168,0 0-64,0-1-56,1 0-744,1 1 688,-2 0-39,0-1-89,0 1-48,0 0-40,0-1-8,1 1-464,1 0 400,-2 0-120,1-1-48,-1 1-72,3 0 0,-2 0 24,2 0-184,-1 0 160,0 0-40,1 0-16,0 0-48,0 0 64,2 0 24,0 0-144,-1 0 136,9 0-24,-7 0-32,6-1-40,-1 0 25,1 1 23,-4-1-88,0 1 72,8-2-40,1 1-16,1 0-16,2 1 40,2-1 24,-9 0-64,1 1 72,10-2-24,-2-1-80,-1 2 64,0-1-32,1 1 8,-11-1-8,2 1 16,9 0-32,0-3-8,2 1 8,-1 0 32,-1 0 8,-10 1-24,1 0 32,9-2-48,1 0-40,-2 0-8,0 0-8,-1-4-32,-9 7 104,1 0-152,8-2-169,-2-1-135,-1 0-112,1 0-120,-1 0-96,-8 2 784,1 1-872,6-2-185,-3-1-223,-1 1-168,-6 2-256,8-1-425,-10 2 2129,0-1-2849,7 0-887,-8 1 639,3 0 881,-1 0 927,-2 0 769,0 0 520,0 0-600,0 2-1496,0-2 2096</inkml:trace>
  <inkml:trace contextRef="#ctx0" brushRef="#br0">160958 58456 3752,'0'0'0,"2"0"448,-2 0-64,0 0 329,0 0 359,0-1-1072,0 1 1440,0-1 241,0 0-161,0 0-152,0-1-104,-1 1-135,0 1-1129,1 0 1064,-1-2-56,0 0-128,0 0-48,0 1 1,0 0-81,0-1-752,1 2 712,-1-1-8,0 0-88,0 0-72,0 0 48,0 0-47,0 0-545,1 1 504,-1-1 8,0 0-104,-1 1-72,0 0 64,0 0-72,-1 0-328,3 0 272,-3 0 24,0 3-152,0 0 0,0 1 32,0 4-32,0-5-144,2-2 136,-2 8-48,1-6-64,-2 9-8,1-4 48,0 1 48,2-2-112,0-5 121,-1 7-33,0 0-40,0 1-64,1-1 56,0 0 24,0-2-64,1-5 72,-1 7 64,1 0-88,0 0-48,0-1-16,0 0 40,2-2-24,-1-4 32,2 7 0,5-7 16,-6 10-96,6-9 48,-5 7 32,5-9-32,-5 0 24,0 2 24,7 0-96,-7 0-40,8-1-32,-8 0 16,6 0 104,-6-2-104,5 0-105,0 0-103,0 0-224,0 0-120,1-1-112,-4 0 768,-2 1-904,5-2-104,0-1-217,0 0-207,0 0-208,0 0-313,-6 1 1953,-1 1-2520,10-2-721,-7 0-200,6 0 873,-6 0 927,7 0 801,-9 1 840,-1 1-392,9-3-248,-7 1-1352,-3 3 1992</inkml:trace>
  <inkml:trace contextRef="#ctx0" brushRef="#br0">160483 58563 6025,'0'0'0,"0"0"1200,0 0 168,0 0 57,0-1 79,0 0 56,0 0-1560,0 1 1561,0-1-89,0 0-168,0 0-152,0 0-143,0 0-121,0 0-888,0 0 808,0 1-144,0-1-128,0 0-72,0 0-16,0 1-71,0 0-377,0 0 344,0 0-40,0 0-136,-1 0 8,1 0-48,0 0 56,0 1-184,0 0 168,-1 2-40,1 0-32,-1 0-72,0 5 48,1-6 0,-1 3-72,1-2 88,-1-1-16,0 6-48,0-6-24,0 6 32,0-6 8,0 3-40,1-2 32,-1-1-8,0 7-64,0-8 8,0 7 32,0-5 0,1 2 0,-1-2 32,0-1-88,0 1-32,0 0 0,0 5 8,0-8 8,0 2 72,0-1-96,-1 2-32,0 0-40,1-1 0,-1 0 16,0 0 24,1-1 128,0 0-96,-1 1 0,0 0-16,0-2-16,1 0 32,-1 0 48,1 0 48,1 0-72,-2 0 48,1-2-64,1-1-8,-1 0 40,0-5 32,0 7 24,1-1 0,-1-7 0,1 6-64,0-7 8,0 6 40,0-7-8,0 9 24,0 1 24,2-10-48,0 7-16,-1-6 24,2 2 0,-1 0 56,-1 4-40,1 0 32,1 0-24,0-6-56,5 6-24,-6-6 16,6 6 7,-7-2 49,0 1 41,9 1-33,-7-6-8,8 6-8,-8-6-9,8 7 34,-10-1-17,0-1 40,9 2-32,-7-5-32,6 5 24,-6 0 16,5-1 40,-7 2-56,0 1 40,7-1 8,-6 0-16,1 2 24,0 0 24,0 0 16,-2 0-96,0 0 120,1 3-40,-2 0-32,0 5 0,0-6 8,0 1 40,0 1-96,0 1 184,0-2-48,0 6-40,-1-6 48,-2 8-32,0-8 8,2 3-120,-1 2 144,-1 1-16,0 0-48,0 0 8,-1 0 24,0 0 16,3-5-128,-1 1 112,-1 3-8,0 0-64,0 0 32,0 1 0,0-1 56,2-7-128,-1 1 112,-1 9-40,1-8-24,-1 6-24,1-7 64,2 6 16,-1-7-104,1 0 112,-1 1-96,0 1-32,-1 0 0,2-1 48,0 0 40,1-1-72,1 0 56,0-1-40,-1 2-48,2-2 8,-1 2 8,1-2 32,-2 1-16,1 0 24,1-1-8,5 0-32,-6 0 8,6 0-24,-6 0 16,1 0 16,2 0 0,-3 0-56,6 0-32,-6 0 32,6 0-72,-5 0-64,0 0 192,2-1-360,-3 0-304,7 0-256,-6-1-241,5 1-223,-6 0-256,0 1 1640,4-2-2049,-4 1-719,6 0-897,-6-1 448,6 0 857,-6 0 872,-1 1 1488,1 0-641,1-1 9,0 0-456,0 0-936,-3 2 2024</inkml:trace>
  <inkml:trace contextRef="#ctx0" brushRef="#br0">160710 58656 7481,'0'0'0,"0"0"2769,0 0-377,0 0-815,0 0-1577,0 0 1264,0 0-24,0 0 32,0 0 41,0 0-113,0 0-112,0 0-8465,0 0 15650,0 0-7553,0 0-135,0 0-89,0 2-112,0-2-88,0 0-296,0 3 208,0 0-96,0 0-40,0 0-16,0 0-32,2 0-8,-2-3-16,0 3 24,2 0-64,-2 0 0,2 0-32,-2 1-208,2-2-264,-2-1 544,0 1-960,2 2-465,-2-1-415,2-1-441,-2 2-703,2-2-729,-2-2 3713,0 2-3105,2 0 809,-2 0 831,0-2 617,0 0-1880,0 0 2728</inkml:trace>
  <inkml:trace contextRef="#ctx0" brushRef="#br0">160736 58584 12450,'0'0'0,"-1"0"3833,0 0-2193,-1 0-631,0 0-33,2 0-976,-1 0 984,0 0-120,0-1-224,0 0-176,0 1-152,0-1-312,1 1 257,-1 0-97,0 0-104,0 0-24,0 0 16,1-1-16,0 1-32,0 0 24,0 0 16,0-1-136,0 1-64,0-1-129,0 0-335,0 1 624,0 0-992,0-1-424,0 0-545,2 0-623,-2 0-769,2 0 80,-2 0 3273,0 1-2464,2-1 800,-2 1 647,2-1-439,-2 1-648,0 0 2104</inkml:trace>
  <inkml:trace contextRef="#ctx0" brushRef="#br0">160300 58816 4913,'0'0'0,"0"0"768,0 0-304,-1 0 72,1 0-536,-1 0 648,0 0 104,0 0 176,0-1 161,0 0 71,0 1 24,1 0-1184,-1 0 1144,0 0-167,0 0-97,0 0-112,0 0-104,0 0-24,1 0-640,-1 0 528,0 0-88,0 0-15,1 0-33,0 0 16,0 0 64,0 0-472,0 0 480,0 0-32,0 0-8,0 0 0,2 0-80,0 0 24,-2 0-384,3 2 360,0 0-64,5 0-23,-5 1 23,6 0-16,-1 0-24,-8-3-256,8 3 280,1 0-80,3 0-24,0 0 40,1 1-48,3-3 32,-16-1-200,20 2 208,1 0-64,0-2-32,2 0 8,0 0-40,2 0 56,-25 0-136,24-1 112,-1 0-72,0-1 24,-1-1-24,1-5 0,0 6-40,-23 2 80,23-4-56,0-4-8,3 6-32,-1-1 64,1-5-24,-1 5-24,-24 3 48,24-4-24,1-5-40,-2 7-8,0-1 24,-2-2 0,-2 2 0,-19 2 0,20-3 40,-1 1-64,1 1 8,-3-2 16,-2 1-16,-2 0 16,-13 3 32,11-1-24,2 0-48,-3 0-32,-1 0 40,-1 0 8,-1 0 24,-7 1-48,8 0-24,0 0-144,-6-1-56,8 1-88,-7-1-64,5 1 424,-7 0-504,0 0-80,6 0-128,-6 0-169,1 0-95,0 0-208,-1 0 1184,-1 0-1312,2 0-57,-1 0-151,0 0-104,0 0-145,0-1-255,0 1 2024,-2 0-2193,2 0 377,0 0 464,0 0 488,0 0 399,0 0-183,-2 0 648,0 0-2600,0 0 2600</inkml:trace>
  <inkml:trace contextRef="#ctx0" brushRef="#br0">160737 59017 5273,'0'0'0,"0"0"480,0 0 152,0 0 312,0-2 296,0 2-1240,0-1 1441,0 0 55,2 0-128,-2 0-159,2-1-73,-2 0-96,1 2-1040,0-1 952,-1-1-120,0 1-111,0 0-113,0 0-24,0 0-48,0 0-536,0 1 504,0-1-72,0 0-80,0 0-64,0 0-8,0 0-32,0 0-248,0 1 240,0 0-24,0 0-72,0 0-32,0 0 9,0 0-9,0 0-112,-1 0 88,-2 2 0,0 0-48,0 1-32,0 0 24,-5 5 24,6-7-56,1 0 40,-3 7 0,-4-5-24,5 4-8,-1-5 48,-4 7-16,6-8-40,1 0 56,-4 8-40,2-7-32,-2 6 32,2-6 8,-2 6 24,4-7-48,-2 0 24,0 7-24,0-6-16,0 6-8,0-6 24,1 1 0,2-1 0,-1-1 24,0 7 8,1-5-24,0-2 8,0 3 16,0-1 8,2-2-40,-1 1 64,2 1-16,0 0-40,7-1 24,-8 0-8,8 0 48,-9-1-72,1 0 80,9 1-24,-8 0-16,8 0 16,-3 0 0,0-2 56,-4 1-112,0 0 128,4 1-32,1 0 8,-1 0 8,-1 0 24,1 0 40,-6-1-176,0 0 184,9 1-16,-8 0-56,8 0 16,-8 0 80,7 0-24,-9 0-184,1 0 216,6 0-8,-6 1-112,1 0 96,0 0 0,1 6 32,-4-9-224,1 1 233,1 2-73,-2 1-80,0 4 24,0-6 16,0 1 24,0-2-144,-1 1 168,-1 6-80,-1-6-40,-5 1 0,5 0-8,-6 5 24,8-7-64,-1 0 88,-8 1-72,6 1-64,-6 0 64,6 0 0,-7 0 0,8-2-16,-2 0 64,-3 1-112,0 0-32,-1 0 56,1 1-72,4-3-24,1 0 120,-4 2-192,3-2-184,-6 0-97,7 0-71,-6 0-136,6 0-80,1-1 760,0 1-936,-2-1-264,0-1-233,2 1-359,-2 0-425,3-1-663,1 2 2880,-1-2-3713,1 0 464,0 0 881,0 0 871,0-1 833,0 0 24,1 2 640,0-2-1016,2-1-984,-3 4 2000</inkml:trace>
  <inkml:trace contextRef="#ctx0" brushRef="#br0">161666 58607 9858,'0'0'0,"0"0"2936,0 0-1055,-2 0-601,1 0-72,1 0-112,-1 0-103,0 0-153,1 0-840,-1 0 656,0 0-192,0 2-64,-2 2-32,1-1-72,1 6 8,0-9-304,-1 3 256,0 7-120,0-2 0,0 1-32,0 0-24,0 1 33,2-9-113,-2 8 80,0 1-64,0 1-32,0-1 40,0 0-48,0 0 40,2-10-16,-2 10-48,0 0-177,0 0-207,1 1-216,0-2-304,0-1-280,1-7 1232,-1 7-1489,0 0-487,0-5-472,1 7-465,0-8 120,0 1 713,0-3 2080,0 3-1384,0 0 431,0-1-935,0-2 88,0 0 1800</inkml:trace>
  <inkml:trace contextRef="#ctx0" brushRef="#br0">161555 58739 8897,'0'0'0,"0"0"2193,0 0-465,-1-1-399,0 0-1329,1 1 1320,-1-1 56,0-1-80,0 0-71,0 0-65,0 0-176,0 0-984,1 2 920,-1-2-80,0 0-135,0 0-97,1 0-24,0 0-104,0 1-480,0 1 368,0-1-24,0 0-168,0 0-64,0 0 64,0 0-104,0 0-72,0 1 88,2-1 40,0 1-112,1 0 0,5 0 24,-6 0-40,1 0 0,-3 0 16,10 0 24,-8 0-48,8 0-24,-7 0 0,9 2-80,-5-2 112,-5 0-320,7 0-240,2 0-352,1 0-488,1 0-417,2 0-599,-1 0 2416,-11 0-3289,16-4-1048,3-4 744,0 0 961,-1-2 975,-1-2 801,-6 2 856,-10 7-1512,13-11-120,-17 14 1632</inkml:trace>
  <inkml:trace contextRef="#ctx0" brushRef="#br0">162216 58101 7305,'0'0'0,"0"0"2921,0 0-697,0 0-912,0 0-207,0 0 7,0 0-1112,-1 0 1088,0 0-104,0 0-215,0 0-169,0 0-88,0 2-40,1-1-472,-1 0 464,0 2-48,0 0-40,0 7-56,0-6-32,0 5-48,1-8-240,-1 1 224,0 9-80,0-3-40,0 1-16,0 1-8,0 0 24,1-4-104,0-2 120,0 6-23,0 1-17,0-1-24,0 0 16,0 0-8,0-5-64,0 0 56,0 5 0,0 1-72,0-3 32,0 1 8,-1 1-48,1-6 24,0 0 40,0 4-40,0-5-40,0 7 64,-1-8-40,1 1 8,0-1 8,0-1 0,0 2-96,0-1 0,0-2-24,0 0-33,0 0 17,0 0 136,0 0-160,0-3-16,0 0-40,0-6 32,0 6 0,0-6 0,0 5 184,0 0-128,0-4-32,0-3-24,-1 0 40,1 0 40,-1-1 56,1 7 48,-1-2-40,0-6-16,1 0-8,0-2 0,0 3 32,0-2 0,0 9 32,0-2 0,0-4-8,0 0-32,0 1 24,0 1 48,2 0-88,-1 5 56,0-1 40,1-3-40,0 4 24,0-4 32,0 5-48,0 0 8,-1 1-16,1 0 8,1-1 24,0 0-64,0 0 32,0 1 16,0 1 24,-1 0-40,0 1 64,0-1-16,2 1-48,-1 0 56,0 0 8,0 2 16,-2-1-80,1 1 136,1 1 8,0 0-8,0 6 56,0-7 32,-1 6 32,-1-7-256,0 0 280,1 7-16,0-5-48,0 8 17,-2-9 39,0 10-24,0-11-248,0 1 272,0 9-48,0-2-32,0 0 64,-1 1 8,-1 0 64,1-6-328,-1 3 256,-1 3-16,0 1-56,-1-1 8,0 0 32,-1 0 0,4-7-224,-1 4 200,-1 2-40,0-1-56,-1 0 0,2-5 8,-2 9 24,4-12-136,-2 3 88,1 5-40,0-6-96,0 1 48,0 0 56,1 0-8,0-2-48,0 1 48,0 1-40,2-1-96,0 0 88,0-2-56,2 2 24,-3-2 32,6 0 16,-5 0-120,6 0 32,-6 0-72,8 0-112,-7 0-64,-3 0 320,11-1-416,-8 0-160,8 0-88,-8 0-104,8 0-176,-8 0-201,0 1 1145,6-1-1472,-6 0-360,8 0-441,-8 0-575,8 0-561,-8 0 496,-2 1 2913,9-1-2064,-7 0 791,8 0 721,-8 0 40,6 0-432,-6 0-1064,-3 1 2008</inkml:trace>
  <inkml:trace contextRef="#ctx0" brushRef="#br0">162523 58229 3640,'0'0'0,"0"0"736,0 0-736,0 0 256,0 0 33,0-1 167,0 0 256,-1 0 272,0 0 168,1 0-1152,0 1 1185,-1-1-73,0 0-112,0 0-72,0 0-72,0 0-79,1 0-777,-1 0 656,0 1-104,0-1-56,0 0-32,0 0-16,0 0-16,1 0-432,-1 1 384,0-3-24,0 2 32,0-2 40,0 3-7,0-1 23,1 0-448,-1 0 360,0 1-72,-1-1-64,0-1 8,0 1-8,0 0 0,1 1-224,-1-1 232,1 0-96,-1 0 0,1 1 16,0 0-48,-2 0 16,3 0-120,-1 0 88,1 0-72,-2 0 24,1 3 16,0 1 8,-1-1 0,2-3-64,-1 2 56,1 1-48,-1 7 8,-1-8 8,1 6 32,0-6 8,1-2-64,-1 10 56,0-7-32,0 8 0,1-8 56,0 8-24,0-8 64,0-2-120,0 9 80,0-7-48,0 9 16,0-9-8,0 9-8,0-4 16,0-7-48,0 6 56,0 1-72,1 0 8,-1 0 16,2 0-16,-2 0 32,0-7-24,2 7 24,1 0-48,-2-5 8,2 8 8,-2-8-48,1 8 0,-1-10 56,-2 1-136,4 7-128,-1-6-56,-2 5-72,2-6-104,-2 1-32,0-2 528,1 1-584,-1 0-72,3 0-16,-3 1-33,2-3-79,-2 0-32,0 0 816,0 0-952,0 0-168,0 0-105,0-2-63,0 1-8,0-1 40,0 2 1256,0-2-1273,-1 0 57,-2 0 160,1 0 304,-1 0 288,-1 0 239,4 2 225,-3-1-64,-1 0-8,0 0 32,0 0 16,0 0 24,0 0 8,4 1-8,-4-1 24,0 0-40,0 0 8,1-1 16,0 0 8,0 0-16,3 2 32,-3-2 16,0 0-16,0 0 24,0 0 17,1 0 7,0 0-80,2 2 128,-2-2 96,0 0 184,0 0 296,1 0 320,0 0 256,0 0-1280,1 2 1401,-1-1 7,0-1-96,0 1-80,0 0-63,-1 0-97,2 0-1072,0 1 992,-1-1-120,1 0-143,0 0-113,0 0-64,0 0-72,0 0-480,0 1 408,0-2-24,0 2-104,0-1-72,0 0 56,0 1-80,1 0-184,-1 0 168,3 0-8,-1 0-120,0 0-16,1 0 32,0 0-16,0 0-40,-3 0 8,3 0 8,6 0-96,-7 0-48,6 0 16,-6 0-120,5 0 232,-6 0-432,1 0-240,8 0-416,-8 0-345,8 0-415,-9 0-640,7 0 2488,-7 0-3121,1 0 176,8 0 753,-8 0 775,6-1 705,-6 0 24,5 0 688,-6 1-2400,-1 0 2400</inkml:trace>
  <inkml:trace contextRef="#ctx0" brushRef="#br0">162104 58531 5777,'0'0'0,"-1"0"1144,0 0 288,-2 0 121,1 0-1553,1 0 1600,-2 0 24,0 2-151,1-2-185,0 3-144,0-3-128,0 1-1016,2 0 953,-3-1-49,2 2-152,-1-2-112,0 0-32,1 2-120,0-2-488,0 0 464,1 0-32,-1 0-95,-1 2 47,2-2 16,0 1 16,0-1-416,0 0 376,0 3-8,3-3-96,-1 2-16,1-2-32,-1 2 40,4-1-264,-3-1 256,-1 3-96,7-3 16,-6 2-88,9-2 56,-3 2-8,-3-2-136,-3 0 128,8 2-56,2 0-80,4-2-8,0 2-16,0-2 88,-7 1-56,-2 0 64,13-1-32,-1 0-32,0 0-48,-1 0 64,-1-1 0,-9 0-16,-1 1 24,8-2 8,-1 0-64,0 0-8,1 1 56,-1 0-32,-7 0 16,-1 1 0,7-1-32,0 0-96,1-1-64,-3 2-32,0 0-120,-6 0 344,-1 0-424,5 0-88,-1 0-168,-1 0-48,-5 0-96,6 0-121,-7 0 945,-1 0-1040,7 2-208,-5-2-168,0 2-161,-1-2-335,2 0-377,-3 0 2289,1 0-2752,0 0 79,0 0 657,0 0 743,0 0 609,0 0 256,-2 0 408,0 0-648,0 0-1632,0 0 2280</inkml:trace>
  <inkml:trace contextRef="#ctx0" brushRef="#br0">162208 58797 4440,'0'0'0,"0"0"809,0 0-809,0 0 512,-1 0 88,1-1 120,0 0 200,0-1 240,0 1 153,-1 1-1313,1 0 1368,0-1-64,0 0-135,0 0-113,-1 0-112,1 0-96,-1 0-848,1 0 736,-1 1-80,1 0-111,0 0-89,0 0-8,0 0-56,0 0-392,0 0 376,0 2 0,0 1-120,0 5 16,0-6-8,0 7-32,0-6-232,0-3 256,0 12-48,0-3-72,0 3-16,0 0 16,0 2-16,-1-4-120,1-8 88,-1 10 24,0 0-72,1 0-40,-1-1 81,1 1-25,0-3-56,0-8 40,-1 9 16,1-1-48,-1 0-48,0-1 80,0-5 8,1 5-48,0-7 0,-1 1 24,1 1-24,-1 1-40,0-2 96,1 0-48,0 0-8,0-2 0,0 2-136,-1-2 32,0 0 24,0 0-33,0-2 113,1 1-64,-1-2-8,0-1-8,0-5-16,0 6 56,0-7-8,0 3 48,1 6-56,-1-7 16,0-1-24,0 0-16,0 0 40,0 0 8,1 1 32,0 6-40,0-9 40,0-1-48,0 0-16,0 0 64,0 0-40,0 3 40,0 6-40,0-8 24,0 1-48,2 0-16,0 0 80,1 1-56,-1 2 56,-1 4-40,2-4 16,5-1-56,-6 0 40,1 3 32,0-5 32,3 8-24,-4 1 16,-2-3 24,3 0-72,0 0 8,5 0-16,-6 1 0,1 1 40,-2 1 16,2-2-16,5 1-32,-6 1 24,1 0-8,0 0 32,3 0-16,-4 1 48,0 0-8,1 0-40,0 0 0,5 0 32,-8 3 8,2-1-40,-1-1 88,2 2 16,0 5-24,0-6 24,-1 6-8,0-6 8,-1 4-104,0-2 200,-1-1-40,2 8 0,-2-7 16,0 9-39,0-4 79,0-3-216,-1-3 232,-1 7 0,-1 0 0,0 1-24,0 0 16,-1-1 16,1-3-240,2-3 248,-3 6-8,1-1-80,0 0-32,0-1 40,0 0-24,1-6-144,1-1 184,-2 10-8,0-7-96,1 5 8,1-7 32,0 7-48,0-8-72,1 0 88,-1 7-48,1-6-40,0 0 0,0 1 16,0 0 8,0-2-24,0 0 48,3 1-24,0-2 24,0 2-96,6-2 24,-7 2-64,3-2 88,-2 0-120,-1 0 8,7 0-136,-6 0-48,6 0-120,-6 0-136,3 0 552,-2 0-664,0-1-160,7 0-97,-3 0-95,-5 0-120,8 0-136,-7 0 1272,0 1-1481,-1-1-399,8 0-465,-3 0-527,-5 0 71,9 0 721,-11 1 2080,0 0-1337,11 0 633,-9 0 272,8 0-224,-8 0-1592,-3 0 2248</inkml:trace>
  <inkml:trace contextRef="#ctx0" brushRef="#br0">162497 58914 9810,'0'0'0,"-2"0"3376,0 0-1167,-1 0-1025,3 0-1184,-1 0 944,-1 0-32,0 0-47,-1 0-89,1 0-112,1 0-152,0 0-512,-1 0 424,1 0-80,-2 0-96,2 0-64,0 0-24,0 2-32,1-2-128,-1 0 72,0 2-32,1-2-40,-2 0-32,1 2 8,1-2-16,0 1 40,0 0-160,0-1-200,0 2-280,0-2-400,0 2-424,0-2-457,0 1 1921,0 0-2600,0-1-633,0 0 136,3 0 785,-3 0 831,1 0 641,0 0 840,0 0-1000,-1 0-1160,0 0 2160</inkml:trace>
  <inkml:trace contextRef="#ctx0" brushRef="#br0">162512 58821 11146,'0'0'0,"-1"0"3369,0 0-1649,-1 0-608,0 0-8,1 0-1104,0 0 1169,-1 0-49,0 0-184,0 0-136,0 0-160,0 0-95,1 0-545,-1 0 368,1 0-152,-1 0-72,0 0-64,-1 0-40,2 0 0,0 0-40,0 0-8,0 0-104,1 0-56,-1 0-120,1 0-256,0 0-345,0 0 889,0 0-1392,0 0-592,0 0-913,0 0-1224,0 0 488,1-1 961,0 1 2672,1-1-1761,2 0 841,-2 0-1360,-2 1 2280</inkml:trace>
  <inkml:trace contextRef="#ctx0" brushRef="#br0">162510 57629 17315,'0'0'0,"-1"0"2121,0 0-1217,-1-1-472,2 1-432,-2 0 256,0-2-136,1 1 16,0 0 24,0 0 32,0 1 32,1 0-224,0 0 272,0 0 8,0 0 48,3 3 104,5 7 17,-5-7 15,-3-3-464,9 10 344,2 1-56,1 3-64,4 5 16,1 3-72,0 4-32,-15-23-136,15 22 88,2 6-112,2-1 8,-1 1 16,-1 3 0,0 0 40,-17-30-40,14 28 40,2 5-64,2 2-8,-2 1 8,1-1-8,-2 3 64,-15-37-32,13 33 24,0 5-48,1 1 8,-4 4-40,-1-3-16,-2 3 56,-8-45 16,7 41 0,1 1-40,0 0 40,-6-2-24,7 4-8,-7-2 64,-3-42-32,3 38 8,6 2-16,-9 0-8,2-1-56,0-3 16,-2 0 56,0-36 0,3 33 0,-3 1-40,0 1 8,0-4 32,0 2-40,-3-4 72,2-30-32,0 29 24,-2-1-104,-5 0 32,5-2-72,-8 1-136,7-3-152,4-25 408,-11 25-656,2-2-329,0-1-335,0-1-424,-1-1-537,0-2-879,10-19 3160,-10 18-3921,-1-2 584,-3-1 1000,1 0 985,-2-3 744,1-3 608,14-9-696,-13 3-936,13-3 1632</inkml:trace>
  <inkml:trace contextRef="#ctx0" brushRef="#br0">159195 61661 10098,'0'0'0,"-1"0"2384,0 0-1024,-1 0-447,0 0-33,0 0 88,1 2-968,1-2 992,-1 0 32,-1 2-111,1 1-137,-1 0-16,0 5-64,0-6-696,2-2 664,-2 9-56,0-6-63,0 9-97,0-3-88,-1 4 0,0-2-360,3-10 264,-3 13-16,0 0-48,1 0-128,0 0 80,-1 0-48,0-1-104,3-11 96,-2 11 32,-2 3-112,2 0-16,-1-1 16,0-1-16,0-2 0,2-11 56,-2 11-16,0 0-56,1-1-24,0 1-16,1-2-56,-1-2 112,1-7-160,0 2-8,0 6-128,0-9-24,0 3 64,0-1-64,0-2 320,1 0-328,-1 0 112,0-2-72,0-6 47,1 5 145,0-9-64,0 4 160,0 6-96,0-9 24,0-2-56,0 0 32,0-2 56,2-3 0,0-2 40,-2 16-88,3-21 88,1-2-80,-2 0 0,1 4 144,1 2-64,-2 6 0,-1 12-16,1-15 16,7 3-48,-8 2-48,3 1 96,4 2-24,-7 3 24,0 6-40,2-7 56,7-1-96,-8 1 40,1 5 80,6-6-32,-7 7-8,-2 1 32,3-3 32,0-5-104,6 6 24,-7-6 48,6 6-32,-6 0 0,-1 2 24,2-3 56,-1 1-96,7 0 32,-7 3 104,1-1-32,-1 1-88,-1 0 160,7 0-40,-6 1-40,1 2 0,0 5 40,0-6 32,-1 5-152,-1-5 160,1 1 17,0 8-57,-2-3 32,0 0 0,0 0-16,0-2-136,0-4 208,0 8-56,-1-1-40,-1 3-8,-1-1-32,0 0 80,0-3-152,2-5 168,-3 8 48,0 0-80,0 1 8,0-1 24,0 0 48,1-3-216,2-5 240,-2 7-24,-1 0-40,1 0-64,-1 0 32,1-1-24,2-3-120,-1-3 144,0 5-56,-2 0-32,2 0-24,0-5-8,0 8 8,2-9-32,-1-1 32,0 7 8,0-6-56,0 6 32,1-8 0,0 3-16,0 0 0,0-2 0,0 2 56,2-2-128,1-1-16,6 3-24,-7-3-152,4 1 264,-2 0-280,-1-1-160,7 0-216,-2 0-232,1 0-168,0-1-257,-3 0 1313,-3 1-1624,8-1-417,1-2-599,1 2-785,0-1 8,-1 1 881,-5 0 2536,-2 0-1704,6 0 823,0 0 297,-1 1-496,1-2-936,-11 2 2016</inkml:trace>
  <inkml:trace contextRef="#ctx0" brushRef="#br0">159589 61802 4576,'0'0'0,"0"0"0,0 0 289,0 0-89,0 0 48,0 0 168,0-1 200,0-2 248,0 3-864,0-2 1032,0 0 80,0-2-7,0 1-57,0 0-72,0 0-80,0 0-896,0-2 809,0 2-97,0-1-96,0-4-48,0 5-16,-1-1 0,1 1-552,-1-2 520,0 2 16,0-1-63,0-4 39,0 6 40,0-2-16,0 3-536,0-2 584,-2-1-80,0 1-64,0 0-8,0 0-32,0 3-64,2-1-336,-1 0 312,-1 1-111,-1 0-65,0 0 24,0 3-48,0 5 24,2-6-136,0 0 96,-3 7-40,1-7 0,0 10-40,1-3 32,-1 2 24,3-8-72,-2 6 40,0 4-8,0 1-64,0-2 48,0 0 8,1 0 24,1-9-48,1 6 24,-1 3-40,0 0-24,1 0 56,0 0-48,0-1 80,0-8-48,0 5 40,2 3-112,0-1 8,1 0-24,0 1-72,0-1-48,-2-7 208,1 5-400,1 2-257,0-1-247,0-1-208,0 0-224,0-5-225,-2-2 1561,1 6-1816,0-7-377,0 3-495,1 0-97,-1-2 649,0-1 672,-2 0 1464,1 0-841,2 0 241,-1-4-600,-2 0-744,0 4 1944</inkml:trace>
  <inkml:trace contextRef="#ctx0" brushRef="#br0">159476 61903 9185,'0'0'0,"-1"-1"3329,0 1-864,-1 0-993,1 0-1472,0 0 1168,-1 0-112,-1 0-63,2 2-137,-2-2-184,3 2-104,-1-2-568,1 0 464,-1 2-112,-1 0-32,2-2-32,0 2-47,0 0 7,0-2-248,0 2 176,4 0-80,3-2-32,-4 2-8,6 0-24,-6 0-8,-3-2-24,10 2 0,-2-2-56,1 2-64,1-2-104,1 2-177,1-2-223,-11 0 624,11 0-880,0 0-320,-1 0-248,0 0-273,0 0-439,-1 0-521,-9 0 2681,7 0-3104,1 0 575,-5 2 737,6-2 631,-8 0 281,1 0-1560,-3 0 2440,0 0 0</inkml:trace>
  <inkml:trace contextRef="#ctx0" brushRef="#br0">159058 62097 11370,'0'0'0,"0"0"2921,-3 0-1401,-8 3-376,2 0-144,1 5-1000,7-8 977,-8 2-81,0 1-128,0 0-112,0 6-40,1-7-48,1 0-568,6-2 592,-8 4-39,5 4-81,-4-6-32,5 1-104,0 0-16,0 4-320,3-6 296,-3 1 16,1 1-96,1 0-32,1 5 32,0-8-32,2 3-184,-2-3 160,3 3 72,7 0-56,-8 0-64,8 0 112,0 0-120,-2 0-104,-6-3 96,11 3 56,3 0-64,4 0 0,5-1 1,2-2-17,-5 0-72,-17 0 80,24 0-40,-1 0-24,2-2-88,-1-2 128,0 1 64,-5 1-120,-18 2 72,23-9 96,-1 7-136,-1-2-128,-1 0 112,-2 0-56,-5 1 40,-15 2-32,19-7 0,-1 6-104,0-2-72,0-4-113,1 5-119,-6 0 440,-13 2-600,15-8-88,-2 7-176,-2-2-176,-1 0-113,-3 1-143,-2 0 1296,-7 2-1440,6-2-153,0 0-303,-5 0-504,6 1-705,-8 1 104,1 0 3001,-2 1-2248,2-1 751,0 1 705,-2 0 136,0 0-1328,0 0 1984</inkml:trace>
  <inkml:trace contextRef="#ctx0" brushRef="#br0">159200 62418 9313,'0'0'0,"0"-1"2489,0 1-833,0 0-1656,0 0 1145,-2 0-177,2 2-32,0 1-80,-1 0-96,0 6-143,1-7-617,0-1 512,-1 9-136,1-1-136,-1 0-16,0 3-72,0 2-40,1-7-112,-1 0 152,1 7-64,-1 1-8,0-1-16,0-1-32,0 0 72,1-6-104,-1-1 88,0 7-32,0 0-32,0-1-24,0 1 0,0-2-40,1-6 40,-1 0 56,0 4-48,0 0-48,0-6 96,0 6-136,1-7 56,0 0 24,-1-1-24,1 2-64,0-1-40,-1 0-24,0-2 48,0 0-72,1 0 176,-1 0-128,0 0-72,0-1-88,0-1 56,0 0-64,0-3 24,0 1 272,0 0-201,-1 0 17,0-6-16,0 1 16,0 0-24,0 0-32,1 4 240,0-1-208,-1-8-64,0-1-16,0 1 24,1 0 40,0 1 40,1 7 184,0-1-136,0-6-8,0 1-8,0 1 24,2 0 32,1 1 16,-2 6 80,1-2-56,6-4 8,-5-1-56,6 1 32,-6 1 24,7 0 32,-9 6 16,1-3 8,8-2 0,-7 0 8,8 4 56,-8-6 72,5 8 64,-8 1-208,2-1 248,1-2 32,5 1 8,-6 1 24,1 0 56,0 1-8,0 0-360,2 0 408,-3 0-16,1 1-8,0 0 33,0 0 23,0 0 16,-2 0-456,1 0 560,1 4-64,0-1-64,-1-1-24,1 1-120,-2 7 16,-1-10-304,0 2 320,0 6 0,0-5 1,0 8-33,0-8-32,0 8 64,-1-8-320,-1 2 272,-1 3-16,0 1-8,0-1 32,0 0-56,0 0-24,2-6-200,-1 4 240,-1 2-120,0 0 32,0 0 48,0 0-56,0 0 16,2-5-160,0 2 144,-1 4-144,0-7 0,1 10 0,0-9-8,0 7 104,1-9-96,0 1-16,0 7 48,0-7-120,0 6 88,2-6 72,0 1-96,-1-2 24,1 1 0,1 1-176,5-1-88,-6 0 8,6-2-72,-6 0-152,1 0 480,4 0-648,-3 0-288,8 0-257,-3-1-119,-1 0-184,0-2-161,-7 3 1657,6-3-1928,1 0-353,1 1-487,-1-1-49,1 0 713,0 0 672,-8 2 1432,6-1-801,1-1 337,0 0-240,0 0-1616,-8 3 2320</inkml:trace>
  <inkml:trace contextRef="#ctx0" brushRef="#br0">159514 62532 9834,'0'0'0,"0"0"0,0 0 2928,0 0-1047,0 0-521,0 2-88,0 0 8,-1 2 9,1-4-1289,-1 3 1184,0-1-224,0 2-152,0-1-159,0 6-145,1-7-96,0-2-408,-1 8 304,0-6-152,1 7-8,-1-6-64,1 6-32,0-6-8,0-2-40,0 10 16,0-9-64,0 9-32,0-8-48,0 7-120,0-7-224,0-3 472,0 8-696,2-6-457,0 1-375,0 5-424,0-6-713,0 0-960,-2-2 3625,2 2-3553,0-2 841,0 0 887,0 0 873,0-1-88,1-2-1024,-3 3 2064,0 0 0</inkml:trace>
  <inkml:trace contextRef="#ctx0" brushRef="#br0">159562 62421 14883,'0'0'0,"-3"0"2720,1 0-1415,-1 0-257,-1 0-88,0 0-960,3 0 888,-1 2-200,-1-2-288,-1 2-184,1-2-96,0 2-72,2-2-48,0 0 48,-1 2-40,1-2-88,0 0-40,1 0-72,0 0-112,0 0 304,0 0-528,0 0-264,2 0-360,1 0-288,0 0-297,6 0-487,-8 0 2224,0 0-2857,7 0-192,-7 0 665,8 0 736,-7 0 631,6-1-127,-6-1 1144,-2 2-2184,0 0 2184</inkml:trace>
  <inkml:trace contextRef="#ctx0" brushRef="#br0">159958 62101 17755,'0'0'0,"-2"0"2601,1 0-1873,0 0-728,0 0 368,-4 0-40,2 0-24,1 0 104,-2 0 32,1 0 33,2 0-473,0 0 512,-1 0 0,0 0-56,1 0-88,0 0-72,0 0 0,1 0-296,0 0 240,0 0-40,0 0-128,3 0-72,0 0-32,-1 0 32,-1 0 64,7 0-64,-6 0-32,7 0-24,-8 0-48,8 0-8,-8 0 112,1 0-272,9 0-176,-8 0-216,8 0-224,-8 0-249,8 0-215,-9 0 1352,-1 0-1656,10 0-369,-8 0-631,9 0-729,-9 0 168,7 0 817,-9 0 2400,1 0-1585,7 0 697,-7 0-168,6 0-1008,-8 0 2064</inkml:trace>
  <inkml:trace contextRef="#ctx0" brushRef="#br0">159971 62187 13306,'0'0'0,"-1"0"3649,0 0-3649,0 0 1336,-2 0-599,-6 0-137,8 2 0,-2-2-120,-2 2-32,4-2-448,-1 0 432,-1 2-96,0-2 88,0 0 8,1 0-24,1 0-7,0 0-401,0 0 456,1 0-88,0 0-80,0 0-32,0 0-128,0 0-32,0 0-96,0 0 128,2 0-72,1 0-48,0-1 40,0 0-24,0 0 16,-2 1-40,1-1 64,6 0-64,-5 0-104,0 1-8,6 0 32,-7 0-80,1 0 160,2 0-208,-2 0-208,6 0-240,-7 0-225,6 0-215,-6 0-232,1 0 1328,3 0-1616,-4 0-425,7 0-623,-6 0-617,5 0 296,-7 0 825,2 0 2160,2 0-1385,-2 0 633,5 0-216,-6-1-1216,-2 1 2184</inkml:trace>
  <inkml:trace contextRef="#ctx0" brushRef="#br0">160433 61897 4472,'0'0'0,"0"0"1257,0 0-9,0 0-1248,0 0 1528,0 0 9,0-1-1,0 0-24,0 0-87,0 0-137,0 1-1288,0-1 1152,0 0-152,0 0-71,0 0-33,0 0-104,0 0-8,0 1-784,0-1 696,-1 0-128,0 0 0,0 0-71,0 0-73,0 0 32,1 1-456,-1 0 408,0-1-88,0 1-24,0 0-16,-1 0-64,0 0-16,2 0-200,-2 0 232,0 0-160,0 0 16,0 0 24,0 0-56,0 2 48,2-2-104,-2 2 88,0 0-120,0 0 64,0 1-8,0 0 8,0 0 24,2-3-56,-2 3 64,0 5-80,1-8 0,0 3 72,0 0-64,0 0 80,1-3-72,-1 3 72,1 1-104,0-2 16,0 1 32,0 1 16,0-1-32,0-3 40,0 3 8,2 0-80,0 0-8,0 0 24,0 0 16,1 4 0,-3-6 56,3 1-40,5 1-16,-6 0-16,6 0 16,-6 5 16,7-6-16,-9-2 56,3 3-40,7 0-32,-8 5 0,8-6 8,-7 2 32,4-2-24,-6-2 64,1 9-8,7-8-56,-7 3 0,6-1 32,-6 5-8,6-7-24,-8 0 64,2 2-8,6 0-24,-6 5-32,1-6 40,0 1 24,0 5-64,-2-7 88,1 1 17,1 6-65,1-5-24,-2 6 32,-2-6-24,0 5-24,0-7 80,0 3-8,-2 5-88,-1-6 32,-1 6 0,-4-6 0,5 5-16,3-7 0,-9 2 40,5 6-96,-6-7-48,6 6 16,-8-6-169,4 5 257,7-6-368,-9 1-96,-1 6-216,2-5-168,0-1-144,0 2-353,2-3 1345,5-1-1768,-7 3-528,1-3-905,-1 0-960,1 0 640,5 0 969,-7 0 2552,8 0-1561,-6-3 937,0-2 24,0-5-408,0 2-752,8 8 1760</inkml:trace>
  <inkml:trace contextRef="#ctx0" brushRef="#br0">160319 61953 13978,'0'0'0,"0"0"4121,0 0-2824,0 0-1297,0 0 712,0-1-16,2 0 56,0 0 24,1-1-40,6 1-143,-7-1-593,-1 2 464,8-3-64,-6 0-96,6 0-40,-5 0-48,7-1 8,-9 2-224,-1 1 208,11-1-32,-4-2-64,1 1-88,0 0-32,0 0 32,-1 1-24,-5 1 0,9-2 16,1 0-88,-1 0-200,0 0-160,2 0-352,-4 2 784,-6 0-1201,11-1-463,-1 0-576,-1 1-673,0 0-544,0 0-183,-4 1 3640,-5 0-2705,10 0 945,-2 0 711,0 0 353,0 0-1792,-12 0 2488</inkml:trace>
  <inkml:trace contextRef="#ctx0" brushRef="#br0">160872 61856 6769,'0'0'0,"0"-1"6793,0-1-3792,-1 2-1561,0 0-1440,1 0 1161,-1 0-33,0 0-32,0 0-112,0 0-168,-1 0-143,0 0-673,0 0 592,0 0-72,-1 0-72,-2 0-8,-3 0-16,5 0-24,1 0-400,0 0 376,-6 3-64,5 0-112,-5-1-48,5 2 8,-6-1 0,8-2-160,-1 1 185,-6 6-81,5-6-48,-1 1-24,-4 5 0,4-6 8,2 2-40,1 0 64,-3-2-24,-1 6-56,2-6 48,-1 6 0,1-5-16,2 0-16,-1 2 40,-1-3-8,2 6-48,0-6 0,1 6 48,0-6-32,0-1 0,0 1 32,0 1-32,2 5-64,1-6 48,0 1 32,5 0 0,-7 0-16,0 2 32,8-3-48,-8 1-32,8 0 24,-7 5 8,10-6 0,-11-1 16,1 0 16,9 2-16,-8 1-32,10-2 32,-4 1 16,-1 1-16,-5-3 0,2 0 56,3 3-64,1-1-8,0 0 0,-1 0 0,0 0 64,-5-2-48,2 1 8,3 1 8,-5 0-56,9 5 8,-10-6 32,7 1 32,-9-2-32,1 1 56,3 6-56,-3-6-16,2 1-8,-1 5 48,-2-5 8,0-1-32,0 4 48,0-4-24,0 7-48,-1-7 24,-3 6 0,2-6 24,-1 0-24,-3 4 32,3-4-32,-5 6-16,5-6 0,-7 1 16,6 0 48,1-2-48,-4 1 32,3 1-32,-6-1-48,2-2 32,-1 0-8,6 0 32,-1 0-8,-2 0 32,1-1-104,-5 0 8,6-2-24,-6-1 40,7-4 48,1 7 0,-4-1-40,3-2-48,-1-4-16,1 5 0,0-1 56,0-4 16,2 6 32,0-1-56,0-7-33,1 7 17,0-8 24,0 7 64,2-6-16,-2 7 0,2-2-16,1-3-56,0 0-32,0 0 56,5 0-40,-6-1 0,0 7 88,4-4-112,-4-2-112,6 0-32,-6 0-64,6 0-72,-5 0-104,-1 6 496,5-4-672,-3 2-216,5-6-241,-6 6-255,6-7-288,-6 8-425,-2 3 2097,7-9-2736,-5 6-681,6-6 24,-6 6 929,6-1 911,-7-4 785,0 8 768,5-2-392,-6-1-168,7-1-536,-6 1-288,-2 3 1384</inkml:trace>
  <inkml:trace contextRef="#ctx0" brushRef="#br0">161095 62037 14979,'0'0'0,"0"0"6017,0 0-6017,0 2 2176,-4 0-959,1 0-241,0 1-72,0 0-152,0 0-120,3-3-632,-3 3 529,1 0-185,0 0-120,0 0-16,0 0-120,1 0 8,1-3-96,-1 2 56,0 0-56,0 0 0,0 0 0,0 0 16,0-2-48,1 0 32,-1 2-72,1-2-216,0 0-200,0 0-193,0 0-311,0 0 992,0 0-1232,2-1-360,-2-2-529,2 0-663,0 0-1113,1 0-728,0 0 4625,-3 3-3449,3-4 1104,0-4 1049,0 5 728,0-1-376,-1-4-712,-2 8 1656</inkml:trace>
  <inkml:trace contextRef="#ctx0" brushRef="#br0">161235 61815 8433,'0'0'0,"-1"0"3257,0 0-760,-2 0-1257,-1 0-384,1 0-856,2 0 784,-3-1-80,1 0-112,0 0-167,0 0-97,0 0-48,2 0-280,0 1 312,-1-1-24,1 0-32,0 0 0,1 0-56,0 0 24,0 0-224,0 1 200,2-1-32,0 0-64,1 0-24,6 0-32,-7-1 16,3 0-64,-2 2 96,0-2-8,7 0-64,-7 1 32,8 0-16,-8 0-16,4 0-24,-2 1 80,2-1-16,1-1-24,1 2 0,-1-1 16,0 0-8,-3 1-48,-2 0 136,5 0-48,-5 0-24,8 0 8,-8 0 32,8 0 16,-9 1-120,0 0 160,7 2-24,-6 0-56,5 0 32,-6 0 65,1 0 7,-1 2-184,-1-2 208,1-1-32,0 6-64,-2-6-16,0 6 16,0-5 8,0 4-120,0-3 112,-1-1-40,-2 9-48,0-9 32,-1 8 32,-4-3 32,6-4-120,1 0 128,-3 4-40,-4 0-32,4-5 8,1 8 8,-6-8 24,8 3-96,-1 0 104,-2-3-64,-4 8-8,5-8-24,-1 6 24,0-6 8,2 1-40,0 0 32,-1-2-8,0 6-32,0-6 8,1 1 0,1 0 40,0-1-40,2-1 32,-1 2-32,0 0-16,2 0-32,1 0 48,0-2-8,1 0 8,0 0 8,-2 1 8,7 0-56,-6 1 64,7-2-8,-7 1 0,3-1-16,-1 0 0,-1 2 40,7-1-48,-8 0 48,8-1 88,-8 2-32,2-2-96,1 0 200,-3 2-8,7 0-8,-7 0 64,5 0-16,-6 0 16,2 1-248,0 0 296,-1-2-80,0 1 25,-1 5 31,1-6-40,-2 6 8,1-7-240,-1 0 232,-1 8-56,0-6-56,0 7 8,0-8-8,-1 8-16,-1-9-104,1 1 128,-3 7-88,-4-6-24,6 6-16,-8-7 0,6 7 48,-1-8-48,-2 0 72,-3 7-56,-1-6-56,-2 6-8,-1-6-88,1 2-64,8-3 200,-3 1-368,-4-1-200,-1-1-281,0 0-223,1 0-272,0 0-336,9 0 1680,-4 0-2225,-3 0-920,1-1-1416,0-1 73,0 2 1247,0-1 1192,6 0 2049,-2 0-872,-3 0 472,0 0-120,-1 0-160,1 0-832,8 1 1512</inkml:trace>
  <inkml:trace contextRef="#ctx0" brushRef="#br0">159211 63282 7657,'0'0'0,"0"0"1865,0 0-369,0 0-424,0 3-32,0 0 41,0-1-1081,0-1 1136,0 2-32,0 0-152,-2 6-120,1-8-23,0 9-113,1-9-696,-1 1 640,0 10-104,0-4-176,0 1-40,0 0-48,0 0-32,1-4-240,-1-1 240,0 5-8,0 0-120,-1 1-8,0-1-8,0 0-96,1-3 0,0-2 104,-1 6-104,0 1 0,0-1 56,-1 0-32,0 1 112,2-5-136,0-3 80,-1 7-48,0-2-32,0 0-48,0-5 64,0 7 40,1-8-56,1-2 16,-1 3 49,0-1-89,0 0-33,0-2 81,0 0-104,0 0 80,1 0-16,-1-1-64,0-2-80,0-6 24,0 1-32,0 0 56,0 3 112,1 0-112,0-5-48,0-2 0,0-3 16,0 0 40,0 0 24,0 8 80,0 0-40,0-7 24,0 0-72,2 2-32,0-2 32,0 1-40,-1 7 128,0 0-80,1-7 32,0 2-48,0 1 64,0 0 16,1 0 16,-2 6 0,1-1 24,1-4-32,0 0-48,0 1 16,5 0 32,-6 0 16,-1 6-8,1-1 104,1-7 16,0 7-72,0 1 56,0-3-56,0 1-16,-1 3-32,0-2 144,0-1-72,2 0-16,-1 0 48,-1 1-56,2 0 48,-1 2-96,2 0 120,-5-1-56,3 0-16,5 0-8,-8 0 32,3 0 56,0 2-128,2-1 104,-5 0 32,3 0-80,0 1 32,0 0 64,0 0 32,-2 0-184,1 0 233,1 0-17,-1 3 16,0 0-24,0 0 48,0 0 0,-2 0-256,0 3 248,2-4-64,-2 6 8,0-5 8,0 9-32,0-4 56,0-4-224,0 1 272,-2 5-56,-1 0-48,0 0 40,0 0-64,0 0 72,2-6-216,-2 2 264,0 5-80,0-2 8,0 2-40,0-1-24,0-1 81,2-6-209,-1 3 176,-1 2-64,1 0 0,0 0-80,1-4 72,0 5-8,1-7-96,-1-1 72,0 8-24,0-7-80,1 1 64,0 0-48,0 0 56,0-2-40,0 1 104,2 1-72,0 0-16,0 0-16,0 0-16,1-1 32,-2-2-16,1 2 0,6-2 0,-6 2-32,6-2 16,-6 2 64,6-2-80,-7 1 32,0 0-104,8-1-136,-6 2-224,8-2-137,-7 2-223,7-2-264,-9 1 1088,4 0-1424,2-1-377,1 0-487,0 0-649,0 0-696,0 0-167,-6 0 3800,3 0-2817,4 0 953,-1 0 855,0 0 497,0-1-224,-1-2-1592,-6 2 2328,-4 2 0</inkml:trace>
  <inkml:trace contextRef="#ctx0" brushRef="#br0">159617 63317 5377,'0'0'0,"0"0"920,0 0-920,0 0 1224,0 0 336,0 0 177,0 0-81,0 0-160,0 0-175,0 0-10315,0 0 19196,-1 0-9154,1 0-64,-1-1-47,0-1-73,0 2-864,1 0 816,-1-1-120,0-2-112,0 1-72,0 0-23,0 1-57,0-2-432,1 3 400,-2-2-8,0 0-128,0 0-40,0 0 40,0 0-40,0 0-224,2 2 232,-2-2 32,-1 1-104,1 0-16,-1 0 32,1 0-64,0 0-112,2 1 144,-2 0 0,0 0-56,-1 0-120,-1 2 24,0 1 96,0 4-88,4-6 56,-4 1 120,0 7-64,1-6-136,-1 8 80,1-3 16,1 0-72,1-7 0,-1 8 64,-2 0-40,2 0-80,0 0 144,0 0-56,1 0-32,0-8 56,-1 8-8,1 0-48,0 1 0,0 0 0,0 1 24,0-1-24,1-9 48,0 10-24,0 1-64,0-1-8,0 0 48,0 0-56,0-1 56,0-9-136,2 9-152,-2 0-152,2 0-96,0 0 96,1-2-56,4 0 496,-6-6-648,2 6-112,-1 0-313,1-5-151,6 8-136,-9-8-200,2 4 1560,-2-6-1825,4 1-359,-1 6-409,0-5-247,0-2 639,0 2 657,-1-1 1544,-1-2-912,2 3 487,-1-3-263,0 0-1976,-2 0 2664</inkml:trace>
  <inkml:trace contextRef="#ctx0" brushRef="#br0">159515 63467 11474,'0'0'0,"-1"0"3537,0 0-1377,-1 0-752,0 0-1408,2 0 1137,-2 0-49,0 0-136,1-1-136,0 0-64,0 0-71,0 1-681,1-1 600,-1 0-40,0 0-56,0 0-120,0 0-40,1 0-8,0 1-336,0-1 256,0 0-16,0 0-72,2 0-64,1 0 0,0 0-88,2 0-16,-2 1 120,-1-1-8,8 0-48,-7 0 40,9 0-80,-4 0-48,-2 0 24,-4 1 24,8-1-80,-1 0-152,0 0-184,0 0-280,0 0-288,-3 0 960,-3 1-1344,7-1-449,0 0-559,1 0-881,-2 0-864,2 0 384,-5 0 3713,-2 1-2704,6-1 984,-1 0 791,0-1-95,0 0-1288,-9 2 2312</inkml:trace>
  <inkml:trace contextRef="#ctx0" brushRef="#br0">159982 63275 13706,'0'0'0,"-1"0"3377,0 0-1809,-1 0-463,0 0-97,0 0-80,1 0-928,0 0 920,-1 0-224,-1 0-127,2 0 23,-1 0-104,1 0 56,0 0-544,1 2 496,-2-2-104,1 0-96,0 0-32,1 0-48,-2 0-40,2 0-176,-1 2 136,1-2-112,0 0 8,0 0 40,0 0 0,0 0 0,0 0-72,0 0 96,3 0-144,1 0 16,-1 0 48,-1 0-32,2 0 80,-4 0-64,9 0-64,-7 0-8,6 0-120,-6 0-128,6 0-144,-5 0-240,-2 0 704,7 0-920,-5 0-296,6 0-249,-6 0-327,6 0-473,-5 2-655,-2-2 2920,5 0-3593,-4 0 312,7 0 913,-7 0 880,6 0 639,-6 0-239,-3 0 1088,8 0-2256,-8 0 2256</inkml:trace>
  <inkml:trace contextRef="#ctx0" brushRef="#br0">160048 63363 11610,'0'0'0,"-1"0"4281,-2 0-2121,1 0-1095,2 0-1065,-9 0 776,7 0-32,-1 0 0,-1 0-32,0 0-72,0 0-24,4 0-616,-3 0 601,0 0-25,0 0-16,0 0-40,0 0-56,0 0-88,3 0-376,-2 0 256,0 0-128,1 0-48,0 0-8,1 0-16,0 0-16,0 0-40,0 0 88,2 0-72,0 0 0,1 0 40,0 0-40,6 0 56,-9 0-72,2 0 32,6 0-96,-6 0 24,6-1 8,-5 0-56,7 0 88,-10 1-112,4-1-224,7 0-312,-8 0-224,9 0-320,-4 0-369,0 0 1561,-8 1-2024,3-1-785,9 1-1048,-4 0-71,1 0 1015,-1 0 953,-5 0 1960,-3 0-1081,11 0 177,-8-1-1496,-3 1 2400</inkml:trace>
  <inkml:trace contextRef="#ctx0" brushRef="#br0">160570 63113 6169,'0'0'0,"0"0"1120,0 0 72,0 0 33,0 0 79,0 0-1304,0-1 1456,0 0 32,0 0 1,0 0-113,0 0-152,0 0-55,0 1-1169,0-1 1080,0 0-160,0 0-88,0 0-104,0 0-87,-1 1-25,1 0-616,-1 0 520,0 0-128,0 0-40,-1 0-56,-1 0-40,0 0 0,3 0-256,-3 0 240,0 0-80,0 0 16,0 2-8,-1-2-24,0 2 32,3-2-176,-3 2 160,1 1-88,-2 0 8,1 0-24,2 0-16,-2 0 40,4-3-80,-3 3 56,0 0-24,0 0-24,0 0 24,0 5 32,0-8-8,3 0-56,-2 3 56,0 1-72,0-1-8,1 0 24,0 0 0,0 0 0,1-3 40,0 3 40,0 5-80,0-8-16,0 3 40,3 0-24,0 0 0,-3-3 33,8 8-33,-6-6-89,6 1 17,-6 0 40,6 0 64,-6 0-32,-2-3 72,9 3 0,-6 5-55,7-8-17,-7 3 48,8 5-24,-8-6-24,-3-1 64,11 2 8,-8-1-72,8 8 32,-8-8 8,6 6 8,-6-6-48,-3-2 88,9 8 32,-5-6-72,3 6-32,-4-6 40,0 6-24,4-6-32,-6-2 56,1 8 40,0-6-72,0 7-24,-2-8 80,0 7-40,0-5-40,0-3 64,0 9 8,0-7-40,-1 6-48,-1-6 0,-1 6 32,-4-6-16,6-2-32,-2 3-8,-5 5-200,5-6-152,-8 0-40,7 1-169,-4-1 601,6-2-688,-2 2-72,-6-2-200,6 0-152,-6 0-73,1 0-311,1-1 1496,6 0-1840,-7-2-401,0-6-551,-1 5-377,0-6 408,0 2 793,2-1 1968,6 8-1224,-7-9 704,0-1 119,6 1-303,-7 0-1968,10 10 2672</inkml:trace>
  <inkml:trace contextRef="#ctx0" brushRef="#br0">160474 63181 6225,'0'0'0,"0"0"976,0 0 352,0-1 425,2 0 167,-1 0-1920,0 1 1921,1-1-153,0-1-256,1 0-248,5 0-191,-6-1-129,4 0-944,-4 3 824,1-3-144,6 0-128,-5 0-96,7 0-31,-9 0-41,7 0-384,-7 2 328,2-2-56,9 1-120,-4-2-80,0 1-16,0 0-16,-2 1-40,-4 1 48,8-3 8,0 0-72,2 0-80,-1 0-104,2 0-272,-4 1 472,-6 2-776,10-2-457,1 0-511,-1 0-601,-1 0-831,0 2-673,-4 0 3849,-5 1-3041,8-1 873,1 1 783,-2 0 457,-1 2-1816,-10-2 2744</inkml:trace>
  <inkml:trace contextRef="#ctx0" brushRef="#br0">160966 63129 7297,'0'0'0,"0"0"3353,-1 0-673,0 0-2680,0 0 1785,-1 0-313,0 0-104,0 0-47,-1 0-105,0 0-96,1 0-1120,0 0 1008,0 0-127,-1 0-81,-2 0-64,-3 0-56,5 0-56,1 0-624,0 0 552,-7 0-144,6 2-104,-5 0-24,5 1-71,-1 0-49,0 2-160,0 0 152,1-4-96,-1 8 24,-5-7-56,7 6 40,-2-6-8,2 2-56,-1 1 48,1-2-16,-1 5-32,-1-6-32,2 6 48,1-6 16,1 2-32,0 0 40,0-2 24,2 6-96,0-6 32,1 7 0,5-8 16,-6 1-16,0 0 32,7 1-48,-1 5-16,0-6 0,0 1 48,0 0 16,-4 0-32,1 2 56,4-5-56,0 3-8,1 0-24,-1 0 32,-1 0 40,-5-2-40,2 1 48,3 1-64,0 0 0,0 0-8,-5 0-8,8 0 72,-9-2-40,-1 1 64,9 1-64,-7 0-32,0 0 16,5 0-24,-8 1 80,1-3-40,1 1 64,0 0-48,0 1 8,-2 1-32,0-1 16,0 0 40,0-2-48,0 1 32,0 1 16,-2 0-64,-1 0 32,-1-1 8,-5 0 56,8-1-80,-1 0 56,-6 1-8,4 0-64,-6-2-16,6 0 64,-6 0-32,9 0 0,-2 0 16,-7-1 16,6-1-96,-6-1 80,6 0 0,-6 0 16,8 2-32,-1-1 32,-6-1-24,6 0-48,-6 0 24,6 0 32,-1 0-16,3 2 0,-1-1 16,-1-2-32,1 0-48,1-5 48,1 6 0,0-7 16,1 9 0,0-2 16,2-7-104,0 6 16,5-6-8,-6 2 64,6 0 48,-7 5-32,0-2 0,7-4-16,-5-1-72,7 1 56,-7 0-24,6 0 8,-9 7 48,3-5-88,6-2-128,-6 0-8,8 1-57,-8 1-31,8 2-96,-10 3 408,1-6-536,9 4-184,-8-5-160,9 6-184,-9-1-201,8 0-351,-9 3 1616,-1-2-2136,10 0-793,-8 1-880,8 0 288,-8 1 961,6 0 968,-7 1 1592,-1-1-737,8 1 225,-7 0-232,7 0-1496,-9 0 2240</inkml:trace>
  <inkml:trace contextRef="#ctx0" brushRef="#br0">161246 63234 14291,'0'0'0,"-1"0"5761,0 0-3385,-2 3-1079,3-3-1297,-4 2 976,1 0-160,0 2-64,0-1-176,0 0-136,0 5-72,3-8-368,-2 0 232,0 3-80,0 0-55,0 0-1,1 0-72,0-1 40,1-2-64,0 2 40,0 0-56,0 0 8,0-2-40,0 2-144,0-2-161,0 0 353,0 0-632,2 0-408,0-1-424,0 0-481,1-2-647,0 0-1193,-3 3 3785,8-3-4721,-6 0 1040,6 0 1105,-6 0 1111,1 0 825,5-1 640,-8 4-1192,2-4-608,-2 4 1800</inkml:trace>
  <inkml:trace contextRef="#ctx0" brushRef="#br0">161412 63059 8537,'0'0'0,"-1"0"2121,-1 0-689,-1 0-584,-1 0-88,1 2-760,2-2 801,-3 0 71,0 3-104,0-3-48,0 2 40,0-2-16,1 0-744,3 0 753,-3 0 39,0 0-80,0 0-80,1 0-48,0 0-104,0 0-480,1 0 384,1 0-48,-1 0-80,1 0-47,0 0 47,0 0-40,0-1-216,0 1 192,0-1 0,1-1-96,2 1-24,-1 0-16,1 0 16,-1 1-72,-1-1 48,2 0 8,6 0-24,-7 0-48,6 0 32,-6 0 0,4 0-16,-4 0 40,1-1 0,7 1-24,-7-1-32,9 0 0,-9 1 16,5 1 0,-5-1 32,-1 0-32,10 0 0,-9 0-16,6 0 0,-6 0 48,3 0-32,-3 1 40,0-1 16,5 0-72,-6 1 32,6 0 0,-6 0 40,0 0-56,-1 0 152,2 0 0,-2 2 32,-1 0-8,0 1 48,0 5 0,0-6-224,0-2 208,-1 8 8,1-6-120,-4 9-40,1-8 48,0 8-32,1-9-72,1-1 88,-2 10 0,0-8-104,0 8 32,0-8 16,0 6-8,2-7-24,0-1 72,-1 8-72,0-5-8,0 4-8,1-5 16,0 5 24,0-7-24,1 0 32,-1 7-32,1-6-40,0 1 8,0 0 16,0 5 32,1-7-16,0 0 32,2 1-48,0 1-32,0 0 32,0 0 8,5 0 16,-7-1-8,0-1 80,2 2-72,0 0-16,6 0-8,-8 0 16,2 0 16,-1-1-16,0-1 24,6 3-48,-6-2 8,1 1 56,0 1 96,0-1 80,-1-2-216,-1 1 208,1 1 24,0 0-79,0 0-9,-2 0 56,2 0-64,-2-2-136,0 1 176,0 1-8,0 0-96,-1 5 64,-2-6-56,-5 1 8,6-1-88,1-1 56,-7 7-24,4-6-16,-6 1-32,2 7 32,-2-9 32,5 4-48,0-1 16,-6-3-136,0 8-112,0-7-128,-1 6-136,1-6-81,6-1 577,0 1-760,-4 1-208,0 0-256,1 0-297,4 0-383,-5 0-640,8-2 2544,0 0-3601,-2 1-792,0-2 1040,1 2 1033,1-2 1063,0 0 825,0 0 432,1 0-568,-1-1-336,1-1-912,0 2 1816</inkml:trace>
  <inkml:trace contextRef="#ctx0" brushRef="#br0">161761 63107 10330,'0'0'0,"0"0"2640,-2 0-1159,2 0-465,-1 0-1016,1 0 896,-2 2-40,1-2-48,0 2-71,0 1-57,0 0-80,1-1-600,-1 5 512,0-4-48,1 6 0,-2-5-24,1 8-32,0-4-48,1-7-360,-1 7 264,0 2-64,1 0-48,0 0 9,0 0-9,0 0-16,0-8-136,0 7 80,0 0-40,0 0 0,0 0-8,0-1-32,0 0 56,0-7-56,0 1 24,0 9-8,0-8 24,0 0-24,0 5-32,0-8 32,0 0-16,0 3-16,0-2-64,0-1 8,0 0-8,0 0-16,0 0 24,0 0 72,0-1-56,0-2-48,0 0 32,0-6 7,0 6-31,0-8 32,0 10 64,0-6-56,0-1-48,0-1 16,0 0 24,0-2-16,0-3 56,0 13 24,0-12-16,0 0-48,2 0 24,-2 0 24,2 1-24,-2 0 56,0 10-16,2-8 8,0-1-48,0 1 16,2 1 24,-1 0-24,-1 1 64,-2 7-40,3-2 40,1-6-56,-1 7 0,0-1 8,0-2-24,0 2 64,-3 3-32,9-3 8,-7 0-32,6 0 8,-6 1 8,6 1 8,-6 0 24,-2 1-24,8-1 40,-6 1-56,1 0 8,5 0 72,-6 0-24,1 2 80,-3-2-120,3 2 144,1 1-72,-2 1 24,1-2 24,1 8 0,-2-8-120,-2-2 153,2 9-9,-2-6-16,0 8-8,0-3 16,0 1 32,0 0-168,0-9 160,0 9 40,0 0-40,-1-1 40,-1 2 48,0-1 32,0-1-280,1-7 304,-1 7-24,1 0-96,-1 0 24,-1 0 8,1 0 0,0 0-216,2-8 256,-1 8-32,0-4-64,0 7-40,0-8 8,0 8-24,1-8-104,0-3 104,0 10 1,0-7-73,0 6 24,0-6 32,2 5-16,0-6-72,-2-2 96,2 3-56,0 6-56,2-9 16,4 2 0,-6 0 16,5 0-16,-6-1 48,1 1-16,6-2-64,-5 2-16,6-2 32,-6 0-24,5 0 40,-7 0-32,2 0-56,6-2-177,-6 2-111,7-1-136,-8 0-168,6-1 680,-7 1-808,0-2-192,8 0-297,-8 0-303,8 0-368,-7 0-681,5 1 2649,-6 1-3513,1-2-399,1 0 959,0-1 993,5 1 959,-8 0 633,3 1 368,-3 1-520,2-2-432,0 0-800,-2 3 1752</inkml:trace>
  <inkml:trace contextRef="#ctx0" brushRef="#br0">162135 63241 8961,'0'0'0,"-1"0"3657,0 0-600,1 0-3057,-2 0 1920,0 0-375,0 0-137,1 0-136,0 0-160,0 0-207,0 0-905,0 0 784,0 0-184,-1 0-104,0 0-56,1 0-56,0 0-16,0 0-368,0 0 304,0 2-120,-1 0-48,2 1-16,-1 0-8,0 0 8,0 1-120,1 0 120,-1-2-88,0 1-24,0 0 8,1 5-32,0-6 65,0-1-49,0 1 40,0 1-24,0 5-32,0-6-40,0 1-81,2 0-143,-1-1 280,1 0-392,1 0-264,0 2-296,0-2-168,0 0-345,0-1-311,0-1 1776,2 0-2184,-3 0-793,1 0-896,5 0 248,-6 0 977,6 0 1007,-7-1 1641,0-1-792,2-3 208,5-3-856,-6 5-8,-2 3 1448</inkml:trace>
  <inkml:trace contextRef="#ctx0" brushRef="#br0">162191 63154 13514,'0'0'0,"-1"0"5282,0-1-3122,-3 1-968,2 0-208,-2 0 33,4 0-1017,-2 0 1000,-1 0-208,-1 0-216,2 0-184,0 0-136,0 0-64,2 0-192,-2 0 160,0 0-88,0 0-96,0 0 48,1 0-40,0 0 32,1 0-16,-1 0-24,0 0-200,0 0-240,1 0-344,0 0-400,0 0-585,0 0 1793,0 1-2632,0-1-1489,0 3-904,0-3 1224,0 0 1161,2 0 1199,-2 0 1441,0 0-696,2 0-1264,-2 0 1960</inkml:trace>
  <inkml:trace contextRef="#ctx0" brushRef="#br0">158991 64526 4705,'0'0'0,"0"0"808,0 0-112,0 0 248,0 0 328,0 0 193,0 0-1465,0 0 1672,0 0 104,0 0-159,0 0-97,0 0-152,0 0-167,0 0-10355,0 0 19356,0 2-9250,0 0-176,0 1-64,0 0-72,0 0-111,0 4-529,0-5 400,0 0-16,0 6-96,0-6-88,0 8 104,0-7-136,0 6-168,0-7 112,0 6 64,0 2-136,0-1-16,0 1 80,0 0-104,0-2 0,0-6 16,0 8 40,0 0-72,0 1 0,0-1 32,0 0-56,0-3 40,0-4-128,0 7-72,0 0-112,0 0-152,2 1 8,-2-1-160,2-2 616,-2-5-713,0 7-111,2 0-232,0-1-208,0 0-233,0-1-391,0-5 1888,-2-3-2360,2 11-377,0-9-64,0 1 689,0 0 744,0 0 519,0-3 849,-2 0-760,2 0-1856,-2 0 2616</inkml:trace>
  <inkml:trace contextRef="#ctx0" brushRef="#br0">158748 64949 4801,'0'0'0,"-1"0"384,0 0 152,-1 0 304,0 0 376,1 0-1216,-1 2 1568,0-2 65,-1 2-25,0-2-111,0 2-113,1-2-88,1 1-1296,-1 0 1152,0-1-119,-1 2-153,2-2-72,-1 2-104,0-2-104,1 0-600,-1 2 488,2-2-120,-1 0-56,-1 2 33,1-2 55,1 0-32,0 1-368,0 0 400,0-1-80,0 2-40,4-2 72,4 0-64,-5 2 64,-1-2-352,6 0 288,1 0-112,0 2 24,2-2-88,1 0 64,2 0 0,-9 0-176,9 0 120,6 0-48,3 0 0,0 0 16,2-1 48,-1 0-32,-19 1-104,15-2 72,5-1-72,1 1-16,-1-1 32,0 0 16,-2 0-8,-18 3-24,12-2 33,5 0-82,-1 0 25,-1 1 24,0 0 16,0 0-32,-16 1 16,13 0-80,4 0-80,-1 0-88,-1 0-72,2 0-72,-1 0-112,-17 0 504,13 0-600,3 2-120,-1-2-80,-1 0 16,0 2-161,-1-2-207,-13 0 1152,7 2-1376,3 0-401,-2 0-431,-1 0-449,-2 0-503,0-2 583,-7 0 2577,1 2-1832,8-2 687,-8 2 585,1-2-256,0 2-1664,-3-2 2480</inkml:trace>
  <inkml:trace contextRef="#ctx0" brushRef="#br0">158793 65311 3760,'0'0'0,"0"0"912,0 0-679,0 0-17,0 0 104,0 0 312,0 0 384,0 2 360,-1-2-1376,0 0 1609,1 2-41,0-2-136,-1 2-127,0 1-81,-1 0-104,2 0-1120,-1-2 1008,0 2-72,1 6-183,0-8-81,-2 8-104,2-7-32,0 7-536,-1-6 536,0 5-104,0 1 16,0 1-280,-2 0-8,0 4 48,0-5-208,2-5 160,-3 9 113,1 1-73,0 0-120,0 0-8,0-1-32,1-4-40,1-5 72,-2 8-16,1-1-16,0-1-56,0-1 32,0 0 8,0-3-24,2-3 72,-1-1 24,0 8-112,0-8 32,0-1-32,0 3 16,0-3 0,1 0 40,-1-1-40,0 2-56,0-2 0,0 0-24,0 0 16,0 0 64,1 0-72,-1-2-40,0-1-40,0-5 8,0 5-32,0-7 23,0 8 153,0 0-144,1-8 8,-1 6-40,0-6 0,0 1 48,0 0-16,0 3 144,1 3-72,-1-6-8,-1 0 8,2-1 16,0 1 16,0 0 16,0 3 24,0 3-16,0-5 16,0 0-48,2 0 8,0 0 40,0 0 0,-1 5 0,0 2 40,3-10-32,-1 7-88,0-6 112,6 6-24,-6-5 32,3 7-40,-1 1 136,3-8-152,-5 6-8,8-5-8,-8 5 8,7-1 64,-8-1-40,0 2 40,7 0-40,-6 1-16,7-1-24,-7-1 40,6 1 16,-7 2-16,-1-1 16,8 0-32,-7 1 0,6 0 16,-6 0 40,1 0 40,2 1-80,-2 0 104,-3 0 8,2 0 8,0 0 32,1 2 64,-2 0 24,-1 0-240,0 0 256,2 0 1,-2 1-65,0 1 56,0-2-24,-1 7-8,1-8-216,-1-1 224,1 9-40,-2-7-16,-2 8-32,1-7 48,0 8-16,2-10-168,-1 1 216,0 9-16,0-3-64,0-5 40,0 9-8,0-4-48,1-3-120,0-1 184,-1-1-8,0 8-72,0-8 72,1 8-96,0-8 0,1 2-80,-1 1 96,0-3-16,1 8-24,0-8-16,0 7 48,0-7-56,0 0-32,0 2 64,0-3-64,0 6-32,3-6 32,0 1 0,0 0 32,-2 0-32,1 2 8,1-5 8,0 3-40,5 0-56,-6 0-32,1 0-64,-1-2 176,0 0-328,6 1-176,-6 0-224,1 0-264,0-2-232,5 2-249,-7-2 1473,1 0-1808,7 0-425,-6 0-559,6 0-513,-6 0 112,7 0 841,-9 0 2352,1-1-1488,9-1 695,-2 0 313,-7 0-288,10-1-1600,-12 3 2368</inkml:trace>
  <inkml:trace contextRef="#ctx0" brushRef="#br0">159075 65522 9986,'0'0'0,"0"0"2736,0 2-791,0 0-497,0 0-8,0-2-1440,0 2 1441,-1 0-153,0 0-208,0 0-208,0 0-176,0 0-127,1-1-569,-1 1 448,0 1-176,0 0-80,1 0-24,0 0-72,0 5-16,0-8-80,0 0 72,0 4-88,0-2-40,0 1-64,0 1-216,0-1-264,0-3 600,0 3-1001,2-1-511,-2 2-560,2-2-729,0-1-752,0 2 32,-2-3 3521,2 0-2624,1 0 896,0-1 647,0-2-663,0-5-80,-3 8 1824</inkml:trace>
  <inkml:trace contextRef="#ctx0" brushRef="#br0">159089 65438 11858,'0'0'0,"0"0"3513,-1 0-1641,0 0-592,-1 0-23,2 0-1257,-2 0 1312,0 0-128,0 0-72,0 0-199,0 0-145,0 0-64,2 0-704,-2 0 584,0 0-184,1 0-96,0 0-112,0 0-88,0 0 24,1 0-128,-1 0 80,0 0-96,0 0 32,0 0-48,1 0-128,0 0-16,0 0 176,0 0-336,0 0-280,0 0-152,0 0-368,0 0-385,0 0-423,0 0 8265,0 0-15211,3 0 5474,0 0-625,0 0 904,0 0 953,0 0 911,-3 0 1273,3 0-672,0 0-1456,-3 0 2128</inkml:trace>
  <inkml:trace contextRef="#ctx0" brushRef="#br0">159364 65253 3560,'0'0'0,"0"0"1088,0 0-791,0 0 199,0-1 304,0 0-800,0 1 1208,0-1 336,0-1 89,0 1-33,0 1-112,0-2-63,0 2-1425,0-1 1256,0 0-128,0-1-152,0 1-143,0 1-1,0-1-56,0 0-776,0 0 760,0 0-112,0 0-96,0 0-47,0 0-33,-2 0-48,2 1-424,-1 0 416,0 0-64,0 0-72,0 0 16,0 0-24,0 0 24,1 0-296,-1 1 256,-1 1-40,0 0-56,0 1-40,-1 5 64,0-4-32,2 0-152,-1 1 200,-1-2-80,0 7 0,0-7 56,0 8-32,-1-3 25,3-4-169,-1 0 160,-1 5-56,0 0 16,0 0 32,0 0 8,0 1 96,1-6-256,1 1 152,-2 5-40,0 0-56,1-1-40,0 1 104,1-1-8,0-5-112,1 2 104,-1 4-24,0-1-96,1 0 56,0 0 8,0 0 16,0-5-64,2 1 56,0 3-8,1 0-64,0 0 0,5-4 80,-6 5-32,1-8-32,2 0 32,-2 7-16,6-6-64,-6 0 16,8 0 48,-3 0 0,-4-2-16,1 0 136,4 0-24,1 0-96,-1-1 40,1 0-240,0-2 32,-6 2 152,2-1-264,6-1-192,1-1-144,-2-5-192,2 6-121,-1-5-111,-10 7 1024,8-2-1304,1-5-297,-1 5-431,0-1-553,0-4-719,-2 5-793,-6 2 4097,4-1-3305,-3-2 961,5 1 943,-6 0 849,0 0-24,0 0-472,-1 2 1048,0-1-1792,-1 2 1792</inkml:trace>
  <inkml:trace contextRef="#ctx0" brushRef="#br0">159933 65072 5593,'0'0'0,"0"3"1208,0-3 248,-1 0 177,-1 0-25,1 0-16,1-1-1592,-1 0 1553,1 0-97,-1 0-88,0-1-95,0 1-73,0-2-80,0 2-1120,1 0 1032,-1 0-112,0-1-167,0 0-73,0 0-112,0 1-32,1 1-536,0-1 496,0 0-72,0 0-104,0 0-56,0 0-48,0 0-56,0 0-160,0 1 192,0-1-32,0 0-88,0 0-40,0 0 16,0 0-48,0 0 0,0 1 88,0-1-31,2 1-57,0 0 16,0 0 0,0 0-16,-2 0 40,3 0 8,1 0-96,5-1 24,-7 0 8,6 0-16,-6 1 32,-1 0 0,8-1-33,-6 1-199,6-1-104,-6 1-104,7 0-136,-8 0 576,-1 0-664,10 0-160,-3 0-192,-5-1-145,9 1-111,-9 0-144,3 0 1416,-1 0-1633,-2 0-311,8 0-408,-8 0-313,8 0-96,-8 0 673,2 0 2088,-1 0-1416,-1 0 575,5 0 337,-6 2-440,2-2-1400,-4 0 2344</inkml:trace>
  <inkml:trace contextRef="#ctx0" brushRef="#br0">159995 65146 3624,'0'0'0,"-1"0"2537,0 0-1265,-1 0 288,1 0-1560,-1 0 1609,0 0-33,-1 2-40,1-2-31,0 0-81,0 0-112,1 0-1312,0 0 1185,-1 0-161,0 0-144,0 0-128,0 0-80,0 0-104,1 0-568,0 0 489,0 0-121,0 0-120,0 0-72,0 0-8,0 0-32,0 0-136,1 0 168,0 2 0,0-2-56,0 0 24,0 0 8,2 0-32,-2 0-112,2 0 128,0 0-56,1 0 0,0 0-32,0 0 0,0 0 32,0 0-72,3 0 40,-4 0-8,6 0-64,-6 0 64,7 0-32,-5 0 16,-1 0-16,3 0 24,-3 0-96,9 0-64,-9-1-40,8 0-72,-8 0-144,0 1 392,5-1-520,-5 0-208,8 0-225,-8 1-167,8 0-248,-7 0-337,-4 0 1705,11 0-2256,-8 0-809,8 0-479,-8 0 799,8 0 857,-8 0 767,0 0 1121,3 0-712,-3 0-1840,-3 0 2552</inkml:trace>
  <inkml:trace contextRef="#ctx0" brushRef="#br0">160532 64795 7473,'0'0'0,"0"0"2193,0 0-65,0 0-520,0-1-175,0 1-57,0-1-120,0 1-1256,0 0 1160,0 0-103,0 0-185,-1 0-104,1 0-72,0 0-120,0 0-576,0 0 552,0 0-71,-1 0-25,1 0-88,-2 0 24,2 2-56,0 0-336,-1-1 264,0 7 8,0-6-120,0 1 8,0 7-8,0-6 8,0 4-160,1-6 120,-1 1-8,-1 8-80,0-8-24,-1 9 40,0-3-24,1-1-24,1-7 32,-2 8 8,0-1-40,0 0-8,1 1 80,0-1-64,0-6-8,2-1 32,-2 10-16,1-8-32,0 7-24,0-7 40,0 5 0,0-6 0,1-2 24,-1 3 24,1 0-48,0 0-16,0 0 16,0-1 0,0 0 0,0-1 16,0-1 24,0 1-40,0-1-24,2 2 8,0-2 16,-1 0 0,0 0 16,1 0 24,0 0-40,0 0-32,0 0 32,0 0 0,-1 0 0,0 0 0,1-1 32,0 0-72,1 1-24,0-1-32,0-2-40,-1 2 136,-1 0-216,7-1-112,-8 0-168,4 0-208,4 0-192,-7 0-225,2 1 1121,-2 0-1432,2-1-392,0 0-585,0 0-752,-1 0-503,2 1 703,-2 0 2961,-1 1-2016,2-2 839,-1 0 577,0 0-528,0 1-944,-2 1 2072</inkml:trace>
  <inkml:trace contextRef="#ctx0" brushRef="#br0">160650 64821 10970,'0'0'0,"0"0"2760,0 1-2760,0 1 1377,0-1-337,0 2 8,0-1 40,0 7 17,-1-8-33,1 4-1072,0-1 984,-1-1-160,0 7-120,0-2-111,0 0-57,1 3-56,-1-4-480,1-1 392,-1 8-72,0 4-112,0-1 24,0 0-40,0 3-16,0-11-176,0-1 128,0 11-40,-1-2-48,0 0-8,0 0 8,0-2-8,1-8-32,1 1 40,-1 6-40,0 0-56,-2-2-64,2 0-64,0-1-216,1-5 400,-1-1-592,1 3-296,0-5-401,0 7-383,0-8-488,0 1-665,0 1 2825,0 0-3433,2-4-168,-2 2 897,2-2 960,-2 0 711,3 0 257,-3 0 776,0 0-2376,0 0 2376</inkml:trace>
  <inkml:trace contextRef="#ctx0" brushRef="#br0">160796 65101 14091,'0'0'0,"-2"0"5001,1 0-3433,0 0-872,-1 0-272,1 0-80,0 0-344,0 0 248,0 0-112,0 0-72,1 0 0,-2 0-8,1 0 8,1 0-64,0 0 0,-1 0-200,-1 0-248,1 0-344,1 0-528,0 0-633,0 0 1953,0-1-3032,0 1-993,0-1 680,0 0 929,0 0 791,-2 0-1167,2 0 2792,0 2 0</inkml:trace>
  <inkml:trace contextRef="#ctx0" brushRef="#br0">161061 64797 7873,'0'0'0,"0"0"2897,0 0-745,0 0-1120,0 0-1032,0 0 849,0 0 39,0 0 0,0 2-16,0 0-80,-1 1-119,0 4-673,1-6 576,-1 1-64,0 8-120,0-8-48,0 10-16,0-4-32,0-2-296,1-4 264,-1 6 8,-1 0-80,0 0-32,0 0 64,0 0-40,0-1-184,2-6 192,-2 7-8,0 1-48,-1-6-16,1 8 17,1-8-17,-1 6-120,2-7 80,-3 1 8,2 6-48,0-6-32,0 0 64,0 5-16,1-6-56,-1-2 16,0 2 64,0 2-64,0-3-48,0 1 88,0 0-56,0-2 0,1 0 40,0 3 56,0-3-80,0 2 8,0-2 32,0 1-16,0-1-40,0 0 88,0 0 16,0 0-16,0 0-8,0 0 16,2 0 32,-2 0-128,0 0 128,2 0 0,0-1-32,0-1-80,0 2 48,1-1-32,-2 0-32,0 0 72,1 0-32,2 0-24,-1 0-48,0 0 8,0 0 24,2 0 0,-2 1 24,-1-2-8,6 0-144,-6 1-112,6 0-96,-5 0-120,3 0 456,-3 1-536,0-1-121,6 0-239,-6-1-168,6 1-280,-6 0-297,2 0 1641,-2 0-2136,-2 0-697,7-1-623,-5 0 703,5 0 857,-6-1 767,0 1 1129,-1 1-568,7-2-960,-8 0-160,0 3 1688</inkml:trace>
  <inkml:trace contextRef="#ctx0" brushRef="#br0">161186 64805 11426,'0'0'0,"0"0"3145,0 0-1601,-1 0-392,1 0-40,0 0-1112,0 0 1089,0 2-33,0 1-88,0 0-72,0 1-88,0 4-47,0-7-761,0-1 640,0 11-96,0-8-112,0 9-80,0-3-8,0 3-8,0-5-336,-1 0 272,0 11-88,0 0-80,-2 2-32,1 0-24,-1 2 64,2-11-112,-1 0 80,0 9-56,0-2-8,0 0-48,0-1 24,0-2-56,2-8 64,-1 0-112,0 6-200,1-2-144,0 0-216,0-3-160,0 0-192,1-7 1024,0 1-1289,1 6-279,0-6-376,0 0-521,0 0-608,0 0-519,-1-2 3592,0 0-2889,2 0 889,0 0 815,0-1 577,0-2-696,0-5-528,-3 8 1832</inkml:trace>
  <inkml:trace contextRef="#ctx0" brushRef="#br0">161446 64788 5393,'0'0'0,"0"0"2184,0 0-255,-1 0-241,1 0-280,-1 0-56,0 0-23,0 1-1329,1 0 1200,-4 2-168,1 0-160,1 6-71,-7-6-97,6 8-104,1-8-600,-5 4 512,3 3-136,-7 1-64,2 2 0,0 1-24,-1 1 0,8-10-288,-4 7 272,-4 6-56,1 1-8,1-1 17,0 1-25,4 0 32,2-15-232,-5 10 176,4 3-48,-1-1-8,0 0 48,1-1 0,0-2 40,2-10-208,0 6 136,1 1-80,0-2 16,0-5-56,0 6 80,4-7 0,-4-1-96,3 2 48,0-1-40,0 0-8,5 1 48,-6-1 8,1 0 16,-1-2-72,5 0 40,-4 0-72,7 0 8,-6-1 40,8-1-8,-3-2 48,-8 4-56,7-4 0,1-4-8,-1 5-24,0-6 8,1 5-24,0-7-8,-7 9 56,5-6-112,2-2-80,0 0 32,0-1-8,-6 1 88,8 0 48,-11 9 32,2-7-56,1 0 56,-1 4-40,0-6 56,-2 7 0,0-5-8,0 6-8,0 1 0,-1-1-40,-2-1 32,-1 0 8,0 1 8,-4 1 32,7 1-40,-1 0 48,-7 0-48,6 3 8,-7 5 48,5-4 16,-5 6 16,9-9-88,-2 1 96,-7 10-96,6-4-32,-6 0 24,6 1-96,-5 1 48,8-10 56,-1 9-176,-2-1-224,2-5-136,0 8-249,1-8-263,0 6-232,1-8 1280,0 1-1616,0 6-585,3-6-688,5 0-727,-5 0 583,6 0 953,-9-2 2080,3 2-1249,7-2 681,-7 0-184,7 0-1432,-10 0 2184</inkml:trace>
  <inkml:trace contextRef="#ctx0" brushRef="#br0">161801 64965 8665,'0'0'0,"0"0"3033,0 0-544,0 0-2489,-1 0 1672,0 0-264,0 0-216,0 0-207,-1 0-161,0 0-136,0 2-688,2-2 616,-2 2-56,0 0-112,0 1-88,0 0-48,0 6-55,-1-6-257,3-3 272,-5 11-40,2-8-80,-2 8-40,1-8-32,0 8-8,-1-9-72,3-1 80,-2 11-8,0-4-72,-4-5-32,5 9-24,-1-9-80,-2 5 136,4-5-248,-1 1-184,-1 7-249,-4-8-231,5 7-240,-1-7-248,-2 2 1400,4-2-1705,-2-1-367,1 1-409,-5 0-343,4 0 127,1-1 713,0-2 1984,2 0-1249,-3 0 585,0 0 128,0-2-1984,4 2 2520</inkml:trace>
  <inkml:trace contextRef="#ctx0" brushRef="#br0">161677 64964 5577,'0'0'0,"0"0"2752,0 0-2752,0 0 2345,0 0-385,0 0-519,0 0-73,0 0 8,0 0-120,0 0-11002,0 2 20605,2 0-9891,-2 0-128,3 1-160,-3 0-8,1 1-48,1 0-624,-2 0 569,2-3-57,0 7-56,2-5-96,-1 7-24,-1-7 8,3 3-344,-1-1 248,-2-2 0,6 8-112,-6-8-32,6 8 0,-6-8-24,2 3-80,0-1 104,-2-2-136,6 8 8,-5-7-24,4 7-48,-5-8-80,2 2 176,0 1-312,-1-3-280,5 7-288,-6-7-337,6 5-447,-6-6-560,2 0 2224,0-1-3097,-2 1-896,6 0 224,-6-2 1073,6 0 1023,-6-1 817,-1 0 856,1-1-912,6-1-1064,-8 3 1976</inkml:trace>
  <inkml:trace contextRef="#ctx0" brushRef="#br0">161966 64876 9618,'0'0'0,"-1"-1"4192,0 0-1319,-1 1-1553,1 0-351,0 0-969,1 0 896,-1 0-24,0 0-88,0 0-40,0 0-72,0 2-23,1-1-649,-1 1 552,0 1-112,0 6-96,0-6-64,0 8-24,0-3-48,0-6-208,1 4 192,-2 2-96,1 1-40,1 3-40,0 0 8,-1 2 8,1-9-32,0 6 0,0 2-88,0 2-120,0-1-152,0-1-256,0 0-264,0-9 880,0 4-1257,0 4-423,1-1-408,2-1-537,0-1-624,5-1-391,-8-7 3640,2 1-2793,0 7 913,1-7 807,0 0 505,0 0-1824,-3-2 2392</inkml:trace>
  <inkml:trace contextRef="#ctx0" brushRef="#br0">162148 64875 8513,'0'0'0,"0"0"0,-1 0 3481,0 0-584,-1 0-1417,0 0-432,0 0-104,0 0-71,2 0-873,-1 0 768,0 0-112,-1 0-64,0 2-24,0 1 0,0 0-24,2-2-544,-2 7 432,0-5-95,0 7-105,0-1-16,0 0-8,-1 3-16,2-10-192,-1 10 152,-2 5-104,-5 1 8,8 1 0,-3-2-16,1 0 56,3-15-96,-3 11 32,1 1-8,0 0-8,1-2 8,1-2 8,0-1 8,1-9-40,1 3 56,6 5-72,-5-6 64,6 0 16,-7 0-32,6 0 96,-8-2-128,2 0 128,7 0-48,-6 0 48,6 0-40,-6-1-32,8-2 72,-10 3-128,1-8 96,9 5-64,-8-7 24,9 6-24,-9-8 40,7 2-32,-10 9-40,2-8 120,8-2-136,-8 1 32,1 0 8,0 1-24,-1 0 32,-2 8-32,2-7 40,-2-1-128,0-1-56,0 1-72,-1 0-232,-2 0-144,3 9 592,-4-9-864,0 1-433,-4 0-471,5 0-584,-1 4-1025,-4-7-976,8 11 4353,-3-2-3553,-2-3 1033,-3 1 1039,5 0 905,-5 0-136,4 1-1256,4 3 1968,0 0 0</inkml:trace>
  <inkml:trace contextRef="#ctx0" brushRef="#br0">162333 64610 5929,'0'0'0,"0"0"1264,0 0-1264,0 0 1312,0-2-215,0-1-1,0 0 152,0 0 80,0-1-39,0 3-1289,0-2 1160,2-1-200,-2-1-96,0 2-56,0 1-95,0-2-1,0 4-712,0-3 624,0 0-112,0 1-72,0 0-96,0 1-64,0 0-32,0 1-248,0-1 224,0 1-96,-1 0 32,0 0-48,0 2-24,0 0 24,1-1-112,-1 1 136,-1 1-72,0 5 16,0-6 17,0 7-41,0-7 48,2-2-104,-2 8 88,0-6-48,0 6-16,1-6 16,0 6 0,0-6 32,1-2-72,-1 8 80,0-6-96,0 1 16,0 6 16,1-7-32,0 1 88,0-3-72,0 3 56,0 6-72,0-8 16,0 3 80,0-1 16,2 5 48,-2-8-144,0 1 104,2 3-88,0-1-16,0 5 40,0-6 32,0 0 40,-2-2-112,3 3 128,0 0-72,0 0 8,0 0 24,0 0-16,0 0-72,-3-3 112,3 3-32,1 0-80,-1 0 16,-1 0 24,2 0 0,-1 0-40,-3-3 88,3 2-16,0 0-72,0 0 0,0 1 24,-1-2-8,0 1-16,-2-2 56,2 2 0,0 1-80,-2-1 24,2 0 0,-2 0 24,0-1-24,0 0 32,0 1-16,0 0-136,0-2-128,0 2-80,-1 0-184,-1-2 512,2 0-608,-3 2-153,0-2-263,-1 2-224,-4-2-304,5 2-473,-1 0 2025,3-2-2672,-7 2-705,5-2 152,-7 2 873,6 0 887,-7 0 753,2-2 712,8 0-520,-9 2-624,-1-2-560,11 0 1704</inkml:trace>
  <inkml:trace contextRef="#ctx0" brushRef="#br0">162327 64548 12618,'0'0'0,"0"0"0,0 0 2849,0 0-1633,0-1-368,0 0 104,2 0 169,0-1 47,0 0-1168,-2 2 1048,2-2-192,0 0-208,1 0-151,1 0-73,-1 0-48,-1 0-376,-2 2 336,9-2 16,-7 0-104,1 0-32,6 0-16,-7 0-56,4 0-144,-4 2 128,1-2 0,6 0-72,-6 0-72,7 0 16,-7 0 0,5 0 0,-4 1-88,3 0-96,1-1-296,1-1-336,-1 1-368,0-2-473,-2 2 1657,-4 1-2312,6-2-1145,0-1-1176,0-4 912,0 5 1097,-5-1 1111,5-2 1513,-4 4-632,-1-1-552,7-1-560,-10 4 1744</inkml:trace>
  <inkml:trace contextRef="#ctx0" brushRef="#br0">158992 66656 7961,'0'0'0,"0"-1"1977,0 0-97,0 1-1880,-1 0 1496,0 0-183,-2 0-49,2 0-8,-1 0-72,1 0-95,0 0-1089,1 0 984,-2 0-136,1 0-80,-1 2-72,1 1-64,0 0-63,0-3-569,-1 8 472,0-6-112,0 7-112,0-6 16,0 7-80,0-7 16,2-1-200,-2 7 168,0 1-64,0-1 32,0 0-32,0 0-16,0 0 24,2-8-112,-2 7 88,-1 1-48,0 0-8,0 0 40,0-1-48,0 1 80,2-8-104,0 6 40,-2 1-64,1 0 48,0 0-24,-1-5-8,0 8 32,3-10-24,-3 1 16,-1 9-48,2-7 48,0 4-16,0-7 16,-1 2 0,3-3-16,-2 2-32,1 0-56,-2-2-56,2 0 0,1-2-24,-2 0 8,2 1 160,-1-2-96,0-7-88,0 6 40,0-8 56,1 3-64,0-2 64,0 10 88,0-11-80,0-5-72,3-2 40,7 0 24,-9 0-24,7 1 40,-7 17 72,2-15-96,8-2-40,-2 2 56,0 0-16,0 0 0,0 0 48,-8 16 48,7-15-24,1 1 0,0 0-8,-1 1 8,0 0 8,0 1 16,-8 12 0,8-11 16,0 1-48,0 0 8,0 1 8,0 1 48,1 0 8,-9 8-40,2-3 24,8-5-8,-7 7-32,5-3 48,-6 3-8,1-2-24,-3 3 40,3 0 16,5 0-32,-8 0 48,3 0 56,0 0 24,-1 1-152,-2-1 216,2 3-16,-2 5-8,2-5-8,-2 7 32,0-7-8,0 9-208,0-11 200,0 8 16,-2 1-104,-1 0 16,0 4 16,-6 1 0,5 2-144,4-16 224,-9 17-56,6-1-8,-6-2 8,5-1 8,0 0-16,-3-2-160,6-11 248,-2 11-71,0 0-57,-1-1 48,0 0-48,0-1 40,1-2-160,3-7 112,-3 8 8,1-1-80,1-5-8,0 6 40,0-7 8,0 1-80,1-3 56,0 3 24,0 5-64,0-6-32,0 1 16,0 0 0,2-1 0,-2-2 72,3 3-24,0-3-64,0 2-16,6-2 16,-7 0-8,5 0 24,-6 0 0,3 0 0,6-1-112,-7-1-8,8-2-16,-3 2-88,-1-1 224,-6 2-376,7-2-81,1 1-247,0-2-168,0 1-80,0 0-224,-1 1 1176,-6 1-1369,7-2-263,-1 0-320,0 0-433,0 0-495,0 1-497,-1 0 3377,-6 2-2817,7-2 857,-5 0 736,8 1 687,-8 0-23,7 0-392,-9-1 952,0 2-2176,-1 0 2176</inkml:trace>
  <inkml:trace contextRef="#ctx0" brushRef="#br0">159367 66700 14515,'0'0'0,"-1"0"2928,0 0-1399,0 0-361,0 0-48,0 0-1120,1 0 1136,-1 0-160,0 0-151,0 2-177,0-2-128,0 3-24,0 0-496,1-3 368,-1 3-56,0 1-104,0-1-136,0 0 24,0-1-32,0 1-64,1-2 56,-1 2-40,0 5-32,1-6-40,0 1 24,0 0-88,0-1 120,0-1-296,0 2-280,0 0-408,0 0-408,0 0-553,2 0-647,-1-1 2592,0-1-3649,2 2-632,0 0 992,-1-1 945,0 0 959,0 0 465,-1-2 920,0 0-2504,-1 0 2504</inkml:trace>
  <inkml:trace contextRef="#ctx0" brushRef="#br0">159403 66548 17523,'0'0'0,"-1"0"2025,-1 0-937,-1 0-272,1 0-816,-1 0 712,0 0-120,1 0-160,-2 0-151,1 1-73,0-1-72,2 0-136,-1 0 120,-1 2-40,0-2-48,0 2-24,1-2-8,0 3-8,1-3 8,0 0-88,0 2-152,0-2-241,0 1-399,1-1-560,0 3-664,0-3 2104,0 0-3169,0 2-952,3-2 792,0 2 905,0-2 823,0 2 273,-2-2 1328,0 0-2328,-1 0 2328</inkml:trace>
  <inkml:trace contextRef="#ctx0" brushRef="#br0">159896 66536 7329,'0'0'0,"0"0"3921,0 0-1457,-1 0-2464,1 0 1601,-2-2-257,-1 1-128,2 0-23,-1 0-97,0 0-152,-1 0-104,3 1-840,-1-1 792,0 0-144,0 0-23,1 0-33,-1 0-88,-1 0-504,2 1 504,-1-1-120,0 0-136,1 0-8,0 0-48,0 0-24,0 0-168,0 1 192,0 0-48,0 0-72,0-1-24,1 1-24,3-1 24,-2 0-48,-2 1 56,4 0 16,-1 0-96,6 0-8,-7 0 48,6 0-48,-6 0 32,-2 0-40,8 0-64,-6 0-200,6 0-136,-6 0-176,7 0-216,-6 0 832,-3 0-1008,9 0-265,-5 0-303,5 0-288,-6 0-393,6 0-519,-7 0 2776,-1 0-3321,7 0 384,-6 0 793,6 0 759,-6 0 625,6 0-208,-6 2 968,-2-2-2280,0 0 2280</inkml:trace>
  <inkml:trace contextRef="#ctx0" brushRef="#br0">159888 66626 12594,'0'0'0,"-1"0"2785,0 0-1425,-3 0-392,1 0-48,-1 0-15,2 0-905,1 0 872,-2 0-80,1 0-128,-2 0-88,2 0 16,0 0-39,1 0-553,0 0 560,0 0-40,0-1-88,0 0-48,0 1-64,1-2 8,0 2-328,0 0 264,0-1 8,0 0-104,3 0-88,0 0 48,0 0-88,-1 1-40,-1 0 72,2 0-8,0 0-64,0 0-32,6 0 16,-6 0 16,2 0 0,-2 0 0,-1 0-16,6 0-96,-6 0-168,7 0-176,-6 0-144,4 0 600,-4 0-872,0 0-192,8 2-289,-8-2-375,8 2-337,-2-2-711,-4 2 2776,-2-1-3745,5-1 336,0 1 841,0-1 847,0 2 849,-5-2-128,4 2 1000,-3-2-2136,-4 0 2136</inkml:trace>
  <inkml:trace contextRef="#ctx0" brushRef="#br0">161630 65771 6073,'0'0'0,"0"0"1392,0 0 96,0 0-1488,0 0 1385,-1 0-177,1 0-96,0 0 16,0 0-15,0 2-33,0-2-1080,0 0 1032,0 2-72,0-2-87,0 3-73,0 0-40,0 0-56,0-1-704,0-1 648,0 2-96,0 6-128,0-7-80,0 7-15,2-6-49,-2 4-280,0-2 248,2-2-40,-2 8-112,2-8 0,-2 8 40,2-3-80,-2-3-56,0-2 80,0 5-32,2 0-80,-2 0 16,0 1 16,2-1-8,-2-4 8,0 0-48,0 4-168,0 0-280,0 0-329,2 0-391,-2 0-472,1-6 1688,0-1-2401,-1 10-959,2-8-689,-2 8 928,2-8 953,-2 5 839,1-7 1329,0 0-968,-1 2-1296,0-3 2264</inkml:trace>
  <inkml:trace contextRef="#ctx0" brushRef="#br0">160606 66445 5433,'0'0'0,"0"0"1976,0 0-544,0 0-23,-1 0-153,1 0-1256,-1-1 1312,1 0-1312,0 1 1377,0 0-1377,-1-1 1376,1 1-1376,0 0 1288,-1 0-120,1 0-223,0 0-121,0 0-128,0 0-64,-1 0-56,1 0-576,-1 0 536,1 0-112,0 0-56,-1 2-32,0 1-39,0 0-9,1-3-288,-1 10 232,0-7-40,0 6-40,0-6-16,0 9 8,0-9-24,1-3-120,-1 12 112,0-3-56,0 0 0,0 1 16,0 0 0,0 0-72,1-10 72,-1 10-16,0 0-56,0 0 0,0-1 8,0-1-16,0-1 8,1-6 64,0 2 8,0 8-56,0-8 0,0 5-32,0-6 32,0 1-16,0-3 0,0 3 40,0 1-56,0-2-8,0 0 64,0-2-8,0 1-32,0-1 40,0 0 0,2 0-64,0-1 24,-2 1 0,0 0-32,2-1 88,-2 0-80,2 0-8,0 0 80,0-1-64,0 1 16,-2 1 24,2-1 8,0 0-48,0 0 16,1 0 40,0 1-40,0-1 0,-3 1 0,3-2 0,0 0-56,0 0 32,0 1 48,0 0-24,4 0 0,-5 1-24,-1-1 40,3 0-64,-1 0-8,5 0 40,-6 0-120,0 0 136,-1 1-224,2-1-144,5 0-200,-6 0-120,1 0-81,6 0-167,-7 0 936,-2 1-1072,8-1-176,-6 0-289,6 0-319,-6 0-337,6 0-335,-6 0 2528,-2 1-2625,4-1 649,-2-1 600,7 0 552,-9 0 263,3 0-679,-1-1 1240,-1 3-2296,-1 0 2296</inkml:trace>
  <inkml:trace contextRef="#ctx0" brushRef="#br0">160740 66446 9970,'0'0'0,"-1"0"2552,0 0-2552,1 0 1617,-2 0-753,0 0-88,1 2 64,0 1 96,0 0 32,0-1-968,0-1 873,1 8-129,-1-6-136,0 7-80,0-7-72,0 8-24,0-9-432,1-2 432,-1 12-88,-1-3-88,2 1-64,-1 2-39,-1 2-33,2-3-120,0-6 136,0 9-24,0-1-64,0 0-16,0-1-8,0 0-24,0-4 0,0-4 32,0 7 8,0 1-80,0-1-32,3 0-120,-3 0-176,1-3 368,0-5-537,1 8-191,0-1-352,0 0-216,0-1-257,1 0-431,-1-4 1984,-1-2-2369,2 0-463,0 8 199,0-9 665,-1 1 704,0 0 415,-1-1 849,0-1-1400,1 1-928,-2-2 2328</inkml:trace>
  <inkml:trace contextRef="#ctx0" brushRef="#br0">160878 66663 12490,'0'0'0,"0"-1"2785,-1 1-2785,1 0 1064,-3 0-496,1 0 0,0 0 176,1 0 65,1 0-41,-2 1-768,1 0 624,0-1-216,0 2-192,0-2-64,0 2-64,0-2-32,1 1-56,-1 0 48,0-1-32,0 2-64,0-2-56,0 2-232,1-2-328,0 1 664,0 0-1040,0-1-545,0 2-671,0-2-641,0 0-159,0 0 655,0 0 2401,0 0-1616,2 0 383,-2 0-1775,0 0 3008</inkml:trace>
  <inkml:trace contextRef="#ctx0" brushRef="#br0">161012 66454 7545,'0'0'0,"0"0"2105,0 0-305,0 0-1800,-1 0 976,0 0-232,0 0 104,0 0 145,0 0 39,0 0-96,1 0-936,-1 0 816,0 2-184,0 0-63,0 0-9,0 1-48,0 6 32,0-9-544,0 1 472,-1 8-88,0-8-32,0 8-40,0-7 8,0 6-32,1-6-288,0-1 256,-1 8-56,0-6-48,0 6 9,1-6-9,0 6 8,1-7-160,-1-1 184,0 8-104,0-6-56,0 6 48,0-8-56,0 7 48,0-6-64,1-1 72,-2 7-72,1-6 0,1 1 8,-1 5 40,0-6 8,0-2-56,2 2 8,-1 1-16,0 0-24,0-1 32,0 0 40,0 0 0,0-2-40,0 2 56,2 0-80,-1 0-16,2-2 48,-3 0-8,2 0-8,0 0-32,0 0-8,1 0 24,0 0-16,0 0-88,-3 0 128,3 0-216,0 0-208,0 0-113,0 0-103,5 0-136,-6 0-128,-1 0 904,1 0-1064,1 0-193,0 0-207,0 0-232,0 0-289,0 0-247,-2 0 2232,1 0-2345,1-1 505,0 0 560,1-1 520,-1 0 247,-1 0-543,-1 2 1056,2-3-2472,-3 3 2472</inkml:trace>
  <inkml:trace contextRef="#ctx0" brushRef="#br0">161110 66430 4448,'0'0'0,"0"0"2449,0 0-1169,-1 0 169,0 0-105,0 0-1344,1 0 1392,-1 0 32,0 0-79,0 0-185,0 0-160,0 0-176,0 3-47,1-3-777,-1 3 688,0 5-112,0-6-96,0 8-72,1-7-48,0 10-360,0-13 360,-1 10-120,1 0-120,-1 0-16,0 3 16,0 0 64,0 2-184,1-15 168,-1 17-32,0 1-120,1-2-16,0-1 48,0-2-16,0 0-32,0-13 64,0 12 16,0 0 0,0-1-80,0 0-48,0-1-248,0-1 296,0-9-560,2 9-272,0-6-408,0 7-385,0-6-455,0 4-561,0-7 2641,-2-1-3096,2 4 487,0-2 697,0 0 704,1-2 471,0 0-1623,-3 0 2360</inkml:trace>
  <inkml:trace contextRef="#ctx0" brushRef="#br0">161264 66473 8737,'0'0'0,"-1"0"1809,0 0-681,-1 0-336,0 0 56,0 0 81,1 0-929,0 0 952,-1 2-104,0 1-176,-1-1-120,0 1-40,0 6-24,1-8-488,1 0 457,-2 8-9,0-6-40,0 8-48,0-3-8,0 1-24,0 1-328,3-7 280,-4 9 16,-5 3-72,7-1-88,-2 0 0,1 0 16,1-4-152,1-7 176,-2 10-8,0-1-40,2 0-72,0-1-16,0 0 24,0-4-64,1-4 64,0 7-8,0 0-32,0-2-32,2-5-24,0 8 64,0-9-32,-1-1 48,2 7-16,0-6-8,0 0-48,5 1 8,-5-1 16,-1-2 0,-1 0 16,8 0-8,-6 0-32,6-1-16,-6-1 24,6-2 8,-7-2 8,-1 4-16,9-1-8,-7-7-40,6 5-32,-6-6 56,6 3-16,-7 3 56,-1 2 16,7-5 0,-8 0-56,3 0 8,-1 4 24,0-6 16,-2 8-8,0 1 56,0-8-16,0 5-40,-1 2 0,-2-2 16,-2 1 48,0 2-64,2 0 88,0 1-32,-6 0-16,6 0-16,-7 0 48,6 2 8,-2 0-80,2-1 160,0 7-24,-6-5-72,6 5-8,-6-6-8,6 6 8,-3-7-56,4 0 40,-1 7-40,-5-6-48,6 6 0,0-6-56,0 6-72,3-7 176,-1 0-304,0 2-224,1 0-192,0 1-240,3-2-216,0 1-289,3-1 1465,-2-1-1912,-1-1-465,6 0-407,-1 0 223,2 0 721,0-1 664,-4-1 1176,-1 1-657,7-2-15,-1-1-2160,-11 4 2832</inkml:trace>
  <inkml:trace contextRef="#ctx0" brushRef="#br0">161551 66558 12034,'0'0'0,"-1"-2"3097,0 2-1857,-1 0-1240,0 0 776,-1 0 8,-2 3 121,1-2-9,0 2-104,0 7-224,2-9-568,0 1 456,-2 7-120,-4-6-112,5 8 40,-1-8-64,-4 8-16,7-7-184,-1 0 136,-7 4-48,5 0-40,-7 2 0,3 2 24,-1-1-32,6-7-40,-2 3 64,-3 4-40,0-1-48,0 0-32,4 0-88,-5-1-176,7-6 320,1 3-528,-8 2-352,6-5-424,-6 7-521,8-8-743,-1 1-745,1-2 3313,0 0-3241,-2 1 793,1-2 840,1 0 647,0 0-487,1-2-696,0 2 2144</inkml:trace>
  <inkml:trace contextRef="#ctx0" brushRef="#br0">161447 66571 12050,'0'0'0,"0"0"0,0 0 3625,0 0-2001,0 0-824,0 3-39,0-1 87,0 1 32,0-2-880,0 1 832,0 1-208,0 0-88,2 0-48,1 0-55,-2 6-1,0-7-432,1-2 360,-1 8-88,2-6-32,0 6-64,0-5-8,-1 6-40,-1-8-128,2 1 96,0 8-64,0-6-64,5 7 48,-6-8 0,6 8-16,-6-9 0,-2-1-152,8 10-272,-6-8-320,6 7-401,-6-7-391,6 6-496,-6-7 2032,-2-1-2809,8 7-832,-5-8 72,5 3 897,-6-1 952,6-2 735,-7 0 985,0 0-1168,7 0-1120,-8 0 2288</inkml:trace>
  <inkml:trace contextRef="#ctx0" brushRef="#br0">161657 66475 13514,'0'0'0,"-1"0"4465,0 0-3080,-1 0-905,2 0-480,-2 4 400,0-1 40,0 6 128,0-7-16,0 6-80,0-5-48,2-3-424,-1 11 352,0-3-80,0 1 9,0 1-33,0 3-88,1 1 24,0-13-184,0 12 120,0 1-64,0 0-32,2-1 8,0-1-32,0 0 24,-2-11-24,2 10 0,1 0-192,0 0-160,5-1-249,-6 0-335,1-1-304,-3-8 1240,3 6-1624,6-4-537,-7 5-559,7-8-441,-6 3 192,6-2 809,-8 0 2160,1-2-1392,8 1 583,-7 0-63,7-1-1648,-10 1 2520</inkml:trace>
  <inkml:trace contextRef="#ctx0" brushRef="#br0">161841 66523 8961,'0'0'0,"0"0"2993,0 0-760,-3 0-1113,0 0-200,-1 2-920,4-2 1024,-8 2 64,5 0-127,-1 1-145,-4 0-120,5 6-80,-1-6-616,4-3 576,-8 9-64,5-6-96,-6 9-96,5-2-47,-4-1-73,6 0-200,1-8 184,-2 8-48,-1 0-80,1 0-48,0 0 48,2 0-24,0-7-32,1-2 64,0 12 8,0-9-48,2 6-40,1-6 48,5 0-8,-6 4-24,-2-6 0,3-1 56,6 2-56,-5 0 16,5-2 24,-6 0 32,6 0-72,-7 0 56,1 0-16,6-1-56,-6-1 16,6-1 32,-6 0-8,4-4-24,-6 6 40,1-2-8,1-5-32,5 4-16,-8-7 56,3 8-24,-2-6-16,-1 7 40,2-6-8,0 0-88,-2 4 0,0-7 16,0 7-48,0-4 88,0 6-192,0-2-72,-1-6-160,-1 6-169,1-6-127,-3 6-160,2-4 880,1 5-1128,-2 0-288,1-6-393,0 6-591,0-5-529,0 5-176,1 0 3105,0 3-2360,-1-4 808,0 0 687,0 1 337,0 0-680,0 0-744,2 3 1952</inkml:trace>
  <inkml:trace contextRef="#ctx0" brushRef="#br0">162035 66320 10530,'0'0'0,"-2"0"3352,2 0-1599,-4 0-905,0 0-64,0 0 112,2 0-896,0 0 905,-2 3-153,0-3-256,-4 2-152,5 1-88,-1-1 16,-1 0-272,2 0 240,1 1-32,-1 0-48,-1 0-32,0 0-8,1 0-32,1-1-88,1-1 80,-2 2-24,1 0-88,1-1 24,1 0 8,0 0 40,0-1-40,0 0 64,0 1-40,0 0-48,2 0 0,0 0 24,1 0 40,1-1-40,0 0 40,-2 1-16,1 1-40,6-2 8,-7 1 48,1 0 0,-1-1-40,-1 0 64,7 1-16,-6 1 24,1-2 32,0 1 56,5 0-8,-7 0-152,0-1 184,3 1-23,-1 0-49,-1 2 24,1-1-32,1 0 40,-3-2-144,1 1 120,1 1-24,0 0 0,-1 0-16,0 0 16,0 0-8,-1-2-88,0 1 112,1 1-88,0 0-8,0-1 48,-2 0-16,0 0 32,0-1-80,0 0 56,0 1-40,0 0-48,0 0 24,0 0-48,0 0-48,-1-1 104,1 0-232,-2 1-192,-1 0-249,0 1-223,0-3-280,0 1-368,1-1 1544,0 0-2001,0 2-687,-2-2-753,-5 0 192,6 0 873,-5 0 887,7 0 1489,-2 0-712,-7 0 168,6 0-1224,4 0 1768</inkml:trace>
  <inkml:trace contextRef="#ctx0" brushRef="#br0">162014 66305 12850,'0'0'0,"0"0"3849,0 0-3849,0 0 1608,0 0-703,0 0-73,0-1 16,0 0-24,0 0-64,0 1-760,0-1 616,0 0-119,0 0-81,2 0-48,0 0 8,1 0-32,-2 1-344,1-2 296,2 0-96,4 0-72,-5 0-48,5 0-8,-6 0-16,0 1-56,4 0 64,-4-1-64,6 0-48,-6 0 24,7 1-80,-6 0-152,-1 1 256,4-1-528,-3 0-472,5 0-537,-4 0-583,3 0-801,-3 0-1032,-4 1 3953,8-1-3992,-6 0 1023,6 0 1016,-6 0 929,6 0 184,-6 0-1408,-2 1 2248</inkml:trace>
  <inkml:trace contextRef="#ctx0" brushRef="#br0">162513 66426 4400,'0'0'0,"0"0"0,0 0 753,0 0 71,0-2 328,0-1 416,0 0 217,0-1-1,1 1-1784,0 2 1672,-1-3-231,2 0-185,-2 0-120,0 0-71,0-1-49,0 3-1016,0 0 976,0-2-104,0 0-104,0 1-80,0 0-23,0 0-41,0 1-624,0 1 568,0-2-80,-1 1-72,0 0-88,0 0 56,-1 1-48,1 0-336,-1 1 360,-1 0-80,0 0-88,-5 2-32,5 1-7,-1 0-33,0 3-120,0-2 144,1-1 40,-6 10-112,5-3 64,-7 4-16,2 1-32,3-5-88,1-2 152,-4 10-48,0 0-56,5-2-8,-5 0 24,6-1-16,1-7-48,1-2 104,-3 7-32,1 1-40,2-2 32,1-1-32,0 0 8,1-6-40,0 0 80,2 5-16,7-1-112,-7 1 0,9-2 32,-3-5-24,-4 1 40,0 0 56,6-2-56,3 0-56,0 0 24,2 0-32,1-2-40,-8 0 104,1 0-232,9 0-232,3-3-296,1-5-297,2 4-311,0-7-384,-12 6 1752,2 1-2281,13-8-872,-3 0-1504,2-1 209,-2 0 1191,-3-1 1128,-13 8 2129,3-2-952,6-5 352,-3 0-128,-2-2-888,-13 15 1616</inkml:trace>
  <inkml:trace contextRef="#ctx0" brushRef="#br0">160523 66212 7233,'0'0'0,"0"0"6097,0 0-3968,0-1-1273,-1 0-456,0 0-192,1 1-208,0-1 160,0 0-32,0 0-40,0 1 56,0 0 88,0 0 96,0 0-328,0 0 456,0 0 105,0 0-25,2 0 0,0 0 16,0 0-24,-1 0-528,0 0 544,1 0-32,0 0-104,1 0-64,5 0-16,-6 0-47,3 0-281,-2 0 288,0 0-56,7 0-64,-7 0-16,9 0 16,-3 0-16,-4 0-152,-1 0 136,7-1-24,2 0-56,4 0-24,3 0 48,2 0-8,-9 0-72,-3 1 56,16-1-32,0 0-24,0-1 0,0 0 32,-2 0 48,-10 1-80,-3 0 72,15-2-88,-2 0 8,2 0-24,0 0 32,2-5 40,-13 7-40,-2-1 64,19-1 0,-2-5-32,2 3 8,0-5-24,-1 6-32,-14 0 16,-2-1 0,17 2-24,1-6-24,0 5 40,-1-5-8,3 5 16,-16 0 0,-1 0 16,16 1-48,1-5-24,-2 6 40,0-2-8,0-4 48,-18 6-24,2 0 48,17-1-24,-1-5-48,0 6 8,3-2 16,-3-4-32,-17 7 32,1 0 32,16-3-16,1 0-64,-2 0 32,3 0 8,-3 0 8,-17 2 0,2 0 24,18-1-8,-2 0-48,1 0 24,-1 0 8,-1 1 0,-19 1 0,5-1 8,12 1-16,0-2-8,1 0 0,-1 0 16,0 1 16,-18 2-16,5 0 0,11-3-16,-1 1-8,-2 0-8,1-1 48,-1 0 24,-15 3-40,7-2 16,9-1-16,1 0-40,-4 0 8,1 0 48,1 0-32,-15 2 16,5-1 16,9-1-48,-1 1-64,-3-1-40,1 0-32,-3 0-56,-11 1 224,4 0-256,7-1-40,-2 0-48,1-1 0,0 0 23,-2 0 49,-10 2 272,6-1-296,4 0-16,-2-2-16,0 2-16,-2 1-32,0-2-48,-7 3 424,2-1-568,4-1-192,-2 0-201,-4 1-159,7 0-216,-7 0-248,-1 1 1584,4 0-1953,-5-1-415,7 1-65,-7-1 569,6 0 623,-6 0 521,-1 2 720,1-1-480,0-1-400,0 0-1264,-2 2 2144</inkml:trace>
  <inkml:trace contextRef="#ctx0" brushRef="#br0">158704 60444 10722,'0'0'0,"-1"0"3112,0 0-1839,-1-2-633,0-1-104,0 0 144,1-1 208,0 2-888,1 0 1033,-1-2-33,0 0-72,-1-4-128,0 6-64,0-2-104,1 3-632,0-2 625,-1-1-81,0 0-56,0 1-40,0 0-56,0 0-40,1 2-352,0-1 344,-2-1-56,-1 2-72,2 0-64,-1 1 0,-1 0-24,0 2-128,0-1 128,0 8-8,-4-6-80,4 9 48,-7 0 0,2 3-8,4-6-80,-1 3 112,-7 14-80,-1 3-32,1 0 0,2 0 16,2 0 0,6-18-16,-2 5 16,1 9-16,-4-1-32,8-4 32,-1-2 32,1-1-32,1-12 0,0 3-64,2 2-64,7-1-112,-7-6-32,9 0 24,-3 0 32,-6-2 216,2 0-288,3-1-32,1 0-88,-1-1-56,1-3-40,2-7-80,-6 6 584,4-3-680,9-13-169,2-3-95,0-5-136,0-1-128,-1-1-137,-12 20 1345,4-9-1632,6-10-328,-3 2-265,-1 1-159,-2-2 151,-1 3 617,-7 17 1616,3-10-1072,3-7 463,-1-1 233,-6 1-256,6 0-1856,-8 26 2488</inkml:trace>
  <inkml:trace contextRef="#ctx0" brushRef="#br0">158851 60109 6457,'0'0'0,"0"2"1752,-1 0 177,0 0-401,-1 1-240,1-1-1288,0 4 1201,-1-3-9,-1 8-32,-1-1-16,2 0-79,-1 4-97,2-10-968,-1 9 848,-2 8-160,-5 2-72,7 3-80,-1 0-8,0 2 1,3-23-529,-3 16 480,0 5-88,1-1-16,1 0-16,0-3-24,0-1-24,1-16-312,-1 12 256,1 5-80,0-1-40,0-1 24,0 0-16,0-1 0,0-16-144,0 11 56,2 2-8,0-1-24,0-2 24,0-1 24,0-2-40,-1-10-32,0 3 24,1 8-40,2-9 8,4 6 16,-8-8 8,3 3 40,-3-3-56,1 2 0,2 0-8,-1 0-8,0-2-16,0 0 32,0 0 32,-2 0-32,2-3-16,0 0-24,0-5 24,1 5-32,0-7 64,0 6 0,-3 2-16,3-6 16,-1 3-16,0-5-48,0 7 40,0-6 8,0 6 0,-2 3 0,2-4 56,0 0-88,0 0 16,0 1 8,0 0-72,0 1 96,-2 2-16,3-1 0,-1 0-16,0 1 64,1 0-64,0 2 0,-1 0 32,-2-2-16,3 3-32,0 0 8,0 5 24,1-6-32,-1 1 16,0 5 32,-3-7-16,2 1-16,2 0-24,-1 1 8,6 1 32,-7-2-24,6 2 40,-8-4-16,3 3 40,8-1-80,-8-2 24,8 0 0,-8-1-72,8 0 88,-10 1 0,2-3-16,8-1-40,-8-1 40,8-3 16,-8 5-40,7-6 8,-10 9 32,3-3 16,6-7-72,-7 6 56,6-5 32,-6 6-24,1-6 8,-2 9-16,6-3 48,-7-7-112,3 8 40,-2-7 40,-1 5-32,0 0 16,0 4 56,0-8 0,0 6-56,0-1 16,0 1 24,0 1 24,-3 0-64,3 1 56,-3 0 32,0 0-80,-1 3 40,-4 0 24,5 7-32,-1-7-40,4-3 72,-8 10 0,5-2-72,-1 1-8,0 0 8,0 0-16,0 0 16,4-9 40,-3 8-8,0 0-48,1-5-16,1 8 8,1-8 40,0 0-16,0-2 8,0 7 24,2-8-48,1 2-40,5 0 40,-6 0 32,6-2-16,-8 0 40,2 0-24,6 0-16,-6 0-40,6-1 64,-6-2-8,6 0-16,-8 3 16,2-4 40,7 2-152,-7-2 80,0 0 32,6 0-16,-6 1 0,-2 2 56,3-3-56,0 0-56,0 0-8,-1 0 64,0 0 16,-1 1-16,0 2 0,-1-3 0,0 0-96,0 0-64,0 1 16,0 0-88,0 0 232,0 3-288,0-3-80,0 0-184,-1 1-168,0 0-104,0-1-185,0 3 1009,1-1-1232,-2 1-296,2-1-449,-1 0-439,1 0-369,0 0-271,0 0 3056,0 0-2513,0-1 785,0 0 687,0 1 593,1-2 120,2 2-200,-2-1 528,0 1-1864,-1 1 1864</inkml:trace>
  <inkml:trace contextRef="#ctx0" brushRef="#br0">159220 60510 5553,'0'0'0,"0"0"1696,0 0 200,0 0 81,0 0-1977,0 0 1752,0 0-95,0 0-105,0 0-64,0 0-175,0 2-121,0-2-1192,0 0 1016,0 2-168,0-2-136,0 2-128,0-2-103,0 2 7,0-2-488,0 0 448,0 2-48,-1-2-32,0 2-128,0 0-32,-2 1 48,1-1-256,1-1 248,-2 2 8,0 5-96,0-6-72,0 6 16,-1-5 8,2 5-112,1-5 120,-2 0 8,0 9-96,0-9-16,0 8 8,0-8-8,1 4-16,1-3 48,-1-1-24,1 8-8,1-8-32,0 6-8,0-7 64,0 4-40,0-4 32,3-2 8,0 3-8,5 0-64,-6-1 48,1-2-32,3 0 16,-3 0 32,-1 0 0,6 0-48,-6-1 16,1-3 24,5 1-8,-6 1-16,-1 1 48,1-2 8,2 0-72,-2 0 0,2-1 48,-1 0-16,-1 2-16,-1 0 16,1-2 0,0 0-32,-1 0 0,-1 0 48,0 0-16,0 2-16,0 1 8,0-2-80,0 0-48,0 0-96,0 0-104,-1 0-56,0 1 376,0 0-536,-1 0-176,-1-1-136,2 0-184,-1 1-201,0 0-191,0 1 1424,1 1-1792,0-2-457,-2 1-648,2 0-479,0 1 407,0-2 857,1 2 2112,0-1-1225,0 1 681,0 0 144,0-1-264,0 0-1536,0 1 2200</inkml:trace>
  <inkml:trace contextRef="#ctx0" brushRef="#br0">159369 60501 6529,'0'0'0,"0"0"0,0 0 1776,0 0 257,2 0-209,0-1-72,1 0 1,0 0-121,-1 0-1632,-1 1 1489,2-1-233,1-1-152,-2 2-120,0-1-48,1 0-87,-3 0-849,1 0 784,2 1-120,-2 0-128,-1 0-80,3 0-64,-3 0-48,0 0-344,0 0 296,0 3-64,-1 0-56,-2 5-56,0-6 24,1 1-39,1 0-105,-1 3 120,0-4-48,1 6-56,-2-6 32,1 6-16,0-6 8,1-1-40,0 1 48,0 1-48,0 5-48,0-6 32,1 1 48,0 0 0,0-1-32,0-1 56,2 2-56,0 1-32,1-1 32,1-1 32,-2 2 0,0-4-32,-1 2 48,3 0-48,-1 0-48,5 1 16,-6-1 16,0 1 48,0-2-32,0 1 48,6 1-32,-6 0-48,1 0 48,0 0-32,5 0 56,-7-2-40,0 1 48,1 1-48,1 0-16,0 0 0,0 0 0,-1 0 64,-1-2-48,0 1 32,1 6-32,-2-6 0,2 1-16,-2 1 0,0 4 48,0-8-32,0 0 16,0 3-32,-1 0-64,-1 0-24,-1 0 0,0 0-56,2-2 160,-1 1-152,-1 0-73,0 0-63,0 0 96,0 0-32,0-2 80,2 0 144,-1 2-160,-1-2-40,0 2-32,1-2 0,0 0 16,1 0-24,1 0 240,-1 0-240,0 0 32,0 0 40,0 0 96,1 0 40,0 0 32,0 0-8,0-1-64,2 0 32,1 0 40,5 0 8,-6-1 48,0 1-56,4 0 32,-4-1-32,6 0 0,-6-1 40,7 0 16,-5 0 40,-4 2-96,9-2 72,-6-5 0,8 4 0,-7 1 56,7-5 24,-3 4 8,-6 4-160,4-8 128,2 4-48,-5-6 8,8 6 40,-8-6 0,8 6 8,-9 3-136,-1-8 56,9 5-40,-7-5-8,5 5 56,-6-5 8,1 6 24,-3 3-96,3-9 64,-1 6-40,0-1 8,-2-4 24,0 6 16,0-1-8,0 3-64,0-4 56,0 1-40,0 1 8,0 1 40,-1 0-40,-2 1 8,2 0-32,-1 0 56,-1 0-8,-1 3 56,2 0-16,0 0 56,0 0-88,1-3-56,0 3 80,0 5-80,-1-6-32,1 1 16,0 0 0,1 5 80,0-7-64,0 0-16,0 2 0,2 0 0,1 6-16,1-7 32,5 0 16,-8-1-16,1 2 16,7 0-48,-6 0-24,9 0-48,-4 0-160,1 0-200,-8-3 464,7 2-784,5 0-456,-1 0-481,0-2-623,0 2-929,2-2-1160,-13 0 4433,12 0-4361,1 0 1217,-1 0 1199,-1 0 1097,0-2 488,-1-1-96,-10 3 456,9-3-592,0 0-864,-10 3 1456</inkml:trace>
  <inkml:trace contextRef="#ctx0" brushRef="#br0">160315 60335 4761,'0'0'0,"0"0"1080,0 0 256,0-1-1336,0 0 1512,0-3-47,0 1-17,0-1-48,0 0-87,0 1-105,0 0-1208,0 1 1080,0-6-88,0 5-56,-1 0-23,0-1 15,0 0-64,0 2-864,1 0 816,-1-2-128,-1 0-80,2 0-39,-1 1-41,0 0 8,0 1-536,0 1 504,0-2-48,0 0-56,-1 0 16,-1-1-32,1 2-24,1 0-360,0 2 352,0-2-23,-2-1-89,1 2 0,0 0-32,-1 1-32,2 0-176,-1 0 216,-1 0-32,-1 0-32,-4 1-32,5 3 0,-1-1-16,0 1-104,0 1 112,0-2-8,-6 8-56,2-1 32,-2 2-8,0 3-24,6-7-48,-2 2 64,-4 8-32,1 1-64,1 0 72,4-1-48,-6 0 64,8-11-56,1 2 64,-3 6-32,1 0-32,0 0-16,2-3 0,1 2 32,0-9-16,0 2 32,0 4-32,2 0-48,1-1 0,6-2 80,-6 1-64,0-8 32,2 0 48,-2 9-32,7-6-48,-2 5 48,0-6-48,1 0 32,-5 0 0,2 2 0,2-5-16,0 2-48,1 0-8,0 0-96,1-2-128,-5 0 296,2 0-392,5 0-168,0 0-160,3-2-137,0-1-71,-1-5-128,-9 7 1056,4-1-1168,6-7-193,-2 6-311,1-6-280,-2 5-481,0-4-672,-8 6 3105,3 0-3680,4-7 591,0 6 961,0-6 911,-1 5 753,-7-5 112,0 8 352,5-1-536,-5-7-872,-3 9 1408</inkml:trace>
  <inkml:trace contextRef="#ctx0" brushRef="#br0">160532 60372 16403,'0'0'0,"-2"-1"2985,2 1-2985,-1 0 1184,-1 0-496,0 0-80,0 0 40,1 0 32,0 0-23,1 0-657,-1 0 536,0 0-152,0 0-104,0 2-24,0-2-16,1 2-48,0-2-192,0 0 176,0 2-104,0-2-32,0 2 16,3-2 16,0 2 16,-1-2-88,4 0 40,-4 0-56,1 0 32,6 0-16,-6 0 0,5 0-40,-8 0 40,3 0-232,7-1-208,-7 0-216,8-1-248,-8 0-297,8 0-335,-9 2 1536,-1-2-1904,10 0-545,-8 0-664,6 1-447,-5 0 495,5 0 937,-8 1 2128,0-1-1241,7 0 633,-6 0 0,0 1-1520,-2 0 2128</inkml:trace>
  <inkml:trace contextRef="#ctx0" brushRef="#br0">160604 60437 11594,'0'0'0,"-1"0"4177,0 0-2025,-2 0-815,-1 2-153,0 0-16,4-2-1168,-4 2 1128,0 0-167,1 1-177,0 0-200,0-1-152,0 1-32,3-3-400,-3 2 312,0 1-64,0-1-64,1 0 16,0 0-80,0 0 24,2-2-144,-1 2 160,1 0-128,0 0 24,0 1 0,0-2-24,0 1 8,0-2-40,3 2 64,0 1-80,0-1-16,0-2 32,5 1-88,-6-1 88,-2 0-104,8 0-184,-5 0-264,7 0-248,-7 0-344,8 0-449,-8-2 1593,-3 1-2120,12-2-913,-3 0-1256,0 1-56,0-2 1193,-1 1 1159,0 0 1993,-8 3-928,8-3 432,-5 0-480,8 0-520,-11 3 1496</inkml:trace>
  <inkml:trace contextRef="#ctx0" brushRef="#br0">161031 60220 5969,'0'0'0,"0"0"960,0 0 248,0-1 209,0 1-1417,0-1 1528,0 0 104,1 0-39,-1 0-145,2 0-216,-2 1-168,1 0-1064,0 0 953,2 0-161,-3 0-120,2 3-72,0 6-80,-2-6-80,0 0-440,1 4 408,-1 3-112,3 0-88,-3 3 80,2 3-144,-2 4 25,0-14-169,2 9 120,-2 8-104,0-3 32,2-1 8,-2-2-16,0-2 0,0-12-40,0 8 48,0 2-96,0-1 0,0-1-48,2 1-80,-2-4-89,0-7 265,0 6-416,0 1-168,2 0-168,-2-5-152,0 7-160,0-7-209,0-2 1273,0 6-1592,2-5-368,-2 6-337,0-5-247,2 4 295,-2-5 633,0-1 1616,0 1-1064,2 1 463,-2 1-111,0-1-2000,0-3 2712</inkml:trace>
  <inkml:trace contextRef="#ctx0" brushRef="#br0">159952 67862 11226,'0'0'0,"0"0"3385,-1 0-1169,0 0-640,0 0-1576,0 0 1401,-1 0-113,0 0-104,0 0-112,0 0-199,0 0-97,1 0-776,0 0 632,0 0-144,0 0-104,0 0-80,0 0-72,0 0 16,0 0-248,1 0 160,-1 0-88,0 0-40,1 0 8,0 0 24,0 0 8,0 0-72,0 0 24,0 0-8,2 0-32,0 0 32,1 0 72,5 0-40,-7 0-48,0 0 32,7-2-64,-6 1-56,6 0-48,-5 0-152,7 0-136,-9 1 424,1-2-664,9 0-264,-8 1-240,10 0-265,-5-1-271,0 1-288,-6 1 1992,-1-1-2433,10 0-432,-8 0-415,8 0 663,-8 0 809,8 0 688,-10 1 1120,1 0-609,8 0-695,-7 0-1096,-3 0 2400</inkml:trace>
  <inkml:trace contextRef="#ctx0" brushRef="#br0">160034 67923 10402,'0'0'0,"-1"0"3184,0 0-767,-2 0-801,-1 0-191,3 0-1425,-2 0 1400,-1 2-104,1-2-104,0 2-175,0-2-177,0 0-144,2 0-696,-1 0 616,-1 0-160,1 0-120,0 0-48,-1 0-112,1 0-32,2 0-144,-1 0 120,1 0-104,0 0 8,0 0 8,2 0-16,0 0 16,-1 0-32,1 0 24,0 0-40,0 0 8,2 0 16,4 0-64,-6 0-64,-2 0 120,8 0-232,-6 0-248,6 0-112,-6 0-160,7 0-168,-6 0-232,-3 0 1152,11 0-1497,-8 0-543,9 0-961,-9 0-1104,8 2 496,-9 1 945,-1-3 2664,10 3-1696,-8 0 807,6 0-495,-6 0-800,-3-3 2184</inkml:trace>
  <inkml:trace contextRef="#ctx0" brushRef="#br0">160475 68042 10250,'0'0'0,"0"0"3584,0 0-1223,0 0-937,0 0-279,-2 0-105,2 0 8,0 0-1048,0 0 992,-1 0-144,1 0-111,-1 0-97,0 0-128,0 1-40,1 0-472,-1 1 392,0 0-104,0 0-32,0 2-64,0 5 16,0-7-24,1-2-184,-1 8 200,0-6-80,0 6-32,0-6 24,0 6-40,0-6 32,1-2-104,-1 8 88,0-6-72,0 7 24,0-7 8,0 7-8,0-5 24,1-4-64,-1 8 40,0-6-56,0 6 0,0-6 48,1 6-48,0-6 48,0-2-32,0 8 32,0-6-64,0 1 32,0 5 0,0-6-32,0 1 32,0-3 48,0 3-8,0 0-64,2 0 32,0-1-16,0 1 16,0-1 40,-2-2-48,3 0 16,0 1-32,0-1-40,0 0 64,0 0 8,0-1-16,-3 1 64,8 0-40,-5-2-48,0 1-40,0-2 40,5 1 24,-7 0 0,-1 2-16,4-1-32,5-2-96,-6 1-88,5 0-48,-6 0-80,5 0 360,-6 1-400,1-2-128,6 0-136,-6 0-120,6 0-161,-6 0-183,1 1 1128,-3 2-1320,3-2-296,6 0-401,-9 0-487,3 0-425,-1 0 224,1-1 2705,-2 3-2016,1-2 744,0 0 592,0-1 79,0 1-767,-2 0-1056,0 2 2424</inkml:trace>
  <inkml:trace contextRef="#ctx0" brushRef="#br0">160614 68045 8297,'0'0'0,"0"0"2145,0 0-2145,0 0 2216,0 0-559,-1 0-297,1 2-56,0 0 24,0 2-151,-1 3-1177,1-5 1104,-1 1-64,0 6-232,0-6-88,0 9-55,0-3-185,0-2-480,1-5 432,-1 8-72,0 0-136,0 1-8,0-1-16,0 0-48,0-2-152,1-6 104,0 9-40,0 1-64,0-2-24,0 1 96,0 0-56,0-3-16,0-5-16,0 7-72,0 0-256,0 0-128,0 0-232,2-1-304,0-2 1008,-2-4-1297,2 5-487,0-5-641,1 8-719,-1-8-561,0 6 792,0-7 2913,-2-2-2024,2 3 808,0 0 447,0 0-2263,-2-3 3032</inkml:trace>
  <inkml:trace contextRef="#ctx0" brushRef="#br0">160766 68250 13538,'0'0'0,"0"-1"0,0 1 3241,0 0-1681,-1 0-535,0 0-161,0 0-48,1 0-168,0 0-648,0 0 496,0 0-152,0 0-176,0 0-88,0 0-8,0 0-32,0 0-1240,0 0 2440,0 0-1232,0 0-88,0 0-64,0 0-80,0 0-184,0 0 16,0 0 120,0 0-752,0 0-608,0 0-809,0 0-968,0 0 97,0 0 15402,0-1-26685,0 0 12859,0 0 351,0 0-1543,0 1 2928</inkml:trace>
  <inkml:trace contextRef="#ctx0" brushRef="#br0">160849 68090 11346,'0'0'0,"-1"-1"2841,0 0-1113,0 1-1728,0 0 1256,-1 0-120,1 0-79,0 0-65,0 0-72,0 0-112,0 1-808,1 0 696,-2 1-88,0 0-143,1 1-57,-1 0-48,0 0-80,1-2-280,0 1 296,0 1-72,0 5-56,0-6 16,0 2-16,0 4 8,0-7-176,0 0 152,1 7-32,-1-6-48,0 6-16,-1-6 16,1 1 24,1 0-96,-1 2 48,1-3-24,-2 1-24,2 0 0,0 5 64,0-8-24,0 1-40,0 1 56,0 1-64,0 1-24,0-3 0,0 1 16,0 0 48,0-1-32,0 1 48,2-2-48,2 1-16,-2-1 32,2 2-32,-1-2 40,-3 0-24,3 0-8,0 0-80,0 0-48,5 0-16,-6 0-64,0 0-72,-1 0 288,1 0-384,6 0-136,-8 0-120,3 0-144,0 0-137,0 0-183,-2 0 1104,1 0-1336,1 0-353,0 0-455,0 0-489,0 0-543,1 0 607,-4 0 2569,2 0-1848,1-2 688,0-1 567,1 0-391,-1 1-1680,-3 2 2664</inkml:trace>
  <inkml:trace contextRef="#ctx0" brushRef="#br0">160951 68042 11058,'0'0'0,"0"0"3457,0 0-3457,-1 0 2424,0 0-952,-1 1-239,0 3-105,0-2-120,0 8-112,2-9-896,-2 0 753,0 9-169,0-7-48,0 9-48,0-3-48,0 0-72,2-8-368,-2 8 272,0 2-120,0-1-32,0 1 8,0-1-40,1 1-8,1-9-80,-1 7 72,0 1-80,0 3 48,1 0-8,0 0-48,0-1 0,0-10 16,0 8-104,0 1-152,2 0-104,0 1-176,0-2-168,1-1-192,-3-8 896,3 7-1177,5 0-343,-6-5-408,0 7-585,1-8-680,0 6-231,-3-7 3424,3-2-2641,-1 4 841,0-1 744,0-2 287,0 0-2095,-2 0 2864</inkml:trace>
  <inkml:trace contextRef="#ctx0" brushRef="#br0">161141 67992 6273,'0'0'0,"0"0"1480,0 0 137,0 0 207,0-1-96,-1 0-151,1 0-1577,0 1 1432,-1-1-120,0 0-168,-1 0-87,1 0-57,0 1-120,0 0-880,1 0 808,-1 0-104,0 0-168,-1 0-31,0 0-81,-1 2-48,1 1-376,1-3 360,-2 3-24,0 5-104,0-6-8,0 7 48,0-6-72,0 7-200,3-8 168,-3 5 40,0 2-136,-1 4-48,-4 0 112,5 1-56,0-2-80,3-10 72,-4 11 80,0 1-128,0-2 8,1 0 56,1 0-88,0-3 0,1-7 32,-1 9 24,1-1-72,0 0 16,0 0 16,1-1-16,0-3 0,0-4 16,2 1 24,1 8-56,0-9-24,-1 1 56,0 5-16,1-8 0,-2 0 40,7 3 8,-6-1-96,1-2-8,6 0-16,-7 0 8,4 0 64,-4 0-40,0-1-16,7-1-80,-6-1-32,6 0 16,-7 0 8,4 0 144,-4 2-80,1-7 8,5 5-64,-6-1-8,6-4 32,-6 5 32,0 0 80,-1 1-32,2-6 48,0 5-32,0-1-24,0 0 24,-1 0 40,-2 1-24,0 2 48,0-3-8,0 0-40,0 0-24,0 1 32,0 0 40,-2 1-48,2 1 80,-3-1 24,0 1-32,-1 0-16,0 1 32,-4 0 0,6 0-88,1 0 80,-4 2 24,-3 1-72,5 5-48,-1-6 32,-4 1-8,7 3-8,0-2 32,-2-3 0,-1 7-80,0-6-96,1 7-72,0-7-112,1 3 328,1-2-496,-1-1-288,1 6-344,0-6-337,1 1-255,0 0-321,1 2 2041,0-2-2464,2-3-401,5 3-335,-6 0 735,1-1 833,6 0 672,-8-2 960,0 0-417,7 0-167,-6 0-1640,-2 0 2224</inkml:trace>
  <inkml:trace contextRef="#ctx0" brushRef="#br0">161318 68164 9466,'0'0'0,"0"0"2760,0 0-287,-1 0-689,-1 0-200,2 0-167,-1 0-1417,1 0 1240,-1 0-200,0 0-192,0 0-168,0 0-95,-1 0-73,2 0-512,-1 0 416,-2 3-72,1 0-88,-2 0-56,1 0-16,0 6-32,2-8-152,-1 0 128,-1 7-56,0-5-40,-1 6-24,0-5 24,0 7 0,2-10-32,0 1 40,-1 9-40,-1-8-40,1 8-80,0-8-144,-1 8-152,3-9 416,-1-1-584,-1 10-136,0-8-145,0 6-135,0-5-144,-1 4-256,3-7 1400,-1 0-1705,0 2-455,-1-1-441,2 0-447,-1 0 591,1-2 737,1 0 1720,-1 0-1056,0 0 543,0-1-391,1-2-1752,0 3 2656</inkml:trace>
  <inkml:trace contextRef="#ctx0" brushRef="#br0">161216 68166 11258,'0'0'0,"0"0"2993,0 0-1049,0 0-432,0 0-127,0 0-1385,0 0 1248,0 0-136,0 0-152,0 0-144,0 0-87,0 2-49,0-1-680,0 1 544,0 1-112,0 0-104,2 0-56,-2 0-40,2 0-32,-1-2-200,1 2 176,-1 5-80,2-7-24,0 2 0,0 1-24,0 3-8,-2-7-40,1 0 48,7 4-48,-7-1 0,6 0 16,-6 0-64,6 0 24,-7-2 24,0 1-176,7 0-144,-5 0-144,7 0-200,-8 0-120,8-2-264,-10 1 1048,2 0-1313,7-1-375,-8 0-489,8 0-599,-7 0-569,6 0 136,-7 0 3209,0 0-2376,2 0 848,5 0 703,-6-1 161,1-1-2112,-3 2 2776</inkml:trace>
  <inkml:trace contextRef="#ctx0" brushRef="#br0">161452 68080 10314,'0'0'0,"-1"-1"3288,0 1-935,-1 0-865,0 0-215,0 2-105,2-2-1168,-2 2 1048,0 1-248,0 0-144,0 0-104,0 5-87,0-6-33,2-1-432,-2 6 344,0-5-72,0 9-48,0-9 0,1 10-96,0-9 24,1-3-152,-1 11 96,0-8-96,0 9 56,0-4-16,1 0-48,0 1 32,0-9-24,0 8 16,0-1-160,2-3-80,0 7-192,0-8-232,1 8-233,-3-10 881,3 1-1104,5 8-336,-6-8-296,6 6-393,-6-8-536,7 3-375,-8-3 3040,1 2-2713,10-2 697,-9 0 776,8 0 591,-8-2-103,8-1-1920,-11 3 2672,0 0 0</inkml:trace>
  <inkml:trace contextRef="#ctx0" brushRef="#br0">161619 68067 8609,'0'0'0,"0"0"2401,0 0-105,-2 0-487,1 0-233,0 0-1576,1 0 1424,-1 0-207,-1 0-193,-1 2-120,0 1-112,0 0-88,0 5-704,3-8 657,-3 2-113,0 6-144,-1-6-96,1 6-24,0-6-56,0 8-224,3-10 224,-3 3-24,0 9-104,0-9-8,0 8 40,0-8-56,1 7-72,2-9 144,-2 2-48,1 8-96,-1-8 0,2 7-32,0-7 32,0 6 0,0-8 16,2 0 16,1 7-48,5-5-16,-6-1 48,1-1 16,6-1-32,-8 0 24,2 0-8,7 0-88,-7 0 16,8 0 0,-8-3 0,7 0 56,-9 2-40,2-3-80,8-4-64,-7 5-16,7-1 24,-8-4 8,5 6 168,-7 1-144,2-3 16,5-4-48,-6 5 24,1-6 24,0 6 32,0-4 96,-3 6-56,2-2 40,-2-1-8,0-5-48,0 6 104,-1-5-32,-1 5 0,1 2 0,-3-3 16,-5-5-64,6 6-16,-6-1-8,5-4-88,-4 6 160,6 1-304,-1-3-89,-6-4-207,5 6-160,-5-1-96,6 0-144,-4 0 1000,5 3-1128,-1-3-193,-1-1-447,0 2-569,1 0-511,0-1 279,2 2 2569,0 1-1896,0-3 720,0 2 615,1-2 9,0 1-1024,0 0-328,0 2 1904</inkml:trace>
  <inkml:trace contextRef="#ctx0" brushRef="#br0">161824 67794 10466,'0'0'0,"0"0"3272,-1 0-1031,0 0-601,0 0-1640,0 0 1449,-1 0-185,-1 0-240,0 0-216,0 0-176,0 0-96,1 0-536,1 0 465,-3 0-153,1 1-64,1 2-64,-1-2-72,-1 2 24,2-2-136,1 0 80,0 1-8,-2 0-32,1 0-24,0 0 24,0 0 8,1-1-48,1 0 80,-1 1-64,0 1-32,0 0 0,0 5 16,1-6 32,0-1-32,0 0 72,0 2-88,0 0-16,0 0 24,3 0 32,0 0 32,-1-1-56,-1-1 72,2 2 0,0 0-72,0 0 24,5 0 8,-5 1-32,1-3 0,0 1 72,-3 0-8,7 1-64,-5 0 72,5-1-56,-6 0 24,2-1-40,0-1 72,-2 3-24,1-1-24,0 0-24,5 0 32,-6 0 24,0-1-56,-1 0 80,2 1-32,0 0-24,0 0 8,-1 0-8,0 0 80,-1-1-104,0 0 56,1 1-8,-2-2-40,2 2-16,-2 0 48,0-2-24,0 1-16,0 0 24,-1 1-24,-1 0-8,-1 0 8,0 0 0,-1 0-32,1-1 32,-2 0-112,2 1-120,-1 0-112,-4 0-104,5 0-88,-1 0-168,0-1 704,0 0-897,1 1-271,-6 0-376,6 1-393,-7-2-583,8 1-505,-2-1 3025,-1 0-3328,2-1 759,0 3 849,-6-3 735,7 0 585,-1 0-168,1 0 568,0 0-2392,2 0 2392</inkml:trace>
  <inkml:trace contextRef="#ctx0" brushRef="#br0">161810 67791 10962,'0'0'0,"0"0"3585,0 0-1273,0 0-808,0 0-1504,0-1 1297,0 0-185,0 0-192,0 0-184,2-2-88,0 1-79,-2 2-569,1-2 560,3 0-72,-1 0-144,0 0 48,0-1-120,6 0-48,-8 2-224,0-1 176,7-1-104,-6 0-72,6 0 0,-5 0 8,8 0-48,-10 2 40,1-1-216,10-1-288,-9 0-432,9 1-497,-3 0-679,0 0-1121,-7 1 3233,5 0-4705,2-1 656,0 0 1105,0 0 1135,-1 1 1025,-1-1-440,-6 1 1224,2 1-1928,-3 0 1928</inkml:trace>
  <inkml:trace contextRef="#ctx0" brushRef="#br0">162063 67806 11530,'0'0'0,"0"0"3113,0 0-1249,-1 0-1864,1 0 1536,-1 0-119,0 0-153,0 2-120,0-2-152,0 2-127,-1 0-865,2-2 824,-1 3-80,1 0-112,-1 6-88,0-7-64,-1 8-16,0-7-464,1-3 432,-1 12-95,0-3-57,1 3-40,-2 3-24,0 2-8,1 0-208,2-16 192,-3 17 8,1 1-80,-1 1 8,0 1 24,0 0-32,0-2-120,3-16 168,-2 19-32,0 0-104,0-1 0,0 0 16,0-1-16,1-3-32,1-15 72,-1 18-24,0-4-48,1 1 16,0-1-16,2-1 0,0-2 0,-2-11 0,3 11-16,0 1 0,7-2-168,-7-1 32,6-1-184,-6-2 336,-3-7-488,10 8-88,-7-1-337,6-5-255,-6 8-328,6-8-553,-7 3 2049,-2-4-2704,10 0-1177,-7 1-1120,6-1 1208,-6 0 1161,6 0 1167,-6-2 1465,-3 0-488,9 0-112,-6 0-384,7-1-584,-10 1 1568</inkml:trace>
  <inkml:trace contextRef="#ctx0" brushRef="#br0">162178 68012 4312,'0'0'0,"0"0"0,0 0 457,0 0-281,0-1-8,0 0 32,0-1 200,0 0 304,0 2-704,0-2 1000,0 0 208,0 0 65,0 0-89,0 0-144,0 0-56,0 2-984,0-2 880,0 0-103,0 0-25,0 0-72,0 0-48,0 0 32,0 2-664,0-2 624,0 0-40,0 0-23,0 0-49,0 1-64,0 0-32,0 1-416,0-1 344,0 0-72,0 0-40,0 0 0,0 0-40,0 0 48,0 0-240,0 1 208,0 0-48,0 0 0,0 0-16,0 0 8,0 0 8,0 0-1144,2 1 2128,-2 2-1048,2 0-15,-2-1 31,2 7-64,-2-7 80,0-2-128,0 8 80,0-6-56,0 8 32,0-7-40,0 8 8,2-8 8,-2-3-32,0 12 40,0-4-80,0 2 40,0-1 16,0 0-16,0 0 0,0-9 48,0 9 0,0 0-120,0 0 0,0 0-8,0 0-16,0-2 96,0-6-152,0 7-64,0 0-105,0 0-111,0 0-24,0 0-96,0 0 552,0-8-592,0 8-88,0-5-144,0 8-129,0-7-151,0 6-168,0-9 1272,0 0-1464,0 2-249,0 5-239,0-8-313,0 2 449,0 0 480,0 0 1336,0-2-880,0 0 351,0 0-663,0 0-1224,0 0 2416</inkml:trace>
  <inkml:trace contextRef="#ctx0" brushRef="#br0">162372 68052 4400,'0'0'0,"0"0"713,0 0-409,0 0 176,0-2 352,0 1 368,0 1 361,0-1-1561,0 1 1656,0-1-88,0 0-111,0 1-185,0 0-152,0 0-168,0 0-952,0 0 816,0 0-175,0 0-89,0 0-72,0 0-48,0 0-32,0 0-3721,0 2 6994,-1 0-3417,0 2-48,1-1-24,-2 5 0,1-6 0,1 2-184,0 0 128,-3-2-48,1 7-56,0-6 8,1 6 16,-2-6 32,2 2-80,0-1 56,-1 0-48,-1 5-16,0-7-32,0 8 24,0-8-24,1 2 40,1 0-88,-2-2-168,0 6-200,0-6-208,0 6-224,0-6-128,1 0 1016,1-1-1137,-2 2-119,0 0-160,0 0-193,1 0-263,0-1-336,1-2 2208,0 0-2025,-1 0 489,-1 0 472,2-1 495,-2-2-383,1 0-1696,2 3 2648</inkml:trace>
  <inkml:trace contextRef="#ctx0" brushRef="#br0">162293 68077 5105,'0'0'0,"0"0"0,0 0 456,0 0 208,0 0 392,0 0 448,0 0 361,0 0 7,0 0-9289,0 0 16531,0 0-7642,1 0-280,-1 0-120,3 0-95,-3 0-105,0 0-872,2 0 808,0 0-168,0 0-160,0 3-88,-1 0-40,3 0-32,-3-2-320,1 1 296,1 6-64,0-6-87,0 6-9,0-6 16,0 6 8,-2-7-160,1 2 128,1 6-48,5-6-40,-6 6-56,1-6 32,0 6 40,-2-8-56,1 1 16,1 7-32,5-7-64,-5 6-72,0-6-96,-1 6-121,1-7 369,3 0-592,-5 2-288,3 0-280,-1 1-296,5-1-377,-6-2-447,-1 0 2280,1 1-2705,1-2-311,5 0 663,-6-3 745,1 0 615,0-5 305,0 7 688,2-2-2800,-5 3 2800</inkml:trace>
  <inkml:trace contextRef="#ctx0" brushRef="#br0">162490 67955 5161,'0'0'0,"0"0"608,0 0 88,0 0 272,0 0 320,0 0 209,0 0-1497,0 0 1576,0 0-88,0 0-111,0 0-201,0 3-152,0 0-104,0-3-920,0 2 824,0 2-119,0 5-73,0-7-80,0 6-64,0-6-64,0-1-424,0 7 360,0-5-80,0 8-72,0-8-24,0 9-48,0-10 24,0-1-160,0 11 88,0-4-88,2 0 40,-2 0-8,2 0-32,-2-5 40,0-3-40,2 11-40,-2-8-96,2 7-64,-2-7-144,2 6-208,0-7-152,-2-2 704,2 9-960,0-7-296,0-1-273,0 2-359,0-1-353,0 0-303,-2-2 2544,2 0-2393,0 0 601,0 0 616,0-1 559,1-2 25,0-1-2264,-2 4 2856,-2 0 0</inkml:trace>
  <inkml:trace contextRef="#ctx0" brushRef="#br0">162593 67999 3856,'0'0'0,"0"0"1425,0 0-657,0 0-768,0 0 1120,0 0 368,0 0 321,0 0-17,-1 0-160,0 0-127,1 0-1505,-1 0 1288,0 0-192,0 2-111,0 1-89,0 0-96,0 0-800,1-3 736,-1 3-112,0 5-136,0-6-64,0 6-64,0-5-80,0 4-280,1-6 313,-1 2-81,0 6-80,0-6 16,0 5-48,1-6 32,0 6-152,0-8 152,0 2-24,0 6-88,0-6 16,0 0 16,2 1-32,0 0-40,-2-3 96,3 2-24,5-2-96,-6 0 48,6 0 8,-6-2 24,6 0-56,-8 1 64,2-7-32,7 5-32,-5-6-72,5 6 56,-6-6 8,5 6 8,-7 3 24,2-9 48,6 6-104,-6-7 48,5 7 24,-6-6-24,5 7-16,-6 1 56,1-7-24,1 5-48,0-1-24,0-4 40,-1 6 24,0 0-24,-1 1 0,-1-3 32,0 0-64,0 1-24,-1 0 56,-1-1-40,0 2 40,1 2-40,-2-3-48,-5 0-104,5-1-88,-1 1-56,-4 2-104,6-1 440,1 1-544,-3 0-89,-5 0-263,6 0-192,-6 0-240,5 1-465,1-1 1793,3 1-2384,-8 0-609,4 0-200,0 0 753,-4 0 856,5 1 679,0 1 905,2-2-600,-7 2-1608,8-2 2208</inkml:trace>
  <inkml:trace contextRef="#ctx0" brushRef="#br0">160310 67559 14771,'0'0'0,"0"0"2208,0 0-1120,0 0-1088,0 0 536,0 0-247,0 0-161,0-1-24,0 0 24,2 0-16,-2 1-112,2-1 128,1 0-72,5 1-24,-5-1 32,7 1-24,-2 0 16,-6 0-56,6-1 40,4 0-64,1 0 40,0 0 8,1 0 8,2-1 24,-13 1-56,10-1 8,5-1-8,1 0 24,0-1 80,0-1 120,2-3 80,-16 7-304,11 0 328,4-1 8,-1-3-16,0 1 8,-2 0 16,0 1-32,-14 2-312,11-2 240,3 0-56,2 0-56,0 0-8,0 0 56,2 0-31,-17 2-145,13-1 112,3-1-32,0 1-64,1 0 24,1 1 24,-1 0-8,-17 1-56,15-1 56,4-1-32,0 1 8,-1-1 24,1 0-16,1 0 40,-20 1-80,16 0 32,3-1-24,1-1 48,-1 2-40,0 0 48,3-1 8,-22 1-72,20 1 32,4-2-48,1 1 32,1 0 8,-1 0 0,-2 0 48,-24 1-72,23-1 32,3-1-48,0 0 40,4 0 32,-2 1-24,0-1 32,-28 2-64,25-1 56,3 0-64,0 1 32,-1-3 16,1 1 8,0 0 32,-29 2-80,30-2 88,0 0-80,0 0-8,2 0 32,2 0-48,0-1 48,-33 3-32,30-2 24,0-1-24,0 1 16,2-1 0,-2 0-32,3 0 56,-35 3-40,33-3 40,2-5-40,2 6 0,0-2-24,-1-7 40,0 9-8,-36 1-8,34-8 32,1 6-72,0-1-8,-1-4 24,2 5 40,-1 0-16,-36 3 40,37-9 16,-2 7-56,-1-1-56,1-1 72,-2 1-32,1-1 16,-34 4 16,34-3 48,-1 0-160,1-1 24,-1 0-8,-1-1 8,0 2 72,-32 3 56,32-5-40,-1 2-16,-2 0-16,0 1-24,-2 0 0,-2 0 40,-24 2-56,25-1-56,0 0-152,-2 1-72,-2 0-48,0 0-49,-5 0 433,-15 0-472,16 0-88,-1 0-160,1 0-88,-3 0-64,0 0-88,-2 2 960,-12-2-977,13 2-111,-3 0-144,1-2-152,-3 2-201,0-2-183,-2 2 1768,-6-1-2057,8-1 233,-6 1 424,7-1 424,-8 0 503,6 0-39,-8 0 512,0 0-1200,3 0-896,-3 0 2096</inkml:trace>
  <inkml:trace contextRef="#ctx0" brushRef="#br0">161582 67071 3496,'0'0'0,"0"-1"0,0 1 928,0-1-720,0 0 1,0 0 135,0-1 320,0 0 376,0 0-1040,0 2 1384,0-2 169,2 0-89,-2 0-120,2 0-96,-2 0-111,2 0-1137,-2 1 1096,0 0-80,0-1-120,0 0-87,0-1-49,0 2-72,0 0-688,0 0 632,0 1-96,0-1-88,0 0-80,0-1-40,0 1-8,0 1-320,0 0 312,0-2-31,0 2-49,0 0-16,0 0-8,0 0 24,0 0-232,0 0 184,0 3-32,0 5-112,0-4-24,0 5 64,0-1-8,0-3-72,0-2 88,0 6-24,0 2-88,0 2-48,0 4-8,0 0-144,0-8 224,0-2-448,0 7-352,0-1-497,0 0-599,2-2-881,-2 0-1200,2-5 3977,-2-2-4064,4 5 1047,-2-6 968,2 7 817,-1-8-1264,-3-2 2496</inkml:trace>
  <inkml:trace contextRef="#ctx0" brushRef="#br0">162757 67784 4488,'0'0'0,"0"0"513,0 0 55,0 0 256,-1 0 304,-1 0 248,2 0-1376,0 0 1529,0 0-25,0 0-56,0 0-127,-1 0-121,-1 0-112,2 0-1088,0 0 968,-1 0-103,1 0-105,0 0-96,0 0-72,0 0-64,0 0-528,0 0 432,0 0-104,0 0-80,0 0-40,0 0-32,0 0 8,0 0-1760,0 0 3280,0 0-1624,0 0-56,0 0-8,0 0 48,0 0 16,0 0-2048,0 0 4009,0 2-2041,0-2-17,0 0 1,3 2 32,-2-2-16,1 0 0,-1 0-24,2 0-48,5 0-88,-6 0 40,1 0-96,5 0-72,-7 0 288,0 0-344,7 0-128,-6 0-32,8 0-48,-7 0-40,8 0-40,-9 0 632,-1 0-769,8 0-175,-5-1-248,7 0-304,-8 0-321,7 0-263,-8 0 2080,-1 1-2289,8-1 337,-6-1 552,6 1 487,-6 1 393,6-2-488,-8 2 1008,0 0-2384,-1 0 2384</inkml:trace>
  <inkml:trace contextRef="#ctx0" brushRef="#br0">159821 69473 11666,'0'0'0,"-2"0"2745,0 0-1585,0 0-1160,2 0 640,-2 0-128,1 0-16,0 0 88,0 0 112,0 0 41,0 0-737,1 0 768,0-1-72,0 0-120,0 1-112,0-1-72,0 0-16,0 1-376,0-1 352,3 0-40,0 0-79,5 0-73,-6 0-8,7 0-32,-7 1-120,-1-1 112,10 0-16,-8 0-72,8-1-24,-8 0 32,9 1-8,-10 0-24,-1 0 24,10 0 24,-3 0-80,0 0-64,0 0-24,0 0-200,-3 0 320,-2 1-441,0-1-191,8 0-336,-8 0-216,9 0-288,-9 0-449,3 1 1921,-1 0-2544,-2 0-713,6 0 72,-6 0 817,5 2 879,-6 0 601,3-1 888,-2 0-1584,-1 1 40,-2-2 1544</inkml:trace>
  <inkml:trace contextRef="#ctx0" brushRef="#br0">159935 69532 7921,'0'0'0,"-1"0"3609,1 0-3609,-1 0 2809,-2 0-1433,-1 0-528,0 0-48,1 0 24,0 0 57,2 0-881,-1 0 872,-1 0-128,0 0-176,1 0-160,0 0-64,1 0-120,0 0-224,1 0 224,-1 0-40,1 0-48,0 0 24,0 0-16,2 0 8,-1 0-152,1 0 104,1 0-31,6 0-73,-6 0 24,6 0 16,-6 0 16,2 0-56,2 0-24,2 0-169,0 0-335,1 0-352,3 0-496,3 0-737,-9 0 2113,5 0-3312,9 0-1129,-1-1 928,0 0 1024,-2 0 969,1 0 112,-14 0 1408,6 0-1592,-11 1 1592</inkml:trace>
  <inkml:trace contextRef="#ctx0" brushRef="#br0">160595 69286 5089,'0'0'0,"0"0"2672,0 0-2672,0 0 1905,-1 0 71,0 0-320,0 0-135,0 0-105,1 0-120,-1 0-1296,1 0 1185,0 0-145,0-1-176,0 0-104,0 0-72,0-1-120,0 0-568,0 2 560,0-2-71,0 0-129,0 0-16,0 0-32,0 0-16,0-1-296,0 3 312,0-3-32,0-1-56,2 2-8,0-1 24,0 0-40,0 0-200,-2 2 208,2-2-8,1 0-112,-2 0-32,2 0 72,-1 0-40,1 2-88,-3 0 120,4-2-32,-1 1-56,0 0-48,5 0 40,-6 0 24,0 0-48,-1 2 40,2-2 48,5 0-56,-6 1-16,1 0 40,0 0 8,5 0-64,-7 1 56,1-1 32,1 1-72,0 0-48,5 0 96,-6 0-48,1 0-16,-3 0 24,3 2 81,5 0-73,-8 1-16,4 0 72,-1 0-32,-1 4-56,-1-5 96,1 0 8,0 6-64,0-4-8,0 7 16,-2-8 40,0 6-88,0-6 40,0 6 72,0 0-72,0 0-40,0 0 48,0 0-16,-2-2-32,2-5 40,-4 7 56,2-1-88,-1 0 8,0 0-32,-1 0 16,3-2 0,-1-4 112,0 6-24,-2 0 16,1-5-40,0 8-64,0-7 32,1 3-32,1-3 56,-2-2 24,0 9-24,0-7-8,0 7 0,0-8 16,1 4-64,1-4 40,-2 0 24,1 6-32,0-7-48,0 6 64,0-6-8,1 4-40,1-4 64,-1 1 0,0-1-48,0 0 0,0 2-32,0-1 32,1-1-16,0-2 40,0 3 8,0-1-32,0 0 0,0 0 16,0-2 0,2 1-32,-1 0 72,2-1-8,0 2-64,6-2 16,-7 0 16,6 0 0,-6 0-32,-1 0 32,9 0 40,-7 0-88,8 0 0,-7 0 80,7 0-48,-9 0-16,-1 0 64,11 0-64,-3-1-32,0 0-48,0-1 64,1 0 80,-3 1-64,-4 0 16,9-1-16,1-1-64,0 2-168,-1-2-104,0-1-248,-5 3 584,-2-1-800,8 0-361,-1-1-407,0-1-432,-1 0-633,0 0-880,-5 2 3513,-1 0-4713,5-2 608,0 0 1153,0 0 1127,-8 0 1145,8 1 152,-9 1 528,0 0-768,2-2-1264,-3 4 2032</inkml:trace>
  <inkml:trace contextRef="#ctx0" brushRef="#br0">162559 69318 8673,'0'0'0,"0"0"0,0 0 2753,0 0-537,-1 0-1007,0 0-369,0 0-104,0-1-80,1 1-656,-1 0 648,0-1 56,0 1-23,0 0 23,1 0 8,0 0-48,0 0-664,0 0 608,0 0-120,0 0-88,0 0-64,0 0-40,0 0-31,0 0-2658,3 0 5018,0 0-2457,0 0-48,0 0 8,0 0-32,0 0-16,-1 1-80,-1 0 128,8-1-64,-7 0-16,5 0-24,-4 0-24,5 0 0,-7 0 0,0 0 24,7 0 8,-5 0-64,6 0 48,-6 0-32,5 0 32,-7 0-16,0 0 0,7 0-56,-6 0-24,6 0-56,-6 0-8,7 0-56,-9 0 200,1 0-224,3 0-24,4 0-73,-6-1-15,1 0 0,0 0-8,0 1 344,2-1-272,-5 0 8,3-1 40,0 0 32,0 0 8,-1-1 56,-1 2 128,0-1-96,1-1-8,-2 0 0,0-1 16,0 0 0,0 0 8,0 2 80,0 0-48,-1-2-40,-2-4 0,0 5 8,0-6 8,0 6 0,2-1 72,-1-1-40,-1 1-8,0-5-40,0 6 40,0-6-8,0 6 32,1 0 24,1-3 16,-2 3-32,0-6 8,-1 6-32,2-6 56,0 6 8,1-1-24,-1-2 0,1 4 0,0-8-40,0 7-8,0-5 56,0 5 8,1 2-16,0-2 24,0-5-8,0 5-40,0-1 32,2-4 16,0 5 40,-1 2-64,2-2 64,0-5-32,5 6 0,-6-2-8,6 1 24,-5-2 24,0 4-72,4-2 104,-4 0-40,8-2-16,-3 2 24,0 0 16,1 0 16,-6 2-104,3-1 80,4-1-72,-1 0-8,0 0 16,0 1 8,0 0 40,-6 2-64,3-1 24,3 0-48,0 1 0,1 0 24,-1 0 24,-1 0 40,-6 0-64,4 0 72,2 2-80,0 1 16,0 0 32,0 0-16,-5 5 56,-2-6-80,9-2 64,-7 8-64,8-5 16,-8 4 32,7-4 0,-8 7 56,1-9-104,4 1 120,-5 9-56,1-8-16,0 8 32,0-8-16,0 8 32,-2-10-96,1 1 88,1 9-24,0-8 32,0 9 48,-1-3 40,0-1 24,-2-7-208,0 6 200,2 1-56,-2 0-24,0 0 48,0 0-40,0 0 41,0-6-169,0 6 80,0 1-16,0 0 24,0 0-24,0-1 88,0 0-40,0-7-112,0 6 80,0-4-24,0 8 0,0-9 8,0 6 16,2-6 48,-2-1-128,0 1 96,2 6-56,-2-6 32,2 1-32,-2 0 32,2-1 0,-1-1-72,1 2 64,-1-1-16,1 0-24,0 0 32,0 0-16,2-2 16,-4 0-56,3 2 88,-1-2-64,2 0 24,4 0-8,-6 0-40,7 0 40,-8 0-40,1 0 40,7 0-24,-6 0 16,8-1 24,-8 0-40,8 0 40,-10 0-56,1 1 56,12-1-72,-5 0 0,0 0 48,-1 0-48,0 0 56,-7 1-40,6-1 72,1 0-112,0 0 8,1-1 48,-1 2-72,0 0 72,-8 0-16,7 0-32,2 0-120,-1 0 40,-5 0-56,8 0-104,-8 0 8,-3 0 264,11 0-400,-8 0-144,8 0-105,-8 0-111,7 0-168,-7 3-168,-3-3 1096,9 0-1256,-7 2-353,6 0-383,-6 0-481,6 0-591,-8 0 399,0-2 2665,3 2-1896,0 0 687,0 0 689,-1 0 64,0 0-440,-2-2-1024,0 0 1920,0 0 0</inkml:trace>
  <inkml:trace contextRef="#ctx0" brushRef="#br0">158971 67788 3008,'0'0'0,"0"0"920,0 0-616,0-2 177,0-1 359,0 0 416,0 0 352,3 0 185,-3 3-1793,0-3 1736,2 1-160,-2 0-151,1 0-169,-1 0-224,2 1-32,-2 1-1000,0-1 929,3 0-113,-3 1 32,2 0-64,-2 0-64,0 3-16,0-3-704,2 3 641,-2 5-113,0-6-32,0 7-16,1-6-104,-1 8 8,0-11-384,0 9 288,0-1-104,0 5 8,0 1-48,0 4-16,0 1-128,0-19 104,0 19 8,0 0-80,0-2-16,-2 1 24,-1 1-8,0-3-32,2-16 56,-1 18 0,-2-2-80,1 1-24,0-1 48,0 0 0,0-1 0,3-14 32,-4 13-8,1-3-64,0-2-16,0-1-8,1-5 8,1 5 56,1-8-56,-1 3-16,0-2-72,0 2-32,0-2 32,0-1-40,0 0 184,1 0-160,-1 0-8,0-1-32,0-2-32,1-1 80,0-6 0,0 2 152,0 7-160,0-9 64,0-1-56,0-1-16,0-2 128,0-4-72,0-1 112,0 16-72,0-21 48,2-2-64,0 1 40,0 4 48,0 1 0,0 3 0,-2 14 0,2-15 24,1 1-80,6 2 16,-6 2 64,6-1-24,-6 5 0,-2 7-24,8-9 64,-6 0-80,6 0 16,-6 1 128,6 0-72,-8 3-32,0 5 56,7-2 8,-5-6-64,5 8-24,-6-7 88,6 6-32,-6 1-32,-2 1 56,3-3 40,5 1-40,-6 0 16,2 1 48,-2 1-16,5 0-104,-5 1 64,0 0 48,1 0-24,0 0-16,5 2 80,-6 1-40,-1 0-112,0-3 160,2 8 8,0-6-24,0 6-64,-1-4 40,0 7-64,0-9-56,-2-1 72,0 11 88,0-4-104,0 1 56,0 0 40,0 0-8,0-2-144,0-5 144,0 7 48,0 0-64,-1 2-24,-1-1 56,0 0-40,0-2-120,2-5 144,-3 8 9,0 0-65,-1 1-32,1-2 144,0 1-64,0-4-136,3-4 120,-4 7 56,2-1-176,-1 0 32,1-1-16,1 0 0,0-2-16,0-4 72,0 2-8,1 6 8,0-9-88,0 8 16,0-7 32,0 0-32,0-1 48,1 2-24,2-1-8,1 0 0,-1 0-48,5-2 64,-7 1-32,0 0 0,7-1 0,-6 0-56,7 0-72,-6 0 40,8 0-48,-6 0 136,-2 0-176,5-1-144,1 0-209,0 0-207,1 0-104,-1 0-128,-3 0 968,-3 1-1072,6-1-97,0 0-239,0 0-168,1 0-129,-2 0-255,-2 0 1960,-2 1-2312,5-1-321,0 0-376,0 0 705,0 0 776,0 0 623,-3 0 905,-3 1-312,6-3-104,0-1-456,-1 2-992,-8 2 1864</inkml:trace>
  <inkml:trace contextRef="#ctx0" brushRef="#br0">159410 67947 9650,'0'0'0,"0"-1"3648,0 0-1111,-1 1-1201,0 0-296,0 0-1040,1 0 1001,-1 0-17,0 2-88,-1-2-48,2 3-56,-1 0-71,0-1-721,1-1 600,-1 2-144,0 5-160,0-6-120,0 6-48,-1-5-96,2 1-32,0-1 56,-1 0-32,-1 5-80,1-6-24,0 1-248,0 0-328,1 1 656,-1 0-1065,1-2-607,0 0-736,0 1-1065,0-1-1032,0 0 936,0-2 3569,0 0-2504,0 0 999,0 0 561,0-3-1112,0 3 2056</inkml:trace>
  <inkml:trace contextRef="#ctx0" brushRef="#br0">159388 67766 18884,'0'0'0,"0"0"1944,-1 0-1320,-3 0-280,0 0-72,1 0 48,2 0-320,-1 0 232,-1 0-80,0 0-104,0 0-56,1 0-24,0 0-16,1 0 48,0 0-216,-1 0-280,1 0-336,0 2-392,1-2-409,0 0-583,0 1 2216,0 0-3137,2-1-584,0 2 801,1-2 879,0 0 601,0 0-864,-3 0 2304</inkml:trace>
  <inkml:trace contextRef="#ctx0" brushRef="#br0">159059 69313 12394,'0'0'0,"0"0"3817,0 0-3817,0 2 1320,0 0-688,-1 0-96,-1 0 49,1 1 63,0 5 32,1-7-680,-1 0 600,0 9-56,1-7-72,-1 10-40,-1-4 0,1 5-55,1-9-377,-2 5 352,-1 5-64,0 0-80,1 0 16,0 0-32,0-1-40,1-10-152,0 5 128,-1 4-72,0 0 0,0 0-16,0 2 0,-1 1 48,2-12-88,0 6 24,0 3-8,0-2-16,0-1-24,0-1 64,0-6-24,1 1-16,0 3 24,0-6-24,0 3-96,0-2 24,0 0-8,0 0-48,0-2 128,0 0-112,0 0-32,0 0-64,0-1 56,0-2 16,2-2-24,-2 3 160,0-4-72,2 2-96,-2-7 32,2 2 88,-2-1-88,2-2 120,-2 8 16,0-6-40,2-9-57,0-1 57,-2 0 16,2 1-8,-2 0 48,0 15-16,0-9-32,0-3-8,0 0 0,2 1 40,-2 0 32,2-1-24,-1 13-8,0-9 72,2-2-104,0 1 32,5 0 32,-5 0-32,-1 2 56,-1 9-56,1-7 0,6-1-16,-5 1-8,0 1 64,5 5 25,-8-6 7,0 8-72,3-1 88,0-2-56,0-1-8,0 2 48,0 0-8,0 0 32,-3 2-96,3-2 128,0 2-64,0 0-24,0 0 56,0 1 40,0 0-24,-2 0-112,1 0 128,1 2-48,0-1-40,1 3 88,-2 5 16,1-7 32,-2-1-176,1 7 168,2-5-40,-3 9 0,1-3 32,0 3-8,1 1 32,-3-11-184,0 9 176,0 4-8,0-1-8,0 0 40,0 2 16,-1 1 24,1-16-240,-3 13 272,1 0-64,0-1 56,1 0 17,-2 0-41,1-1 48,2-10-288,-2 9 264,0 0-96,0 0 0,2 0-16,-2-1-88,1 0 56,1-9-120,-1 7 88,0 1-40,1-6 32,0 8-8,0-8-24,0 6 0,0-9-48,2 2 56,1 1-72,-2 5 16,1-8 16,1 3-64,5-1 80,-7-2-32,0 0 0,3 2-72,5-2 8,-6 0-8,7 0-24,-7 0-8,-3 0 104,11 0-264,-8 0-184,8-1-168,-8-2-137,9 0-167,-4 0-144,-7 3 1064,6-3-1240,2 0-289,-1 0-287,0 0-376,-5 0-505,8 0-576,-11 3 3273,3-2-3625,8 0 865,-8-1 928,8 2 831,-7-1 657,7-2-88,-11 4 432,3-3-832,6 1-968,-9 2 1800</inkml:trace>
  <inkml:trace contextRef="#ctx0" brushRef="#br0">159449 69489 12026,'0'0'0,"0"-1"3401,0 0-1617,-1 1-392,0 0-31,0 0-1361,1 0 1376,0 0-104,-1 0-239,0 2-113,1 0-112,-1 1-112,0-1-696,1-1 608,-1 2-120,0 6-168,0-7-80,0 6-48,0-6-15,0 5-177,1-6 160,-1 1-56,0 6-72,1-6-80,0 7 40,0-8-88,0 7 96,0-7-128,0 1-185,0 1-335,0 0-320,2 0-384,-2 0-505,2-1 1857,-2-1-2568,2 2-1137,0-1-1368,0-2 1160,0 0 1201,0-1 1151,0-1 1561,-2 1-552,2-3-376,0-6-816,-2 10 1744</inkml:trace>
  <inkml:trace contextRef="#ctx0" brushRef="#br0">159492 69351 15315,'0'0'0,"0"0"0,0 0 5961,-1 0-4521,-3 0-904,2 0-199,-2 0 7,-1 0-40,3 0-304,0 0 248,-2 0-80,1 0-120,1 0-32,-2 0-40,1 0-16,2 0 40,0 0-128,-1 0-136,1 0-240,0 0-321,0 0-479,1 0-616,0 0 1920,0 0-3097,0 0-1576,0 0 800,2 0 1025,0 2 1063,0-2 785,0 0 1000,-2 0-2072,0 0 2072</inkml:trace>
  <inkml:trace contextRef="#ctx0" brushRef="#br0">158957 70731 5457,'0'0'0,"0"0"4441,0 0-1649,0-1-1063,0 0-537,0 0-224,0 1-96,0 0-872,0 0 744,0 0-119,0 0-49,0 0-40,0 0-32,0 3 0,0-2-504,0 1 424,0 7-56,0-6-32,0 7-8,0-2 8,0 1-56,0-7-280,0 7 240,-1 4-63,0 4-41,-1 0 24,0-1-24,-1 1-24,2-14-112,-1 9 80,-2 2-64,1 0 0,0-1-16,0-1 56,0-1-32,2-8-24,-1 5-56,-1 3 56,1-2-64,0-6 24,0 7 80,1-8-128,1-1 88,-1 1-144,0 0-88,0 0-41,-1-2 41,2 0 32,-1 0 40,1 0 160,-1 0-176,1-2-48,0-1 40,0-6 72,0 5-24,0-7 112,0 9 24,0-5-40,0-5-16,0 0 32,2-2 0,0-3 40,1-5-32,-2 18 16,7-18 24,-5-5-32,7-1-8,-2 1 56,0 0-56,-5 3 32,-1 21-16,7-16 0,-6-3-24,10 2 24,-5 1 8,0 2 32,0 1 24,-7 15-64,6-12 40,2-1-40,0 1-16,-1 1 16,1 3 16,-1 1 24,-8 7-40,3-3 40,8-5-40,-9 6 24,9-1-8,-8-4 32,6 6 8,-8 2-56,1-3 56,6 1-16,-6 0-16,6 1 24,-6 0 24,6 1 16,-7 0-88,0 0 160,7 2-56,-6 0 48,1 6 24,6-6-48,-7 7 80,-2-8-208,2 1 185,0 11-17,-2-4 24,0 3 8,0 2-8,-1 3 72,1-16-264,-3 16 240,-1 4-48,-4 0 16,5 1 32,-6 0 16,5-2 72,4-20-328,-10 19 344,7-2-56,-5-1 0,5 0 0,0-2-24,-1-1 16,4-13-280,-3 12 264,0 0-127,1 0 15,1 1-8,0-2 24,0-1 24,1-10-192,-1 9 136,1-6-72,0 8-56,0-8 40,0 7 16,0-8-8,0-2-56,3 8 80,0-6-112,0 6 0,0-6 64,0 2-48,5-1 16,-8-3 16,2 2-16,1 1-104,7 0-96,-7-1-112,7 0-168,-2-1 480,-8-1-633,8 0-215,1 3-232,0-3-248,-1 0-289,1 0-359,-1 0 1976,-7 0-2569,8 0-855,0-1-825,1-1 976,-2 2 1033,2-1 1007,-2 0 1233,-7 1-400,8-2-72,-1 0-400,0 0-864,-8 2 1736</inkml:trace>
  <inkml:trace contextRef="#ctx0" brushRef="#br0">159506 70782 7521,'0'0'0,"0"0"2281,0-1-1,0-1-592,0-1-1688,0 2 1593,0-1-97,0-3-208,0 1-151,0 0-89,0 0-56,0 1-992,0 2 944,0-3-56,0 0-135,0 0-113,0 0-40,-1 0-64,0 1-536,1 2 496,-1-3-32,0 0-120,-1 1-32,0 0-24,-1 0-96,1 1-192,1 1 224,-2-1-31,0 1-121,0 1 48,-1 0-72,1 0 24,2 1-72,0 0 120,-3 2-48,1 5-24,-1-6-48,1 7 16,0-6-32,1 5 16,1-4 72,-2 5-8,0 4-32,0 0-24,0 3-16,0 1 48,1-6-40,1-5 48,0 11-16,0 1-48,0-1-48,1 1 48,0-1 32,0-6-16,0-6 0,0 12 32,0-1-104,2-1-48,0-1 24,1-1-48,-1-5 144,-1-4-184,2 9-112,0-1-177,5-1-167,-6 0-128,2-1-96,-3-5 864,0-2-960,8 5-201,-9-5-335,2 8-328,1-10-537,0 2-751,-2 0 3112,0-2-3769,1 2 592,-2-2 937,1 2 943,-1-3 809,3 0 56,-3 0 432,0 0-856,2-3-992,-2 3 1848</inkml:trace>
  <inkml:trace contextRef="#ctx0" brushRef="#br0">159401 70971 15259,'0'0'0,"-1"0"3737,0 0-1993,-1 0-504,0 0-1240,2 0 1176,-3-1-87,1 0-169,0 0-144,2 0-112,-1 0-104,0 0-560,1 1 512,-2-1-111,1 0-89,0 0-88,1 0-16,0 0-24,0 0-184,0 1 152,2-1-32,2 0-104,-2 0 8,9-1-24,-9 1 0,3 0 0,0 0 48,-2 0-80,7 0-8,-7-2-80,8 3-128,-3-1-288,-3 0 536,-1 0-729,5 1-359,3-1-416,0 0-409,1-1-719,3 2-1089,-7-1 3721,1 0-4897,12-2 952,-1 1 1193,-2 0 1175,-1-2 1049,-1 1-56,-12 2 584,5-1-1416,-10 2 1416</inkml:trace>
  <inkml:trace contextRef="#ctx0" brushRef="#br0">159966 70682 15915,'0'0'0,"0"0"3841,-1 0-3841,-1 0 1328,-1 0-568,-1 0-64,0 0 88,0 0-63,0 0-49,4 0-672,-3 0 592,0 0-160,0 0-32,0 0-8,0 0-96,1 0-64,2 0-232,-1 0 176,1 0-104,0 0-8,0 0 24,0 0-32,3 0 32,-1 0-88,4 0 16,-4 0-32,7 0-24,-6 0 8,6 0 48,-6 0-32,-2 0 16,10 0-72,-8 0-152,8 0-152,-3 0-160,0 0-176,0 0-112,-6 0 824,4 0-1032,2 0-193,1 2-263,-1-2-328,-1 2-553,2-2-704,-7 1 3073,4 1-3736,2-2 679,-5 2 953,8-2 903,-8 1 697,6-1-224,-7 0 728,-2 2-2056,0-2 2056</inkml:trace>
  <inkml:trace contextRef="#ctx0" brushRef="#br0">159984 70794 19820,'0'0'0,"0"0"0,-1 0 3296,-1 0-2039,-2 0-449,-4 0-72,5 2-120,-1-2-56,-1 2-104,2-2-176,-2 2 1,2-2-49,0 2-16,0-2-216,3 0 240,-3 0-32,1 0-88,1 0 0,1 0 0,0 0-40,0 0-8,0 0-72,0 0 80,3 0-80,5 0 0,-5 0 8,6 0-16,-6-1 48,-3 1-40,11-1-16,-7 0-56,9 0-64,-4 0-184,0 0-176,0 0-217,-9 1 713,11-1-1064,1 0-336,1 0-376,-1-1-529,0 2-744,0 0-1055,-12 0 4104,12 0-4441,0 0 1184,0 0 1144,0 0 1057,1 0 584,-1-1-336,-12 1 808,11-1-1792,-11 1 1792</inkml:trace>
  <inkml:trace contextRef="#ctx0" brushRef="#br0">160570 70605 7521,'0'0'0,"0"0"2737,0 0-145,-1-2-1063,0 1-209,0-1 64,0 0-80,0 0-1304,1 1 1233,-1-2-105,0 0-184,0 0-40,0 0-31,0 0-41,0 1-832,1 1 784,-2-2-80,-1 0-136,1 0-64,-1 1-56,0 0-48,0 0-400,3 2 352,-4-2-55,1 0-57,0 0-104,1 0 32,-2 1-80,2 0-88,1 1 72,-2-1-8,0 0-48,0 1 16,0 0-8,0 0 40,1 0-64,1 0 16,-2 0 0,0 3 0,0 0-48,0 0-16,1 0 48,0-1 0,2-1 16,-1 2-16,0 6 0,0-7-64,1 6 40,0-6-8,0 4 32,0-4 32,2 0-8,0 6-48,1-5-8,5 5 0,-6-4 16,0 1 16,-1-2 0,9 0 32,-7 5-48,7-6 0,-8 6 32,9-6-64,-9 5 48,-1-5 48,9 1 0,-7 5-64,8-6 16,-8 6-32,8-6 0,-9 4 32,-1-4 16,10 0 32,-8 7-64,8-7 0,-8 6 16,9-6-16,-10 3 16,-1-2 48,10-1-16,-8 6-48,6-6 0,-6 1 16,5 0 16,-7 2-16,0-2 40,2-1 8,0 1-32,0 0-16,-1 6 32,-2-9-16,0 1-16,0 0 56,0 3 24,0-2-64,-3 2-16,0-1 0,-5 0 0,6-2 0,1 1 8,-8 0-32,1 1-176,-1-1-144,-4 0-200,0 0-105,6-1 649,2 0-728,-7-1-112,0 0-136,1 0-104,1-1-273,0-2-335,4 1 1688,2 0-2080,0-6-665,-5 5-576,6-6-312,0 4 913,0-5 960,2 5 1760,-1 1-921,1-4 673,0-1-56,1-2-304,0 0-1528,0 11 2136</inkml:trace>
  <inkml:trace contextRef="#ctx0" brushRef="#br0">160560 70594 8425,'0'0'0,"0"0"3169,0 0 120,0 0-3289,0 0 2456,0-2-447,2 0-401,0 0-288,0-1-208,0 0-199,-1 2-913,1-1 840,1-1-168,0 1-56,0 0-24,0 0-80,6 0-24,-8 1-488,0 0 385,7-1-73,-6 0-128,6 0-24,-6 0 8,7 0-88,-7 1-80,0 0 104,9-1-88,-8 1-48,9 0-16,-3 0 32,0 0-24,-5 0 40,1 1-48,5-1-152,1 0-304,-2 0-209,4-1-327,-1 0-328,-7 1 1368,3 0-1656,6-1-585,2 0-760,0-2-1055,2 2-489,-1-2 1232,-10 3 3313,3-1-2161,9-1 1073,-2-2 672,-1 1-264,-1-4-1256,-15 8 1936</inkml:trace>
  <inkml:trace contextRef="#ctx0" brushRef="#br0">161054 70553 5865,'0'0'0,"0"0"2528,0 0-183,0-1-657,0 0-344,0 0-39,0-1-9,0 0-112,0 1-1184,0-2 1016,0 1-95,0-1-73,0 0-40,0-2 8,0-3-24,0 7-792,0-1 713,0-2-41,0-4-64,0 6-48,0-1-24,0-1-56,0 4-480,0-3 432,0 0-80,-1 0-32,0 0-8,0 0-48,0 1-55,1 2-209,-1-1 160,0 0-72,0 1 32,0 0 0,-1 0-56,-1 3 56,2-3-120,-1 8 104,-2-6-48,2 1 8,-1 6 0,-1-6-64,1 6 40,3-8-40,-3 1 64,0 9-80,0-7 64,0 5-40,1-6 8,0 6 48,2-8-64,-2 1 32,1 7-64,0-6 16,0 6 0,1-6 32,0 5 32,0-7-48,0 0 16,2 7-48,1-5 16,0 0 16,7 5 0,-7-6 32,-2-2-32,8 2 16,-7 1-32,10 0 0,-3 0 16,0-1 0,0 0 56,-8-2-56,7 2 48,1 0-80,0 0 32,0 0 0,0 0-40,1 0 64,-10-2-24,8 3 0,0-1-24,0 1 24,-5 0 24,8 0-24,-8 0 32,-3-3-32,9 3 64,-7 0-112,1 0 64,0 0 0,0 0-32,-1 0 80,-2-2-64,0 1 24,0 1-8,0 6-16,0-8 32,-1 3-16,-1-1-16,2-3 16,-3 9 48,-5-7-112,5 6 32,-1-6 0,-5 1 32,5 5-16,4-8 48,-10 2-24,6 1-24,-6 0-24,6 5 8,-7-8 48,8 2-32,2-2 72,-9 0-56,6 0-32,-6 0 16,7 0 0,-6 0 48,7 0-48,1 0 72,-7-2-40,5-1-64,0 0 16,0-5 16,0 5 0,1-4 0,2 6 32,-1-3-32,1-6-32,0 2 24,0-1 48,0-1 8,2 2-48,-1 7 32,2-8-16,0 0-64,6 0-16,-7 0 96,6 0-32,-5 1 0,-3 6 80,11-6-48,-8-2-80,8 1 0,-8 1 0,8 0-8,-8 1 56,-2 6-48,10-7-32,-8 0-144,8 4-144,-3-6-96,-5 6-233,7-4 697,-8 6-960,1-1-216,8-5-376,-8 6-473,9-1-487,-9-1-1025,6 1 3537,-7 2-4737,1-2 992,6 1 1089,-6 1 1127,6 0 1113,-7 0 56,5 1 360,-6 0-448,1 0-280,1 0-784,-3 0 1512</inkml:trace>
  <inkml:trace contextRef="#ctx0" brushRef="#br0">161333 70631 14403,'0'0'0,"-1"0"0,1 0 5225,-2 2-3225,0 0-688,0 0-103,1 0 7,0 0-136,1-1-1080,-1 0 952,0 2-111,0 0-177,0 0-184,0 0-96,0 0-112,0-1-272,1-1 248,-1 2-48,0 0-96,0-1-72,0 0-16,0 0 16,1 0-32,0-2 48,0 2-8,0 0-80,0 1-120,0-3-24,0 1-152,0-1 336,0 0-488,0 0-192,0 0-409,0 0-303,0 0-376,0-1-521,1 0 2289,0 0-2864,1-2-1137,0 0-872,0 0 1280,0 0 1152,0 0 1169,0 0 1272,-2 2-384,2-3-168,0 0-912,-2 4 1464</inkml:trace>
  <inkml:trace contextRef="#ctx0" brushRef="#br0">161501 70453 6401,'0'0'0,"-1"0"2296,0 0 377,-2 0-601,1 0-2072,0 0 1753,-2-1-185,0 0-256,1 0-199,0 0-225,0-1-176,2 2-712,-1-1 536,-1 1-96,0-2-96,1 1-80,0 0 24,1 1 8,0-1-296,1 1 296,0-2-7,0 1-33,0-2-48,0 1 8,3 0 48,-2 2-264,1-2 216,1 0-16,6 0-64,-6 0-48,6 0 40,-6 0-16,1 1-112,2 0 112,-3-1-40,9 0-64,-9 0 48,8 0 32,-9 0 0,2 2-88,4-1 96,-5 0-56,8 0-24,-8 0 16,6 0 8,-6 1 72,0 0-112,2 0 88,-3 0-16,1 0-32,0 0 24,0 3-24,0 0 64,-2-2-104,0 1 72,-1 1-32,0 0-40,0 6 32,0-7 40,-1 6 8,0-7-80,-1 0 64,-1 7-64,-1-5-32,-4 6 16,5-6 64,-1 6 8,2-8-56,-4 1 16,3 7-16,-1-6-16,-4 6 16,5-6 56,-1 5-8,3-7-48,-2 0 8,-2 7-8,2-5-56,0 5 88,0-6-32,-1 6 40,4-7-40,-2 0 0,1 2-72,1 0 48,0 5-8,0-8 48,3 3 40,-2-3-56,2 3 16,5 0-16,-5 0-16,6 0 16,-6 0 32,7-1 8,-8-1-40,-1 1 16,11 1-64,-4 0 48,0 0 0,1 0 16,0 0 32,-8-2-48,6 2 0,1-1-32,0 7 88,-5-8 64,8 3 40,-8 4 64,-1-7-224,6 1 176,-5 6 0,0-6 17,5 7 71,-8-6-8,2 6 16,-1-8-272,0 1 256,-1 8-72,0-7-16,0 8 8,0-8-48,0 8 24,0-10-152,-1 2 184,0 8-120,-3-8 24,0 7-8,-4-7-8,5 6 24,2-9-96,-8 3 32,0 6-64,-1-7 16,-1 6 32,-1-5 16,1-1 48,10-2-80,-8 2 8,-1 0-80,1 1-8,0-3-56,0 1-128,1-1-56,7 0 320,-6 0-440,3 0-240,-6 0-113,7 0-87,-1 0-256,0 0-184,4 0 1320,-3-1-1665,1 1-559,1-1-601,1-1-911,0 1-601,0 0 1152,0 1 3185,3-1-2129,6 0 1009,-7 0 808,7 0-72,-8-1-136,8 0-336,-9 2 856,2-2-1288,-2 2 1288</inkml:trace>
  <inkml:trace contextRef="#ctx0" brushRef="#br0">161882 70540 6185,'0'0'0,"0"0"2048,0-1-2048,0 1 2361,-1-3-441,0-2-295,1-3-97,0 5-64,0-1-208,0-2-1256,0 4 1121,0-1-97,0-1-136,0 0-136,0 0-8,0 0-111,0 1-633,0 3 576,0-3-8,0 1-176,0 1-56,0 0-56,0 0-80,0 0-200,0 1 216,0 0-16,0 0-48,0 0 8,0 3 40,0 0-64,1 3-136,0-4 144,-1 0 16,2 7-104,-2-6 16,0 7 16,0-2-40,0-2-48,0-4 72,0 7 16,0 0-72,0-1 0,0 0 0,0 1-8,0-2-8,0-5 16,0 6 16,0 1-32,0-1-48,0 1 48,-1-1 16,0-2-16,1-4 48,-1 1-32,0 6-64,0-7-8,0 6-32,0-8 40,0 2 48,1-1-16,-1 1-8,0 0-40,0-2-24,0 0 32,0 0-16,0-1 72,0 1-16,0-3 0,0 0-40,0-6 0,0 6 40,0-7 0,0 4 16,0 4 16,0-6 16,1-2-96,0-1-8,0-2 32,0-1-8,0 5 48,0 4 16,0-9-32,1 0-40,2 0-48,-1 2 64,6 0 24,-7 5 16,0 3 32,8-7-32,-6-1-16,6 3-56,-6-1 40,8 1 8,-9 4 24,-1 2-48,9-1 40,-8-4-80,6 5 32,-6 0 64,6-1-8,-6 2 0,-1 1 0,7-2 16,-5 1-72,6 1 0,-6 0 80,6 1-32,-7 0 8,-1 0 56,7 0-16,-6 2-80,6 1 40,-6 5 16,1-6 56,2 3-72,-2-1 96,-3-1-8,3 9-88,-3-4 40,0 1 24,0 1 16,0-3-80,0-1 152,-4 7-80,1 0 0,-7 2 40,7-1 40,-6 1 48,8-9-200,-1 1 160,-6 5-24,5-1-48,-1-1 0,0-1 121,0-1-17,2-3-192,0-2 224,-1 0-56,0 8-96,0-9 64,0 1-24,2 0-8,1-2-104,0 1 136,-1 1-96,0 0-48,1 0 48,0 0-8,0-1 16,1-1-48,0 0 56,2 1-24,0 0-88,0 0 8,0-2 16,0 2 16,1-2 16,0 0 0,-2 0-48,6 0-88,-5 0-40,6 0-64,-6 0-168,2 0 408,0 0-521,-2 0-167,9 0-224,-9 0-72,8 0-128,-8 0-233,2 0 1345,1 0-1576,-3 0-336,8 0-473,-8 0-583,8 0-601,-8 0 408,2 0 3161,1 0-2208,-3 0 887,8 0 809,-7 0 248,5 0-88,-6 0-280,0 0 632,3 0-1784,-6 0 1784</inkml:trace>
  <inkml:trace contextRef="#ctx0" brushRef="#br0">162240 70616 11602,'0'0'0,"0"0"0,0 0 5001,0 0-2160,0 0-1473,0 0-312,0 0 8,0 0-23,0 0-13412,0 0 25726,0 0-12467,0 0-56,0 0-64,0 1-47,0 2-81,0-2-640,0 1 488,0 1-184,0 0-128,0 0-80,0 0-8,0 0 24,0-1-112,0 4 40,0-4-8,2 1-64,-2 5 8,2-6 8,-2 6-16,1-7 32,0 0-168,-1 7-136,3-5-272,-3 5-336,1-6-305,1 6-423,-2-8 1640,0 2-2169,2 1-599,1 0-905,-2 0-1000,2-1 696,-2-2 1233,0 0 2744,1 0-1625,1 0 1017,0-2 192,-2-2-224,2-6-1072,-3 10 1712</inkml:trace>
  <inkml:trace contextRef="#ctx0" brushRef="#br0">162279 70483 15051,'0'0'0,"-1"0"5945,0 0-4161,-3 0-799,4 0-985,-2 0 832,-1 0-80,0 0-88,1-1-160,0 0-112,1 1-88,0 0-304,-1-1 216,0 1-80,0 0-48,0-1-16,1 1-32,0 0 40,0 0-80,0 0 8,0 0-80,0-1-48,0 1-112,0 0-176,1 0-224,0 0 632,0 0-912,0 0-416,0 0-369,0 0-503,0 0-673,0 0-920,0 0 16596,0 0-29830,2 0 13914,0 0 1072,1 2 1009,-2 1 592,1 0-344,-1-3 784,0 2-1736,-1-2 1736</inkml:trace>
  <inkml:trace contextRef="#ctx0" brushRef="#br0">159965 71803 10570,'0'0'0,"0"0"4225,0 0-1745,-2 0-1208,2 0-375,-1 0-25,0 0-872,0-1 872,0 0-152,0 1-8,0-1-120,1 1-127,0-1-33,0 1-432,0-1 320,0 1-112,0 0-16,0 0-40,0 0-40,0 0 48,0 0-160,0-1 112,0 1-88,0 0 8,0 0 24,2 0-72,1 0 72,-3 0-56,1 0 40,2 0-96,0 0-80,-1 0-88,2 0-160,-1 0-152,-3 0 536,8 0-672,-6 0-281,6 0-191,-6 0-216,6 2-281,-6-2-327,-2 0 1968,8 2-2505,-5-2-487,6 2 143,-6 0 745,4 0 768,-5 1 1336,-2-3-737,9 3-151,-7 0-1528,-2-3 2416</inkml:trace>
  <inkml:trace contextRef="#ctx0" brushRef="#br0">160022 71856 11010,'0'0'0,"-1"-1"3041,0 1-1249,-1 0-472,0 0-1320,1 0 1216,-2 0 73,0 0-89,0 0-128,0 0-160,0 0-223,1 0-689,1 0 560,-1 0-64,0 0-136,0 0-80,0 0-16,0 0-104,0 0-160,2 0 168,-2 0-72,1 0-96,0 0 32,0 0-48,1 0-8,0 0 24,0 0-144,0 0-40,3 0-152,0 0-144,5 0-72,-5 0-281,4 0 833,-5 0-1120,6 0-360,0 0-496,2 0-641,4 0-680,2-1-256,-3-2 3553,-10 2-2696,13-1 904,-1-2 711,0 1 209,0-2-1472,-15 5 2344</inkml:trace>
  <inkml:trace contextRef="#ctx0" brushRef="#br0">160574 71567 5921,'0'0'0,"0"0"1168,0 0 144,0 0 73,0-1 87,0 0 168,0 0 65,0 1-1705,0-1 1632,0 1-176,0 0-175,0 0-97,0 0-144,0 0-128,0 0-912,0 0 784,0 0-151,0 0-73,0 0-80,-1 3-88,0 0-16,1-3-376,-1 3 296,0 5-112,0-6-24,-1 6-32,0-5-48,0 7 24,2-10-104,-2 3 128,0 8-112,0-8 24,-1 8 24,3-8-64,-1 8 96,1-11-96,-1 3 72,0 8-72,0-8 48,1 6-24,0-6-8,0 7 72,0-10-88,0 2 56,0 8-56,0-7 16,2 6 16,0-6-24,1 5-8,-3-8 32,3 2 24,6 6-56,-7-6 32,7 1 56,-6 0-16,7 5-72,-10-7 88,3-1 0,8 2-48,-8 1-24,8 0 72,-7 1 16,7-2-104,-11-1 120,3 2 72,6 0-119,-6-1 31,6 1 48,-7-1-48,6 1-104,-8-3 192,2 3-24,1 0-64,0 0 16,0 0 16,-1 0 0,0 0-136,-2-3 176,0 3-48,0 0-72,-1 5-8,-1-6 0,-1 1 8,-5 0-56,7-3 32,-2 8 48,-6-6-64,5 1-32,-9 5 40,2-5-32,-1 4 8,11-6-80,-14 0-88,2 3-168,0-1-208,1 0-32,0-1-225,1-2 801,9 0-984,-9 0-144,0 0-408,0 0-377,1-1-463,0-3-833,1 1 3209,8 3-4065,-8-9 496,-1 0 993,2 0 999,5-1 977,-5 0 184,7 3 416,1 5-656,-2-6-1600,2 8 2256</inkml:trace>
  <inkml:trace contextRef="#ctx0" brushRef="#br0">160567 71601 12386,'0'0'0,"0"0"4233,0 0-1920,0 0-1025,0-1-1288,0 1 1168,0-2 24,2 1-47,0 0-113,1 0-160,0 0-88,3-1-784,-4 1 664,0-1-32,7 0-143,-6 0-121,7 0-16,-7 0-112,6 0-240,-5 1 224,5-2-24,0 0-64,0 0-80,2 0-8,1 0-16,-2 1-32,-7 1 48,12-3 40,-1 1-120,0-1-24,0 1-24,0 0-160,-5 1 240,-5 1-336,9-1-248,1 0-329,2 0-295,0 1-320,-1 0-417,-4 0 1945,-7 1-2472,12 0-825,-2 0-1064,0 0 408,-2 2 1129,0 1 1039,-5-1 1785,-4-1-776,5 2 152,-5 0-1344,-3-3 1968</inkml:trace>
  <inkml:trace contextRef="#ctx0" brushRef="#br0">161107 71575 13594,'0'0'0,"-1"0"4385,0 0-4385,0 0 1889,-1 0-729,-1 0-104,0 0-48,0-1-55,0 0-113,1 1-840,1-1 728,-2 0-88,0 0-48,0 0-24,-5 0-24,5 0-47,0 1-497,2 0 400,-7 0-56,5 0-88,-1 0-8,-5 0-16,4 2-80,0-1-152,0 0 168,1 2-96,-6 5-8,2-5 0,0 7-8,0-8 8,3 5-64,1-1 64,-5 2-16,-1 0-64,2 0 48,0 0 24,0 0 24,5-6-80,1-1 64,-7 10-80,6-8-48,0 7 32,0-7 64,0 5 0,2-7-32,1 0 64,0 7-80,0-6-32,0 6 32,2-6 32,1 1 0,1-2-16,0 1 32,-1 1-32,6 0-48,-1-1 48,2 0 16,-2-2-16,-4 1 0,2 0 80,4-1-80,0 2-48,0-2 32,0 0 0,0 2 48,-6-2-32,1 0 16,5 2 0,-1-2-64,0 2 16,0-2 80,-1 2-32,-4-1-16,0 0 16,-1 2-16,6 0-80,-7 0 64,1 1 64,0-2 0,-1 0-48,-1 0 64,2 6-48,-2-6-64,-1 1 48,0 0 48,0 5 8,0-8-56,0 2 32,0 1 0,0 0-96,-3 5 8,0-6 80,0 0-24,0-1 0,-2 1 80,2 1-48,-1-1-64,-4 0 16,5 0 16,-1-2 16,0 0-16,-1 0 32,2 0-48,-6 0 0,6-1 0,-7 0 0,8-2 64,0 2-48,-1-1 16,-5-1-32,5 0 32,-1 0-32,0-1-16,0 0 80,3 3-48,-1-2-32,-1-5 0,0 5 0,2-2 0,0-3 32,1 5 64,0 1-64,0-6 32,2 5-64,1-8-32,0 2 56,5 0-8,-5 0 56,0 6-40,4-3 32,-4-4-80,12-1 8,-5-1 24,0 1 0,0 0 32,-7 8-16,4-5-16,2-3-112,0 1-88,0 0-16,1 1-56,-1-1-64,-7 8 352,5-5-440,2-1-168,0 0-105,-1 4-95,0-6-104,0 6-120,-7 2 1032,1-5-1264,9 4-305,-7 0-327,4-1-433,-6 2-695,6 1-913,-8 0 3937,0 1-3313,3 0 945,-1 0 927,0 2 945,-2 0 136,2 1-128,-2-3 488,0 8-752,0-6-1008,0-2 1760</inkml:trace>
  <inkml:trace contextRef="#ctx0" brushRef="#br0">161286 71718 13154,'0'0'0,"-1"0"4961,-1 2-2592,1 0-985,0-2-1384,0 2 1144,-1 0-55,-1 1-49,2 0-136,0-1-104,0 1-72,1-3-728,-1 2 609,1 0-161,-1 0-72,-1 1-104,1-2-104,0 1-8,1-1-160,-1 0 80,1 1-96,0 0 32,0 1-16,0-2 0,0-1-48,0 0 48,0 2-168,0-2-240,0 3-280,0-3-329,0 0-479,2 0-544,-2 0 2040,3 0-2753,-2 0-1272,1 0-1184,2-2 1232,-1 1 1225,-1-2 1231,-2 2 1521,4-2-472,-1 0-160,0 0-992,-3 3 1624</inkml:trace>
  <inkml:trace contextRef="#ctx0" brushRef="#br0">161532 71578 12570,'0'0'0,"-1"0"0,1 0 4537,-2 0-2392,-2-1-1041,-3 0-208,4 0-80,0 0-112,0 0-704,2 0 592,-3-1-103,0 0-161,1 0-40,0 0 56,0-1-64,1 2-280,1 0 336,-2-2-24,1 1-96,1-1-32,1 0-24,0 0-48,0 0-112,0 3 88,0-3-16,3 0-40,6 0-48,-6 0 32,6 0 8,-6 0-24,-2 3 16,10-3 72,-2 1-88,-1 1-32,1-1 64,-1 0-32,-1 0 0,-5 1 56,6-1 0,1 1-72,0 0-8,-1 1 8,1-1 16,-3 1 0,-4 0 0,6 0 72,-5 0-88,8 0-24,-8 2 64,5 1-48,-6 0 24,-2-3 16,3 4 24,5 4-40,-8-6 0,2 6 32,-2-6 40,0 4-72,0-4 56,0 0 16,0 6-72,0-5-16,-1 6 48,-2-6 8,0 3-40,2-3 160,-3 0 16,-4 8-56,5-9 40,-1 10-40,-4-9 40,6 4-160,1-3 185,-3-1-73,-4 8 0,4-8-72,2 6-8,-3-6 24,3 4-56,0-5 32,-2 0 56,1 7-56,0-8-64,0 2 64,2 6-64,1-8 32,-1 0 48,1 2-16,0 0-80,0 0-8,0 0 24,3 0 32,2-1 0,-2-1 40,0 2 40,6 0-96,-7 0-16,8 0 64,-7 0-32,3-1 0,-3-1 48,0 2-8,6 0-72,-6 0 24,6 0 8,-6 0 56,3-1-56,-3-1 88,0 7-8,6-6 8,-6 1 0,5 1 80,-7 4 64,5-7-232,-4 0 192,1 7 24,0-6-80,0 6 24,0-6 48,-1 6-16,-1-7-192,0 0 184,-1 7-16,0-5-120,0 6 32,0-7 16,0 6-24,-1-7-72,1 0 128,-3 7-96,0-6-32,0 2 16,-1 3 0,-4-4 96,6-2-112,1 0 96,-3 1-96,-6 1-16,6-1-112,-6 0 32,6-2-32,-1 0 128,0 0-168,-3 0-64,-1 0-208,0 0-48,0-1-120,-1-2-160,6 1 768,-1 1-881,-5-7-199,-1 4-248,0-5-200,1 7-225,1-7-415,5 8 2168,-1-1-2833,3-1-1048,-3-1-104,2 1 1041,1 0 1071,-1-1 1009,2 2 864,1 1-320,0-2-112,0 0-128,0 0-560,0 0 8,0 3 1112</inkml:trace>
  <inkml:trace contextRef="#ctx0" brushRef="#br0">162075 71417 6129,'0'0'0,"0"0"1536,0 0 217,-1-1-265,0 0-104,0-1-72,0 0-47,0 1-17,1 0-1248,-1-1 1176,-1 0-56,0 0-7,0 0-49,0 0-56,0 0-48,2 2-960,-2-1 857,0 0-129,0 0-80,0 0-32,0 0-96,0 1-520,2 0 504,-2 0-24,0 0-160,0 2 0,0 1-24,0 0-80,0 7-216,2-10 281,-3 3-65,1 9-88,0-3-8,-1 4 16,0 1-32,-1 3-104,4-16 152,-4 18-16,1 2-88,1 0 24,-2-1-8,1 1 24,1-2-88,2-17 112,-1 17-40,0 0-56,0-1-48,1 1 48,0-1 16,0-1-32,0-16 32,0 17 32,0-1-48,0 0-64,2-2 48,0 0-96,1-2 96,-3-12-168,8 13-144,-6-1-232,8-1-177,-8-1-111,8-1-152,-8-3 984,-2-6-1144,9 7-200,-6-5-345,6 8-383,-6-8-585,7 6-920,-7-7 3577,-3-2-4056,11 4 1015,-8 4 976,6-8 969,-6 1 712,5-1-160,-6 2 544,-1-1-1048,7-1-376,-8 0 1424</inkml:trace>
  <inkml:trace contextRef="#ctx0" brushRef="#br0">162299 71567 9233,'0'0'0,"-1"-1"0,1 1 3257,-1 0-1104,-1-1-1225,0 0-384,0 0-24,0 0 16,1 0-536,1 0 560,-1-1-72,0-1-104,1 0-15,0 0 7,0 0 16,0 1-392,0 1 400,2-2-8,0 0-56,1 0-48,0 0 8,0 0-56,2 1-240,-1 1 192,-2-3-48,7 2-80,-6-1-24,8 0 16,-7-1 32,2 3-88,-1 0 56,-3 0 40,11-2-48,-10 1 16,8 1 56,-8 0 32,3 1-152,-1-1 184,-2 0-8,7 1 16,-7 0-7,6 0 47,-7 0 32,3 2-264,-2-1 288,0 7-24,-2-5-16,2 7-40,-1-2 32,0 0-32,-2-3-208,0-1 200,0 5 40,0 1-64,-1 0 24,-1 2 16,-2 2-16,0-8-200,0 1 232,1 6-16,-1-1-56,-4 0 0,6-1 0,-1 0-24,1-6-136,0 1 176,-1 3-23,0 1-65,0-1 16,0 0-16,1-1 16,1-6-104,1-1 72,-1 10 32,1-8-72,0-1 16,0 7-8,0-7-24,0-2-16,0 2 64,2 1-64,-2 0 16,2-1 8,0 2-8,1-2 0,-2-1-16,1 0 32,1 1-48,0 0 16,6 0-32,-7 0-40,6-2-48,-7 0 120,1 0-240,5 0-160,-4 0-145,5 0-143,-5 0-160,6 0-96,-8 0 944,1 0-1152,7 0-225,-6 0-239,6-1-304,-6 0-465,6-1-616,-7 1 3001,-1 0-3672,10-2 719,-2 0 913,-1-1 839,-5 1 809,8-2-24,-10 3 416,1-4-760,9 3-1144,-11 3 1904</inkml:trace>
  <inkml:trace contextRef="#ctx0" brushRef="#br0">162627 71586 12698,'0'0'0,"-1"0"2881,0 0-1713,-1 0-416,0-1-16,0 0 49,1 1-785,0-1 712,-1-1-88,0 0-104,0 0-40,0 0 24,2 0-16,-1 2-488,1-2 432,-1 0-56,0 0-79,1 0 15,0 0-24,0 0-24,0 1-264,0-1 248,0-1-112,2 0-80,1 0 48,0 0-48,0 0 40,-2 2-96,6 0 80,-5-1-64,6 0 0,-6 0 24,7 0 16,-7 0-16,-1 1-40,7 0 48,-6 0-48,6 0-16,-6 0 40,6 0 8,-5 1 8,-3 0-40,8 0 0,-6 0-24,1 0 32,5 3 8,-6 0 80,1 0-24,-2-3-72,1 8 88,1-6 24,0 6 0,0-6 120,0 8 8,-1-7 48,-1-2-288,0 9 288,-1-1-8,0 0 56,0 1-56,0 2 57,0 1-65,0-11-272,-1 9 240,-2 1-32,0 1-16,0-2 56,0 0-72,0 0 8,3-10-184,-2 8 120,0 0-72,0 0 16,1-1-8,0 0-24,0-5 0,1-2-32,-1 7 48,1-7-96,0 2 64,0 1 0,0-1 16,0 0-8,0-3-24,0 3 16,0 0-104,3-1-16,0-2-8,0 2-112,0-2-56,-2 0 280,7 2-376,-6-2-232,6 0-105,-6 0-119,8 0-168,-7 0-56,-2 0 1056,10 0-1248,-8-1-257,10 0-311,-4-1-425,0 1-695,0 0-657,-8 1 3593,8-2-3393,1 1 945,0-1 967,0-1 849,-1 2 360,1-1-104,-10 1 376,9 0-696,0-2-1128,-9 3 1824</inkml:trace>
  <inkml:trace contextRef="#ctx0" brushRef="#br0">162997 71732 16851,'0'0'0,"0"0"3089,0 0-1689,-2 0-368,0 0-1032,2 0 1081,-2 0 7,1 0-168,-2 0-112,1 0-112,0 0-160,0 0-536,2 0 440,-2 0-95,0 0-193,1 0-96,0 0 16,0 0-56,0-1-16,1 1 96,-1 0-72,0-1-96,0 0-64,0 0-192,1 0-185,0 0 513,0 1-832,0-1-432,0 0-512,0 0-617,0 0-920,2 0-1336,0 0 4649,-2 1-4425,2-2 1265,0 0 1183,1 0 1177,-1 0 392,1 0-216,0 1 624,-2 1-1800,-1 0 1800</inkml:trace>
  <inkml:trace contextRef="#ctx0" brushRef="#br0">163203 71507 9690,'0'0'0,"0"0"3808,-1 0-1103,0 0-1241,-1 0-311,0 0-81,0 2-1072,2-2 960,-2 2-184,0 1-240,0 0-120,0-1-16,0 8 8,0-9-408,1 0 433,-1 7 23,-1-6-152,2 6 32,-1-6-88,0 6-40,1-6-208,1-2 240,-2 8-64,2-6-64,-1 6-72,-1-6-8,2 1 24,0-1-56,0-1 40,0 7 48,0-8-64,0 3-24,0 1 48,0-1-24,2-2-24,-1-1 32,1 3-16,0-1-48,-1 0 32,1 0 0,2 0 0,-2-2 0,-1 0 48,2 2-8,0-2-40,0 2-16,0-2 0,0 2 16,-1-2 0,-1 0-8,2 2-96,0-2-120,0 0-152,0 0-72,0 0-96,-1 0 544,-1 0-648,2 0-137,0 0-255,1 0-272,-2 0-248,1 0-345,-1 0 1905,-1 0-2360,2 0-593,1 0-352,-2 0 737,2 0 863,-2-1 785,0 0 920,0 0-336,1-2-144,0 0-1728,-3 3 2208</inkml:trace>
  <inkml:trace contextRef="#ctx0" brushRef="#br0">163341 71507 10354,'0'0'0,"0"0"3865,-1 0-1321,0 0-2544,0 0 1544,-1 0-319,-1 1-137,2 1-120,-2 2-120,1-1-88,1-2-760,1 0 665,-2 9-41,-1-7-80,1 7-56,0-7-16,0 9-136,1-8-336,0 0 336,-1 5-104,0 1-48,0 1 40,0-1-112,1 3 8,1-7-120,-1 1 88,0 6-48,0-1-40,1 1 16,0-2-32,0 0-40,0-6 56,0 1-120,0 4-112,2 0-160,0-1-168,0 0-152,1-1-256,-1-6 968,-1-1-1216,2 9-345,0-7-415,0 5-569,1-8-792,-2 3-727,0-2 4064,0 1-3153,1 0 1008,0-2 929,0 0 816,0 0-88,0-1-1352,-3 1 1840</inkml:trace>
  <inkml:trace contextRef="#ctx0" brushRef="#br0">163494 71788 9081,'0'0'0,"-1"0"2153,1 0-2153,0 0 1000,0 0-432,0 0 0,0 0 185,0 0 223,0 0-8,0 0-5801,3 0 10538,-1-1-4937,0 0-144,-1 0-47,3 0-1,-1 0-96,4 0-480,-5 1 440,0-1-72,6 0-136,-6 0-40,6 0-8,-5 0-80,5 0-104,-7 1 104,2-1 0,5 0-64,-6 0-8,6 0 48,-6-1-24,5 2-56,-6-1 64,2 1-24,5 0-40,-6 0-16,1 0 16,5 0 16,-6 0-16,-2 0 0,3 0 0,0 0-104,0 0-32,0 0 32,0 0-48,-1-1 152,-1 1-144,2-1 16,-1 0-80,0 0-16,0 0 8,0-1-32,-2 1 248,0 1-224,2-2 24,-2-2-48,0 2 24,0-2 40,0 1 40,0-3 144,0 4-136,0-1-8,0-1-25,0-4-23,-1 5 48,0-1-16,0-2 160,1 4-120,-2-1 48,1-1-16,0 0 16,0 0 32,0 0 8,0 1 32,1 2-24,-1-7 32,0 4-32,0 2-8,0-3-16,0-3 40,1 7 8,0 0 8,0-2 16,0-1-24,0-4-24,0 5 0,0-1 16,1 1 8,0 2 24,1-7 0,1 5-48,5 0-16,-6-1 40,1 0-24,4 1 24,-4 2 24,-2-3-8,10-1-40,-8 1 0,8 0 8,-8 1 8,4 1 8,-3 1 8,-1-2 16,8 0-32,-8 1-16,8 0 48,-8 1 0,4 1-24,-3 0 56,-1 0 24,9 0-32,-9 0 16,7 2 40,-7 1 16,3-1-120,-3-1 176,-1 2 32,6 5 16,-6-6 57,1 7 71,0-6 48,-1 3-400,-1-2 448,1-1-32,0 8-64,0-8-32,-2 9 16,0-4-8,0-3-328,0-2 304,0 6 0,0 1-136,0-1-32,-1 0 48,-1 0-8,1-4-176,0-1 208,-1 5 9,1 0-57,0-1-24,0 0 0,0-5-48,0 4-88,1-3 80,-1 0-64,1 4-16,0-6 0,0 1 8,0 0 32,1-2-40,0 1 56,1 0 0,1 0-56,0 0 0,5-2 32,-5 2-64,2-2 32,-1 0 56,-1 2-56,8-2-56,-8 2 72,8-2-16,-8 2-32,2-2 32,1 0-104,-3 2-184,8-2-232,-8 2-217,8-2-263,-7 2-312,1-2 1312,1 0-1584,-4 2-497,9-2-616,-7 2-711,7-2 319,-8 0 905,2 0 2184,1 0-1369,-3 0 793,6 0 104,-6-1-744,6-2-352,-9 3 1568</inkml:trace>
  <inkml:trace contextRef="#ctx0" brushRef="#br0">164017 71354 12122,'0'0'0,"-1"0"4281,0 0-2297,-1 0-1007,0 0-361,1 0-616,0 0 480,-1 0-168,1 2-104,0-2-16,0 1-40,0 2 56,1-3-208,0 2 264,0 0 24,0 0 24,2 1 72,1 0 24,5 0-31,-7-2-377,1 1 352,7 1-120,-6 0-8,8 5 8,-3-6-48,0 1 8,-6-2-192,5 7 112,3-4-24,4 7-8,-1-2 24,0 0 32,0 0-48,-10-7-88,7 5 112,3 2-96,1 2 0,-1 0 40,0 0-48,0 3 64,-10-11-72,6 7 56,2 3-40,1 0-16,-1 0 32,-1 0 24,0 0 0,-8-10-56,5 8 32,2 2-8,0 2 8,-1-1 8,1 1 64,-7 0-24,0-13-80,7 10 88,-7 2-16,1-1 16,-1 1 24,0 0 48,-2-1 48,0-11-208,0 9 184,0 2-48,-1 1-16,-3 0-32,-4 0 24,4 2-24,3-14-88,-9 10 16,1 2-16,-2 0-56,0 0-32,-1-1-88,1 0-88,10-11 264,-9 10-408,-1 1-144,-3-1-72,2 0-216,0-1-264,0 0-505,10-9 1609,-8 7-2328,-2 2-1353,0-1-1312,-1-1 1176,1-1 1152,0-5 1225,11-2 1440,-10 7-360,-1-6-144,1 1-392,0-1-496,11-2 1392</inkml:trace>
  <inkml:trace contextRef="#ctx0" brushRef="#br0">159052 71800 7881,'0'0'0,"-1"0"2273,-1 0-73,1 2-2200,0-2 1448,-1 3-303,0 5-113,0-6-112,0 6-72,0-5-88,1 5-760,0-6 705,-1 1-89,-1 11-88,0-5-72,0 1-48,0 0-40,1-3-368,1-4 312,-2 7-48,0 0-96,0 0-72,0 1-16,0-1-8,1-3-72,1-4 72,-2 6-24,0 0-8,0 0-40,-1-1 40,2-5 16,0 4-56,2-5 40,-3 0-24,1 1-32,0-1-8,1 0 32,-2-1-8,2-1 0,0 0-8,-1 0 16,0 0-96,0-1 16,0-1 24,0-2-24,1 2 72,0 0 16,-1-7-32,1 6-48,0-6 24,0 5 16,0-6 40,0 5-16,1 2 24,-1-5-24,0-1-24,1 0-16,0 0 40,0-1 0,0 5 0,0 1 40,0-5-16,0 0-24,3 0 16,0 0-8,0 0 32,2 3-40,-2 3 40,-1-8 0,6 1-16,-5-1-8,7 0 48,-7 1 16,3 5-80,-1 0 112,3-5-32,0 0-24,0 0-32,-5 1 16,8 1 0,-9 4-40,-1 0 96,10 0-40,-7-5-16,4 7 41,-5-1 23,5 0 8,-7 1-112,0 1 152,7 0 8,-6 0-48,6 1 64,-6 0 16,0 0 8,-1 1-200,0 1 216,1 6-48,0-5 0,-2 6 16,0-1-16,0 0 16,0-2-184,0-1 200,-1 10-16,-1-1-24,-1 0 72,0 0-32,0-1 0,1-6-200,0-1 224,-1 7-56,-1-1-16,1-1-24,-1 0 24,0 0 8,2-6-160,1 1 177,-3 5-1,1-2-72,1 2 0,-1-1 16,0-1-40,3-5-80,-1 1 88,0 4 16,0-1-104,0 0 64,1-5-56,0 6 8,0-8-16,0 1 48,2 1-32,0 5-32,1-6 0,1 0 32,4 0-16,-8-1 0,2 0-32,7 1-72,-6-2-168,8 2-96,-3-2-169,1 0-247,-5 0 784,1 0-1008,6-1-424,2-1-465,-1-1-463,0 0-721,0 0-720,-7 1 3801,2 0-3800,5-2 1007,-1-1 1001,0 1 895,0 0 489,-1 0-184,-7 3 592,3-2-1528,3-1 112,-9 4 1416</inkml:trace>
  <inkml:trace contextRef="#ctx0" brushRef="#br0">159497 71872 9634,'0'0'0,"0"0"0,0 0 3160,0 0-727,0 0-1073,0 0-216,0 0-7,0 0 15,0 0-11538,0 0 21844,0 0-10546,0 0-120,0-1-63,0 0-89,0 0-48,0 0-592,0 1 520,-1-2-184,0 0-32,0 0-8,0-1-64,0 0 8,1 2-240,-1-1 192,0-2-80,0 0 8,-1 0 0,2-1 24,-2 2 16,1 2-160,0-3 104,-1 1-32,-1 0-16,1 0-8,0 0 56,-2 2 16,4 1-120,-3-1 41,-1 1-25,0 0 0,0 3 8,-4 0 56,5 5-8,3-6-72,-4-1 32,-4 9-8,5-7-24,-1 8 64,-4-3 40,5 1-16,2-8-88,-2 7 64,-5 2-48,6 0-32,-1 1 56,0 2 8,-1 1 8,4-12-56,-2 10 16,1 2-32,1 0 8,0-1 8,0 1 8,0-2 8,0-11-16,1 10 32,1 1-64,2-1 16,-1 0 16,5 0-40,-6 1 56,-2-11-16,3 7-48,0 3-144,6-2-64,-7 0-129,1-1-159,5 0-40,-7-7 584,0 1-728,2 7-208,0-7-128,0 6-209,0-8-263,0 4-208,-2-4 1744,1 3-2121,0-2-455,1-1-321,0 3-88,-2-3 753,1 0 792,-2 0 1440,2 0-785,0 0 449,-2-2-112,0 0-664,0 0-984,0 2 2096</inkml:trace>
  <inkml:trace contextRef="#ctx0" brushRef="#br0">159387 72066 12586,'0'0'0,"-1"0"4529,-1 0-1688,0 0-2841,2 0 1672,-2 0-320,1 0-207,0 0-105,0 0-104,0 0-144,0 0-792,1 0 744,-1 0-79,0 0-161,1 0-80,0 0-32,0 0-56,0 0-336,0 0 328,2 0-56,0 0-128,1 0-72,6 0 8,-6 0-64,6 0-16,-8 0 64,2 0 0,8 0-96,-8 2 0,8-2-64,-3 2-136,0-2 232,-8 0-368,9 2-320,0-2-408,1 2-353,1-2-463,1 2-641,-1-2 2553,-10 0-3520,11 2-1361,0-2 392,1 3 1264,0-3 1224,-2 1 1161,-2 1 840,-8-1-568,9 0-312,-1-1-1008,-9 0 1888</inkml:trace>
  <inkml:trace contextRef="#ctx0" brushRef="#br0">158913 73020 7457,'0'0'0,"-2"-1"4793,2 1-1608,-2 0-1481,0 0-608,0 2-119,0 0-9,2-1-968,-1 1 864,1 6-88,-2-6-168,2 8-96,-1-7-7,-2 10-73,3-9-432,-1 2 384,-1 4-120,0 0-72,0 0-40,1 0-8,-2 0 24,3-6-168,-2 2 136,0 4-8,0-1-56,0 1-56,0-1 56,0 0-72,2-6 0,-2 2 24,0-2-40,0 8-48,0-8 72,0 6-8,0-7 0,1 1 0,0 2-56,-1-3-136,0 0-80,0 1-64,0 0-8,0-2 32,1-1 312,0 0-320,0 0 8,-1 0 15,1 0 81,0-1 8,0 0 56,1-1 152,-1 0-192,0-6-8,0 5 40,1-6 40,0 5 88,0-7 0,0 9 32,0-4-24,0-3 24,2-2 16,6-2 24,-6 1 24,7-2-24,-8 10-40,1-9 48,12-5-48,-3 0 16,1 0 8,-1 2 32,1 1 24,-9 12-80,6-8 88,2-2-24,2 1 8,-1-1 8,0 2 8,-2 1-32,-8 8-56,6-5 48,2-2-48,0 6 0,-1-6 40,0 6 0,-1-2 56,-6 5-96,0-2 64,8-1 16,-9 1 16,3 1 40,3 1 81,-7 0 39,0 0-256,3 0 232,-1 3 48,-2-1-32,2 6 40,-2-6-24,0 8-8,0-8-256,0 4 232,0 3-48,-1 1 32,-1 3-16,-2 3 0,-6 5-16,9-18-184,0 14 144,-8 2-8,7 1-24,-3-1 80,-3-2 40,5-2 32,3-13-264,-3 10 232,-1 1-56,1 0 33,0-1-17,1 0-8,0-1 56,2-9-240,-2 7 240,1 1-64,0 0 24,0 0-16,0 0 8,0-2-48,1-7-144,0 6 56,0-4-24,0 7-64,0-7 64,0 5 0,0-6 16,0-2-48,0 3 40,2-1-80,0 0-8,0 0-16,0 0-72,1-2-64,-3 0 200,8 2-344,-6-2-232,1 0-153,6-1-223,-6-1-296,8-1-224,-11 3 1472,2-3-1761,10-1-439,-10-4-529,12 5-687,-5-1-481,0-4 952,-9 7 2945,9-1-1968,-1-2 839,0-4 729,0 5-128,1-1-488,-1-4-960,-8 7 1976,0 2 0</inkml:trace>
  <inkml:trace contextRef="#ctx0" brushRef="#br0">159395 73148 7321,'0'0'0,"0"0"3121,0 0-305,0-1-2816,0 0 1905,0 0-377,0-1-128,0 0-79,3 0-113,-3 0-152,0 1-1056,2-1 896,-2-1-232,2 0-119,-2 0-65,0 0-40,0 0-16,0 0-424,0-2 352,0 2-88,0-1-88,0-4-48,0 5 8,0 0 0,0 1-136,0-1 128,0 0-40,0-2-64,0 2 32,-1-1 8,0 1-8,0 2-56,0-1 72,-2-1-32,2 0-24,-3 2 56,2 0 0,-2 1 48,3 0-120,-2 0 112,-1 3-152,-4 5-8,5-5 8,-5 8 56,5-3 160,0-5-176,-4 5 160,3 5-32,-7 2-40,3 0-24,4 1 40,-6-1-8,10-11-96,-3 8 96,-5 4-39,7-1-73,-2 0 48,2-2-8,-1 2-8,2-11-16,-1 6 16,0 4-32,1-1-8,0-1 48,0 0 56,2-2-24,-1-7-56,0 4 56,1 2-112,1-1-96,0-5-65,1 8-151,-1-8-56,-3-2 424,2 7-520,2-6-128,-2 1-56,1 1-120,-1 4-40,0-6-121,-2-2 985,2 2-1128,0 2-96,0-2-136,0 0-193,0 0-239,0 0-289,-2-2 2081,2 2-2464,-2 0-73,2 0 617,-2-2 608,0 2 591,0-2 401,0 0 320,0 0-520,0 0-2120,0 0 2640</inkml:trace>
  <inkml:trace contextRef="#ctx0" brushRef="#br0">159239 73302 10266,'0'0'0,"0"0"3304,0 0-591,0 0-2713,-1 0 1976,0 0-343,0-1-137,0 0-104,0 0-159,1 0-137,0 1-1096,-1-1 920,1 0-232,0 0-120,0 0-144,0 1-112,0 0-15,0 0-297,0 0 240,0 0-96,0 0 56,0 0-64,2 0-96,1 0 96,-3 0-136,3 0 80,5 0-112,-6 0 48,1 0-16,7 0-80,-7 0-40,-3 0 120,12 0-360,-4 0-385,1 0-279,1 0-464,1 0-601,1 0-695,-12 0 2784,12 0-4033,2 0-912,0 0 1232,0 0 1137,1 0 1143,-2-1 865,-13 1 568,12-2-952,-1 0-1088,-11 2 2040</inkml:trace>
  <inkml:trace contextRef="#ctx0" brushRef="#br0">160627 72678 8481,'0'0'0,"0"0"2713,0 0-305,0 0-847,-1-1-185,1 0-48,-1 0-1328,1 1 1281,0 0-73,0-2-136,0 2-128,-2 0-88,2 0-111,0 0-745,-1 0 624,1 0-80,0 0-96,-1 0 8,1 0-16,0 0-32,0 1-408,0 1 376,0 0-56,0 1-56,0 0 17,0 0-41,0 6 0,0-8-240,0 0 224,0 7-40,0-6-32,0 8 8,0-7-40,0 8 8,0-9-128,0 5 104,0 2-72,0 1 24,0 2-8,0 2 0,0 1 40,0-13-88,0 11 48,0 5-64,0-1 0,0-1 32,0 1-48,0-1 96,0-14-64,0 12 32,0 1-168,0 0 24,0-1-144,0-1-152,0 0 16,0-11 392,0 9-520,0 0-233,2-1-135,1 0-240,-1-2-320,0-5-209,-1-3 1657,1 9-1920,1-6-441,-1-1-423,0 0-449,0 0-8,0 0 873,-2-2 2368,3 0-1536,0 0 679,0 0 345,0 0-528,0-4-1064,-3 4 2104</inkml:trace>
  <inkml:trace contextRef="#ctx0" brushRef="#br0">159876 69240 8105,'0'0'0,"0"0"1144,0 0 137,-1-1 55,0 0-232,1 0-1104,0 1 872,0-1-111,0 0 15,0 1 56,0 0 64,0 0-32,0 0-864,0 0 769,0 0-145,0 0-208,0-1-104,0 1-88,0 0-72,0-1-152,0 1 128,0 0-88,2-1-40,1 1-40,-1-1-136,6 1-240,-6-1 416,0 1-880,7-1-713,-6-1-863,7 2-617,-7-1 400,8 0 449,-9 0 2224,-1 1-4801,-1 0 4801</inkml:trace>
  <inkml:trace contextRef="#ctx0" brushRef="#br0">161217 60420 5217,'0'0'0,"0"0"1352,0 0 72,0 0-112,0 0-119,0 0-1193,0 0 1272,0 0 64,0 0-71,0 0-121,0 0-200,0 3-128,0-3-816,0 0 752,0 1-63,0-1-73,0 2-64,0-2-32,0 2 8,0 0-528,0-1 496,0 1-64,0 0-64,0 2-56,2-1 8,-2 0 16,0 2-336,0-2 305,0-1-41,0 1-80,0 6-32,0-7-8,0 6 8,0-7-152,0 0 152,0 7-40,0-5-56,0 6-24,0-8 8,0 7 0,0-6-40,0-1 56,0 7-24,0-6-48,0 0 0,0 7 16,0-7 32,1-1-32,0 1 64,-1 1-64,2 0-8,-2-1-24,2 0 8,-2-2 64,1 0-40,0 0 24,1 0-64,0 0 0,0-3-16,1 0 24,0-6 64,-1 7-32,-1 1-56,2-8-16,5 6-24,-6-7-16,7 5 72,-7-5 0,2 8 40,0 1-32,-2-8 24,1 6-48,5-6 56,-6 6-16,1-1 40,-2 2-24,1 0 32,1-1-48,0 0-24,0 1-32,0 0 48,0 1 24,-1 1 0,-1 0 24,1 0-24,0 0-40,0 0 56,0 0 0,0 1-16,-1 1 0,1 0 40,-1 1-72,-1 0-8,2 0 40,0 0-24,1 0 40,-3-2-16,1 1 8,1 1-8,-2 0-40,2 0 24,-2 0 16,3 5 16,-3-7-16,0 0 40,2 2-40,-2 0-64,2 5 24,-2-6-104,2 2-128,-2-1 272,0 2-489,2-3-351,-2 0-328,2 2-240,-2 4-177,2-6-215,-2-1 1800,0 0-2240,2 2-713,-2-1-176,2 0 737,0-2 815,0 0 713,-1-1 864,0 1-560,1-3-1440,-2 3 2000</inkml:trace>
  <inkml:trace contextRef="#ctx0" brushRef="#br0">161470 60280 5593,'0'0'0,"0"0"3584,0 2-1527,0 1-857,0 0-176,0 7 97,0-9-1121,0 1 1200,0 7-24,0-6-64,0 9-135,0-2-177,0 2-136,1-9-664,0 6 496,-1 6-120,0-1-120,0 0-56,2 0-32,-2 0-24,0-10-144,2 5 88,-2 4-56,2-1-32,-2 0 40,2 0-16,-2-1 0,1-8-24,0 5-48,-1 1-168,0 1-248,0-1-312,0-6-360,0 7-385,0-10 1521,0 2-1944,0 1-697,0 0-751,0-1 399,0-2 793,0 0 815,0 0 1385,0 0-872,0-1-1376,0 1 2248</inkml:trace>
  <inkml:trace contextRef="#ctx0" brushRef="#br0">161458 60275 7265,'0'0'0,"0"0"0,-1 0 3801,1 0-1241,0 0-1335,0-1-409,0-1-64,0 2 104,0 0-856,0-1 888,0 0-159,0-1-89,0 1-176,0 1-104,2-1 8,-2 1-368,2-2 360,0 1-120,1 0-8,5 0-32,-6 0-88,6 0 8,-7 0-120,1-1 104,9 0-104,-9 0 0,11 0 16,-5 0-16,0 0 56,-8 2-56,8-2 48,1 0-88,0 0-48,-1 0-128,0 0-224,0 0-176,-7 2 616,6-2-896,2 0-272,-7 1-185,10 0-351,-9 0-577,6 0-887,-9 1 3168,2-1-2889,1 0 721,0 1 719,-1 0 497,-2 0-1304,0 0 2256</inkml:trace>
  <inkml:trace contextRef="#ctx0" brushRef="#br0">161484 60359 10066,'0'0'0,"0"0"3232,0 0-3232,0 0 1801,-1 0-721,0 0-216,0 2 16,0-2 57,0 2-25,0 0-912,1-2 840,-1 2-88,0 0-136,0 0-88,0 0-64,0 0-72,0 0-392,1-2 321,0 2-33,0 0-56,0 0-24,0 0 32,0-2-32,0 2-208,0-2 192,0 0 16,2 2-64,0-2-64,1 0 40,0 0-64,4 0-56,-6 0 40,1 0 16,1 0-56,7 0-24,-8 0 8,5 0-56,-4-1 72,-2 1-168,8-1-72,-6 0-224,6 0-144,-7 0-112,6 0-193,-6-1 913,-2 2-1128,8-1-248,-6 0-297,6 0-431,-6 0-769,6 0-783,-6 0 3656,-1 1-2937,2-1 865,5 0 807,-6 0 561,0 0-1520,-2 1 2224</inkml:trace>
  <inkml:trace contextRef="#ctx0" brushRef="#br0">163018 67611 5225,'0'0'0,"0"0"664,0 0 168,0 0 184,0 0 216,0 0 193,0 0 79,0 0-64,0 0-1440,0-1 1265,-1 1-193,0 0-144,0 0-88,-1 0-88,1 0-55,1 0-697,0 0 632,-1 0-136,0 0-48,-1 0-40,-1 0-64,2 0 8,0 0-352,-1 0 336,1 0-56,-2 0-16,1 0-16,0 0-32,0 0 0,2 0-216,-1 2 240,-2-2-87,1 2 23,0 0-16,0 0-48,0 1 40,2-3-152,-2 3 152,0 0-40,0 0-32,0 5 32,0-6-72,-1 2 16,3-4-56,-3 8 112,0-5-96,0 5 8,0-6 64,1 6-64,-1-5 64,3-3-88,-2 9 80,0-7-80,0 6 16,0-6 0,0 6 8,0-6-24,2-2 40,-2 8 16,1-6-56,0 1-24,0 5 40,0-8-16,0 3 0,1-2 24,0 1 16,0 0-48,0 1-24,0-1 32,0-2 0,0 0 32,2 0-8,0 0-40,0-1-8,-1-2 24,3 0 0,-1 1 0,-3 2 24,3-5 8,0 1-64,0-4 8,0 5 40,0-1-32,0 0 16,-3 4 16,3-8-16,0 6-48,0-1 40,0-1-8,0 0 16,0 0 0,-3 4 16,3-8-8,-1 5-32,0 1-8,1-2 48,-2 0 0,1 1-16,-2 3 40,2-4-8,0 1-80,1 0 8,-2 0 40,-1 1 0,2 0 0,-1 2 56,-1-1-16,1 0-80,-1 1 16,3 0 8,-2 0 16,-1 0 24,0 0-32,-1 2-24,1 1 104,0 0-56,1 0-16,0-3 24,-1 4 8,0-2-80,0 8 24,0-8 48,0 6-8,1-7-16,0 0 16,-1 9 8,0-7-64,0 8 24,0-3 48,0 1 24,0-1-56,0-7 40,0 8 32,0 1-56,0 0-32,0 0 48,0 1-24,0-3-8,0-6 0,1 8 0,-1 0-40,0 1-72,3-3 0,-3 2-208,1-4 320,0-4-504,-1 6-224,2-5-321,0 8-263,0-8-288,0 0-401,-1 3 2001,0-4-2504,1-2-689,0 2-112,0-2 841,1 0 807,-1 0 689,0-1 968,-2 1-920,2-1-1328,-2 1 2248</inkml:trace>
  <inkml:trace contextRef="#ctx0" brushRef="#br0">163149 67503 6345,'0'0'0,"-1"0"1320,0 0 56,0 0-119,1-1-1257,-1 1 1264,0-1 56,0 0-31,0 0-81,0 0-128,0-1-96,1 2-984,-1-1 920,0 0-111,-1 1-129,1 0-88,0 0-72,0 0-32,1 0-488,-1 0 432,0 0-40,0 0-56,0 2-16,0 2 40,1-1-7,0 0-353,0 2 360,0-3-64,0 6-32,0-5-24,2 7 8,0-7-8,-1 2-240,0 2 208,1 2-24,6 4-56,-5 0-24,10 3 32,-4 2-8,-4-11-128,1 4 136,4 8-24,-1 0-80,1 0-8,0 2 80,1-1 40,-7-12-144,3 5 128,3 10-40,0-2-88,-1 1-16,-1-2 16,-5 1 56,1-14-56,4 6 48,-5 9-32,8 0-16,-8-1 0,5 0 56,-6 1 16,1-16-72,2 9 56,-3 8-64,1 2-40,1-2 16,-2-2 48,-2 0 72,0-14-88,2 6 48,-2 8-8,0-2-56,0 0 0,-1-1 48,0 1-16,0-14-16,-1 7 88,-1 4-88,-1-1-32,1-2 16,1 1-56,-1-2 48,3-9 24,-3 5 0,-1 3-64,0 0 56,1-2-40,-1 0-8,-4 1-48,7-7 104,0 4-200,-3-5-248,0 10-184,0-9-168,0 6-224,-5-6-121,8-1 1145,-1 4-1520,-6-4-584,4 1-889,-4 5-1224,5-8 520,-1 2 1017,2-1 2680,-4 0-1689,3 1 889,-6-2-232,5 0-784,4 0 1816</inkml:trace>
  <inkml:trace contextRef="#ctx0" brushRef="#br0">161096 69423 9970,'0'0'0,"0"0"3840,0 0-1847,-1 0-817,0 0-224,0 0 65,1 0-1017,-1 0 1096,0 0-16,0 0-56,0 0-80,0 0-103,0 2-113,1-2-728,-1 0 632,0 2-112,0-2-136,0 2-64,0-2-80,0 2-80,1-1-160,-1 0 176,0 1-88,1 0-40,0-2-40,0 2 40,0-2-48,0 0 40,0 2-64,0-2-80,0 2-56,0-2-128,0 0-232,0 0 520,0 0-752,0 0-336,0 0-321,0 0-359,0-1-448,2 0-641,-2 1 2857,0-2-3785,2 0 296,-2 0 881,2 0 775,-2 0 569,0 1-1232,0 1 2496</inkml:trace>
  <inkml:trace contextRef="#ctx0" brushRef="#br0">161241 69147 5385,'0'0'0,"0"0"824,0 0 160,0 0 112,0-1 145,0 0 151,0 0 120,0 0 40,0 0-1552,0 1 1473,0-1-129,0-1-144,0 1-159,0-1-129,0 0-144,0 1-768,0-1 616,0 1-120,0-2-128,2 2-80,-2-2-24,2 1-8,-1 2-256,0-2 240,1 0-63,0 0-1,0 0-56,0 0 8,1 0 32,-2 2-160,1-2 96,1 1 0,0 0 0,5 0-24,-5 0 48,0 0 8,-2 1-128,0-1 128,8 0-64,-8 0 8,3 0 56,-1 0 0,0 1 24,-2 0-152,1 0 168,1 0-96,0 0-16,0 0 16,0 0-48,0 0 48,-2 0-72,0 0 32,1 3-24,0 0 80,0 0 24,-2 0-8,2 0 48,-2-2-152,0 1 176,2 7-88,-2-7 40,0 7 16,0-6 0,0 8 88,0-11-232,0 3 176,0 8-32,0-8-56,-1 9 32,0-4 56,-1 0-8,2-6-168,-2 4 217,0-3-113,-1 8 0,0-7 48,1 8-32,0-9 64,2-1-184,-2 7 160,-1-6-64,1 8 8,0-8 32,0 8 0,0-8 16,2-1-152,-2 7 136,0-6-56,0 8-8,-1-7 64,2 5-8,0-6-24,1-2-104,-1 7 144,0-5-72,0 5-8,-1-6 56,2 6 8,0-6-16,0-1-112,0 1 88,0 1-40,0 0-16,0 0 48,0 0 24,0 0 24,0-2-128,0 1 96,2 2-64,-2-3 16,2 1-48,-2 0 48,2-2 24,-2 0-72,1 3 64,2-3-32,-1 0 32,0 0-32,0 0-32,0 0 32,-2 0-32,3 0 0,0 0-32,0 0 48,0 0 32,5 0 0,-6 0 16,-2 0-64,3 0 0,0 0-16,5-1-32,-6-1 16,2 1 48,4 0-48,-7 1 32,2-1 48,6 0-112,-7 1 16,8-1 64,-7 0-96,6-1 64,-9 2 16,3-1-64,6 0-88,-6 0-24,6-1-56,-7 0-112,6 0-48,-7 2 392,0-2-424,7 1-160,-6 0-64,2 0-56,4 0-161,-7 0 9,0 1 856,2-1-944,0 0-224,0 0-129,0 1-255,0 0-248,0 0-289,-3 0 2089,2 0-2552,0 0-641,0 0 120,0 0 825,0 0 728,0 2 775,-2-2 745,2 0-472,-2 2-264,2-2-560,-2 2-296,0-2 1592</inkml:trace>
  <inkml:trace contextRef="#ctx0" brushRef="#br0">161591 69128 5553,'0'0'0,"0"0"880,0 0 184,0 0-1064,0 0 1176,0 0 73,0 0 23,0 0-24,0 0-24,0 0-87,0 0-8443,0 0 15668,0 0-7402,0 0-136,0 0-88,0 0-23,0 0-97,0 0-12827,0 0 25030,0 0-12267,0 0-104,0 0-24,0 0-16,0 0-40,0 0-15387,0 3 30398,0-2-15067,-1 2-87,1 0-17,-1 0 8,0 0-8,1 2-208,-1-1 160,0-2-8,0 1-64,0 6 8,0-7 40,0 6-8,1-7-128,-1 0 120,0 2-8,0 6-96,0-7 40,0 1 0,0 0 32,0 2-88,1-2 96,-1 0-72,0 0-24,1-1-40,0 2 72,0-1-8,0-2-24,0 1 40,0 0-24,0 1-32,0-1 8,0 0 8,0 0 64,0-1-64,0 0 48,0 1-48,0-2 16,0 2-32,2-2 40,-2 2 24,1-2-48,0 0 56,-1 0-48,2 0-8,0 0 0,0 0 16,0 0 32,-1 0-48,0 0 40,1-1-24,0 0-64,0 0 24,0 0 24,0 0 16,-1 0-16,0 1 8,1-1-48,0 0-48,1-1 8,-1 1 32,0 0-8,0 0 56,-1 1-112,2-2-96,0 0-128,0 1-104,-1-1-16,1 0-73,-2 1 529,0 1-592,1-1-56,1 0-96,0 0-48,0-1-40,0 1-40,-2 1 872,1-1-977,1 0-95,-1 1-168,0-2-120,0-1-161,0 1-143,-1 1 1664,0 0-1761,1-1 73,0 0 328,0 0 448,0 0 368,0-1 231,-1 2 313,0-1-344,2-1-488,-2-1-1640,-1 4 2472</inkml:trace>
  <inkml:trace contextRef="#ctx0" brushRef="#br0">161705 69093 4640,'0'0'0,"0"0"393,0 0 183,0 0 328,0 0-904,0 0 1256,0 0 361,0 0 63,0 0-16,0 0-47,0 0-153,0 0-10762,0 0 19972,0 0-9434,0 0-135,0 0-113,0 2-88,-1 1-104,0-2-800,1 1 744,-1 1-167,0 5-73,0-5-48,-1 5-80,2-5 16,0 1-392,-1 4 352,1 1-64,0 2-24,-1 1-32,0 0-16,0 0-16,0-8-200,1 4 176,-1 5-72,-1-1-16,2 0 24,-1 1-48,1 1 48,0-10-112,0 6 16,-2 4-40,2-1 24,0 0 0,0 0 0,0-1 24,0-9-24,0 6-56,0 2-104,0 0-72,0-2-144,2 0-176,-2-6-152,1-1 704,1 6-952,-2-6-225,2 1-247,-2 0-224,2 0-353,-2-1-487,0-2 2488,1 2-3089,2-2-256,-1 0 817,0 0 792,0 0 719,-2 0 321,0 0 696,2-2-1832,-2 2 1832</inkml:trace>
  <inkml:trace contextRef="#ctx0" brushRef="#br0">161951 69048 5513,'0'0'0,"0"0"1096,0 0-88,0 0-1008,0 0 1024,0 0 177,0 2 167,0-2 144,0 2-55,2-2-121,-2 3-1336,0-3 1232,2 3-64,-2 0-175,2-1-105,-2 2-152,2 5-96,-2-7-640,0-2 584,2 8-136,-2-5-80,0 8-104,0-8-8,2 9-40,-2-10-216,0-2 193,0 11-33,0-2-104,0 0-16,0 0 16,0 0-32,0-1-24,0-7 24,0 8 48,0 0-112,0 0 0,0 1 24,0-1-144,0-1 160,0-8-272,0 10-337,0-1-455,0 0-504,0 0-593,0 0-831,-2-1 2992,2-7-3865,-3 7 624,0 1 881,0-1 807,0-5 553,-1 7-1376,4-10 2376</inkml:trace>
  <inkml:trace contextRef="#ctx0" brushRef="#br0">161952 69249 8321,'0'0'0,"0"0"1857,0 0-1857,0 0 1320,0-1-144,2 0-8,0-2 9,0 0-81,0-1-120,-1 1-976,0 2 912,2-3-31,0-4-81,0 5-80,0-2-96,5-3-120,-6 6-504,-2 1 448,8-3-72,-6-6-112,6 7-64,-5-7 8,6 7-80,-6-4-128,-2 5 152,7-1-47,-4-6-89,5 6-16,-6-6 56,5 7-16,-7-1-40,0 1 64,7-6-24,-6 5-80,6 0-40,-6 0 16,1-2 24,3 3 40,-4 1-81,1-2-47,-2 1-136,2 1-88,0 0-56,-1 0-8,0 1 416,-1 0-432,-1 0-40,0 0 24,0 2 24,-1 1 72,-1 5 144,0-6 208,2-1-144,-4 7 80,1-7 0,-1 10 40,-4-8 40,5 9 16,0-6-32,2-3 128,-7 6 32,5 0 64,0 0 120,-1 0 136,0 0 104,1-3-584,2-3 648,-2 5 0,0 0-120,0 0-72,0-5-31,0 8-73,3-9-352,0-1 344,0 10-64,0-8-72,0 6-24,2-6 40,1 6 0,-1-7-224,-2-2 184,10 9-8,-8-7-104,6 1 24,-5 0 16,7 0-8,-8-2-104,-1 1 112,10 1-80,-8 0-32,8-1-40,-7 0 40,8 0 24,-6-1-24,-1 0-16,5 1 16,-1-2-112,0 0-144,-1 2-88,0-2-248,-3 0 592,-1 0-872,4 0-305,0 2-575,-1-2-544,2 0-857,-6 2-1256,3-2 4409,-1 0-3513,-3 0 929,1 0 927,0 0 921,0-1-312,-1-1-728,-2 2 1776</inkml:trace>
  <inkml:trace contextRef="#ctx0" brushRef="#br0">160790 72786 7465,'0'0'0,"2"0"1480,-2 0-87,0-1-233,0 0-176,0-1-984,0 2 936,0-2-63,0 0-97,0 0-40,0-1-40,0 0-24,0 0-672,0 3 656,0-3 16,0 0-31,0 0-1,0 1 0,1-1-64,-1 0-576,0 2 488,3 0-48,-1-2-128,0-1-56,1 1-16,0 0-56,5 1-184,-7 1 160,1-2 0,7 0-48,-6 0-15,6 0 23,-6 0-24,7 1-96,-9 1 64,2-2 24,9 0-88,-3 0-32,0 0 88,0 0-56,-2 0 0,-6 3 24,7-3 64,0 0-88,-5 1 0,8 0 56,-8 0-56,4 0 0,-6 2 8,1-1 32,2 0-24,4 0-16,-8 1 40,1 0 0,-1 0-40,0 0 32,0 2 32,0 1-48,0 0 16,-1 5 16,0-6-32,-2 5-16,3-5 32,-4 1 24,0 7-56,-5-7 0,7 8 24,-8-7-24,7 4 0,2-5 16,-8-1 24,6 10-40,-6-9-16,6 8 48,-6-8-8,6 5-24,3-5 40,-8 0-24,5 8-32,-1-8-40,0 6 32,-1-6 48,3 3-24,2-3 32,-3-2 8,1 7-40,1-5-40,1 5 24,0-6 0,0 0 16,0-1 16,2 2 16,0 0-48,1 0-16,0 0 24,6 0 8,-7-1 0,-1-1 40,7 2-24,-4 0-32,7-1-24,-8 0 24,8 0 32,-9-1-16,-1 0 8,10 1 48,-8 1-64,7 0-8,-6 1 40,4-2-8,-5 0-16,-2-1 56,8 2 0,-6 1-16,5-2-24,-6 1 64,6 1 64,-7-2-144,0-1 184,2 2 48,-1 0-72,0 0 8,-2 0-56,0 5-8,0-8-104,0 0 152,0 3-32,-2 5-40,-1-6 8,0 1 32,-5 0-40,6 2-80,1-2 136,-8-1-80,5 1-104,-8 1 48,1 4 0,0-7 48,5 1-48,1-2 56,-6 4-72,0-1-56,1 0-72,1-1-96,0-2-104,4 0 344,2 0-488,-6 0-152,5 0-168,-5 0-65,6-1-127,-1 0-104,2 0 1104,1 1-1224,-2-4-225,1 1-167,1 1-176,1-1-233,0-1-271,0 3 2296,0-1-2289,2-1 513,1 1 528,0 0 463,5 0 209,-6 0-512,0 1 1088,-1 0-2360,-1 1 2360</inkml:trace>
  <inkml:trace contextRef="#ctx0" brushRef="#br0">161114 72929 10834,'0'0'0,"0"0"3000,0 0-3000,0 0 1769,0 0-657,0 0-96,0 0 89,0 0-89,0 2-80,0-2-936,1 0 768,-1 2-160,0-2-120,0 2-112,0-2-136,0 2-95,0-2-145,0 0 88,0 2-48,0-2-16,0 2 0,0 0-88,0-2 64,0 0-137,0 0-215,0 0-256,3 0-264,-3 0-264,0 0-288,0 0 1424,1 0-1777,-1 0-495,3 0-697,-3 0 24,2 0 697,-2 0 624,0 0 1624,2 0-1201,-2-1-1695,0 1 2896</inkml:trace>
  <inkml:trace contextRef="#ctx0" brushRef="#br0">161327 72681 5305,'0'0'0,"0"0"432,0 0-104,0-1 88,0 0 160,0 0-576,0 0 736,0-1 160,0-1 161,0 2 175,0-1 88,0-2 48,0 4-1368,0-1 1337,2-2-137,-2 0-128,0 2-112,0-2-103,0 2-65,0 1-792,0-1 712,0 0-96,2 0-64,-2 1 0,0 0-16,0 0-16,0 1-520,0 1 489,0 2-113,0 5-48,0-5-24,0 7-48,0-3 8,0-5-264,0 5 224,0 4-96,0 0-8,-1 1-56,0-1 24,0 3 16,1-10-104,-1 6 40,0 5-16,0 1-32,0-1-8,0 1 56,0-2 16,1-11-56,-1 7 32,0 3-32,0-1-40,0 1-24,0-1 8,0-2-16,0-8 72,1 5-136,0 1-168,0-6-104,0 7-192,0-7-184,0-1-217,0-1 1001,0 1-1248,0 1-280,0-2-257,0-1-407,2 0-569,0 0-391,-2 0 3152,2-1-2577,0-3 737,0-5 631,0 5 353,0-8-1880,-2 12 2736</inkml:trace>
  <inkml:trace contextRef="#ctx0" brushRef="#br0">161651 72644 3240,'0'0'0,"0"0"2569,0 0-2065,0 0 144,0-1 256,0 0 280,0 0-1184,0 1 1473,0-1 167,0 0-16,0 0-159,0 0-177,0 0-176,0 0-1112,0 1 896,0 0-135,0 0-177,0 0-160,0 0 8,0 0-32,0 0-400,0 0 360,0 2-24,0 1-56,0 6-88,0-8 32,0 9 8,0-8-232,0-2 200,0 13-24,-1-5-32,0 1-64,0 1-7,0 2 7,0-2-80,1-6 64,-1 10-8,-1 4-24,0-1-24,-1 1 8,0 1-16,1-6 0,2-7 56,-3 12-48,1-1-48,0-1-8,-1 0-88,1 0-137,0-6 273,2-5-392,-2 9-208,1 0-224,-1-1-256,1 1-248,0-2-273,0-5 1601,0-3-1920,0 5-249,0-1-271,1-5 63,-1 5 553,1-8 568,0 2 1256,0-1-849,0 1-39,0-2-1896,0 0 2784</inkml:trace>
  <inkml:trace contextRef="#ctx0" brushRef="#br0">161612 72862 7097,'0'0'0,"0"0"1328,0 0-47,-2 0-169,1 0 0,1 0-1112,-1 0 1160,1 0 57,0 0-97,0 0-120,0 0-104,0-1-8,0 0-888,0 1 833,0-1-73,0-1-56,2-1-144,1-1-40,0 0-40,1-1-480,0 0 400,-2 3-88,1-8-64,5 5-48,-6-5 1,6 6-49,-7-1-152,0 0 136,8 1-40,-6-6-72,7 2 16,-7 4 32,8-6-16,-9 8-56,0 0 64,9-8-32,-8 5-32,7-5-16,-7 7 16,6-6 16,-8 8-16,0-1 40,7-2-56,-6 1 0,1 0-8,-1 0-16,0 2 24,-1 1 16,0 0 0,-1 0-56,0 3 32,0 6-16,-1-6 8,0 2 32,-1 0 0,-2 4-40,-5 3 0,5 3 8,-7 2 32,3 3-8,4-11 8,-1 2 24,2 9-24,-6-2-40,6-2 64,-1-1-24,0-2 48,3-8-48,-1 2 80,-1 5-56,2-2-32,0-1 32,0-1 16,1-5 72,0 1-112,0 2 136,0-4 0,0 6 0,2-6-32,0 1 0,1 0-16,-1 1-88,-1 1 72,2-4-32,5 2-24,-5 0-8,5-1 40,-4 0-8,-1-2-40,3 2 24,-3 0-24,8 0-40,-8-2-16,8 2 16,-8-2 0,1 0 40,3 0-144,-4 0-176,9 0-168,-3 0-225,-1 0-167,0 0-136,-5 0 1016,2 0-1208,3 0-265,0 0-303,0 0-456,-5 0-609,8 0-64,-10 0 2905,1 0-2208,10 0 648,-9 0 639,6 0 145,-7 0-1840,-2 0 2616</inkml:trace>
  <inkml:trace contextRef="#ctx0" brushRef="#br0">161998 72933 9746,'0'0'0,"-1"0"5057,0 0-2753,-1 0-1168,0 0-335,2 0-801,-2 0 600,1 0-112,0 0-128,0 0-64,0 0-80,1 0-8,0 0-208,0 0 176,0 0-40,0 0-24,3 0 8,0 0-56,5 0 40,-7 0-104,0 0 64,8-1-64,-7 0 40,7 0-48,-5 0 8,5 0 24,-8 1-24,1-2 24,7 0-64,-6 0 32,6 0-8,-6 0 0,6-2 32,-8 4-16,1-3-24,6 1-72,-6-2 16,7 1 8,-8 0-8,3 1 56,-4 1 24,2-2-56,0 0-32,1 0 48,-1 0-16,-2 0 24,0 0 32,0 3 0,0-3 0,0 0-56,0 0 32,-1 0 32,-3 0-8,1 0 40,3 3-40,-2-3 32,-2-1-48,1 0 40,0 0-8,0 0 8,0-1 24,3 5-48,-3-3 32,0-1-24,0-1 8,0 2 24,0-2-32,0 2 24,3 2-32,-3-3 40,1 0-96,0 0 56,1 0 0,0 0-16,0 0 16,1 4 32,-1-4-8,1 0-48,0 0-8,0 0 64,0 0-8,3 0-24,-3 4 64,3-4 16,0 0-56,5 0 40,-6 0 40,6 0 0,-6-1-104,-2 5 160,8-2 0,-6-2-56,7 1 56,-5 0-16,7 0 16,-8 1-160,-3 1 192,11-2 0,-8 1-71,8 0 15,-8 0 40,8 1-56,-8 0-120,-3 1 192,11-1-24,-8 1-32,8 0 0,-8 0 72,5 2-40,-7 0-168,-1-2 208,9 3 16,-9 0-64,3 5 8,-1-6 72,0 6-24,0-5-216,-2-3 216,0 10 24,0-6-80,0 7 16,0-8 56,0 10-16,0-5-216,0-7 224,0 8-24,-1 0-64,0 0 0,0 0 25,-1 1-1,0-2-160,2-7 168,-1 8-8,-1 0-40,1 0-56,0 0-8,0-1 40,0-1-96,1-6 72,0 7 48,0-4-72,0 7-16,0-8 24,0 7-40,1-9-16,0 0 32,1 2-16,1 5-64,5-6 32,-6 0 80,1 0-48,5 0-16,-6-2 0,1 2 40,8 0-96,-7-2 8,7 2 48,-9-2-32,8 0 32,-9 0 0,3 0 16,7 0-104,-8 0-16,8 0-8,-8 0-128,6 0 240,-7 0-280,1 0-112,6 0-193,-6 0-71,6 0-112,-5 0-104,2 0 872,-3 0-1048,0 0-177,6 0-231,-7 0-328,6 0-361,-6 0-559,4 2 2704,-4-2-3417,0 0 272,1 2 849,0-2 815,0 2 801,0-2 248,0 2 432,-3-2-672,2 0-1568,-2 0 2240</inkml:trace>
  <inkml:trace contextRef="#ctx0" brushRef="#br0">159897 73027 9386,'0'0'0,"0"0"2336,0 0-344,-1 0-1992,1 0 1569,-1-1-185,0 0-80,1 0-71,0 0-65,0 0-112,0-1-1056,0 2 920,0-2-80,0 1-207,0 0-81,0 0-8,0 0-168,0 0-376,0 1 408,0-1-40,0 0-136,0 0 8,0 0-24,0 0 16,0 0-232,0 1 240,2-1-24,0 0-88,0 0-96,1 0 16,0-1 24,-1 1-72,-1 1 72,8-2 32,-7 0-88,6-1-48,-6 2 16,8-2 16,-7 2 0,-3 1 32,12-3 40,-10-1-72,10 1-72,-10 0 16,10 0-64,-10 1 120,-1 1-88,10-2-16,-8 1-216,8 0-104,-8 0-96,8 0-144,-9 1 664,-1 0-776,10-1-144,-8 0-289,8 0-279,-7 1-192,6 0-321,-8 0 2001,-1 1-2376,8-1-345,-6 0-95,6 1 655,-7 0 689,6 0 584,-7 0 888,0 0-681,2 0-863,-1 0-776,-2 0 2320</inkml:trace>
  <inkml:trace contextRef="#ctx0" brushRef="#br0">159940 73096 7457,'0'0'0,"-1"0"1392,0 0 257,-1 0-17,0 0 40,0 0-111,-1 0-145,2 0-1416,-1 0 1336,-1 0-167,1 0-113,0 0-80,-1 0-104,1 0-64,1 0-808,0 0 761,-1 0-145,0 0-104,0 0-32,0 0-112,0 0-32,1 0-336,0 0 288,0 0-128,0 0-32,0 0 0,0 0-24,0 0 40,1 0-144,0 0 144,0 0-40,0 0 16,0 0-32,0 0 0,3 0 0,-2 0-88,1 0 88,1 0-64,0 0 24,0-1-64,6 1 32,-7 0 24,1 0-40,2 0 32,-2-1-16,8 1 0,-8 0-16,8 0 16,-8-1-8,2 1-8,1 0 32,-2 0-64,7-1-56,-8 1-16,9-1-8,-4 0-48,-5 0 160,2 1-296,3-1-168,0 0-208,1-1-208,-1 2-160,0-1-273,-7 0 1313,1 1-1664,9-2-416,-8 0-585,8-1-728,-8 0 105,7-1 799,-9 3 2489,1-1-1680,7-2 719,-7-4 113,1 5-1952,-3 3 2800</inkml:trace>
  <inkml:trace contextRef="#ctx0" brushRef="#br0">159986 72884 15955,'0'0'0,"-1"-1"2785,0 1-1081,-1 0-312,1 0-1392,0 0 1216,-1 0-103,0 0-129,0 0-104,-1 0-104,2 0-120,0 0-656,-1 0 472,1 0-103,-2 0-89,2 0-64,-1 2 8,1-2-72,1 1-152,-1 0 104,0-1-64,0 2-24,0 0 0,1 0 16,0 0 0,0-1-32,0 0-16,0 1-104,0 0-184,0 0-216,0 0-329,2 1-439,-1-3 1288,1 2-1848,1-2-881,0 1-1360,1-1-912,-1 2 1088,0-2 1081,-3 0 2832,2 0-1713,1 0 657,-1 0-1520,-2 0 2576</inkml:trace>
  <inkml:trace contextRef="#ctx0" brushRef="#br0">158782 68972 9177,'0'0'0,"-1"0"2769,0-1-905,-1 0-695,0-1-513,0 1-304,0 1-112,0 0-240,2 0 232,-1 0 32,0 4-24,0 4-32,0-5-16,1 9-8,0-5-184,0-4 184,0 11-16,0 7-48,0 7 24,2 4-24,0 1 24,-2-8-144,0-14 168,2 23-39,-2-1-17,2-1-40,-2 1 40,2 2-8,0-12-104,-2-12 128,0 26-16,0-2-56,0 2-8,2-1 8,-2 1-8,0-13-48,0-11 56,0 25 48,0-1-80,0-2 64,0 1-16,0-3-24,0-11-48,0-10 88,0 19-64,2-1-24,-2-5-8,2-4 48,0-1-16,-2-9-24,0-5 32,2 12 0,1-4-32,0-3-16,0-1 32,5-2 32,-8-6-48,0-1 48,3 8 56,1-7-64,6 1-16,-8 0 64,9-2-16,-6-1-72,-2 0 152,6 0 32,0 0-32,2 0 40,1-4 0,4 1 48,-8-1-240,-1 0 232,10 1-64,1-7-24,2 7-24,0-5 0,-2 6 16,-8 0-136,-2 1 120,10-2-16,1 0-48,0 0 8,0 0-8,0 2 8,-8 0-64,-1 1 80,13 0-40,1 0-8,1 0-24,0 0 40,1 0 16,-13 1-64,-1 0 41,14 2 79,3 0-24,-2 0-56,0 0 56,-1 0-80,-12-2-16,-1 1 0,18 1-16,0 0-24,-1-1 16,4 0 24,-1-2 8,-16 0-8,1 0 40,17 0-40,-1 0-24,-2-3 40,4-5-8,-1 4 8,-19 0-16,3-2 40,18 3-24,-2-7 8,-1 1 32,2 0 0,-2 1 16,-18 4-72,4-2 80,15-3 32,0-2-8,0 1 48,-1 0 32,1 0-16,-18 5-168,4-2 192,14-3-8,0 0-72,-2-1 16,0 2-16,0 0-24,-19 6-88,5-2 96,13-3-8,1 4-64,-1-6 48,-1 7 56,1 1-40,-20 0-88,5 0 112,13 0 48,0 0-72,-1 1-16,0 0 16,-1 1-48,-17 0-40,6 0 72,11 0-32,3 0-64,-1 0 8,-2 0 16,2 2 56,-20-1-56,6 0 48,12-1-48,0 2-16,0 1-32,1-2 80,-1 1 16,-18 0-48,8-1 24,12 3-40,-1-3 8,1 1-24,1 1 48,-2 0 56,-19-3-72,9 2 40,11 0-24,0 1-48,-1-1-8,1 1 40,0-1 32,-20-2-32,11 2 24,10 1-24,-1 0-40,1-1 24,-3 1 32,0-1 8,-18-1-24,9 0 32,9 1-72,0 1-8,2-1 24,-2 0 48,1 0 64,-19-2-88,11 0 72,7 2-40,2-2-48,-2 0-32,0 0 80,1 2 0,-21-2-32,12 0 56,8 0-56,0 0-56,-1 2 40,-2-2 16,3 0 40,-22 0-40,16 0 16,4 0-32,1 2 8,-2-2-8,-2 2 56,1 0-40,-20-1 0,15-2 32,4 3-64,3 1 16,-2-1 48,-3 2-16,2-2 0,-17-1-16,12 0 16,5 3-48,1-3 0,-1 2 48,0-1 0,0 0 0,-18-2-16,13 1 24,5-1-48,1 3-8,-2-3 48,0 0 0,1 0 40,-20 0-56,13 0 56,4 0-72,1 0-24,2 0 8,-1 0 64,0 0 24,-18-1-56,13 1 32,3-2-64,-1 1 8,-2 0 8,0-1 32,1 0 8,-15 1-24,11-1 0,3 0-56,0 0 72,1 0-16,-3 1 16,0-3 40,-13 4-56,11-3-16,2 0 0,1 0-8,-4 0 32,2 0 40,-1-1-8,-11 3-40,7-2 48,3 0-80,-1 0-8,0-1-48,-2 1 32,2 0-8,-10 3 64,7-3-16,-5 0 16,8 1 0,-8 0 16,6 0 16,-7 0-16,-2 1-16,8 0 24,-6-1-24,0 1-8,1-1 32,5 0-8,-8 0 24,0 1-40,2 0 48,0-2-48,1 1 56,-1-2-24,-1 1-32,1 1 32,-1 1-32,1-2-16,-1-1 40,-1-4 24,3 5-16,-3-7-8,2 2-48,-2 7 24,0-7-16,2-1-48,-2-3 56,0-2 16,0-3-8,0-2 48,0 18-48,0-21 40,-1 0-48,0 1 16,-1-1 40,-1 1-80,3 0 104,-1 21-72,1-19 16,-2 2-72,2 0 72,-1 1-48,1-1 80,-1 1-8,1 16-40,-1-16 48,1 1-80,0 0-16,0-2 96,0 1-64,0 0 72,0 16-56,0-16 48,0-1-120,0 2 56,0-1-16,0 1 32,0 0 0,0 15 48,0-15-8,2 0-64,-2-1-8,3 1-56,-2 0 32,2 0 56,-3 15-16,0-14 0,2 1 16,-2-1-48,0 1-8,0 1 40,0 1 16,0 10 0,0-11 48,0 0-64,0 1-40,0 2 64,0 0-8,0 1 0,0 7 32,0-8 40,-1-1-88,0 2-24,-2-1 112,2 1-56,-1 5-16,1 3 72,-1-12 48,1 4-136,-3 5 0,1-6 16,0 6 0,1-5 0,1 7 0,-2-2 56,0-6-56,-1 6-24,0-2 80,-4 2-72,5-1 16,3 3 32,-4-3 0,-4 1-80,5-2 48,-7 2-16,6-1 16,-5 2 0,8 1 16,-4-2 0,-5 0 32,2 0-112,0 0 48,0-1 48,-1 1-32,8 2 0,-10-2 72,-1 0-72,1 0-24,-1 0 48,-2-1-24,2 2 0,10 1 32,-11-2 8,0 0-96,-1 0 40,-1 1-8,0 0 64,3 0-40,9 2 32,-12-3 40,0 2-40,-1-1-80,0 0 112,0 1-56,2 1-8,11 0 0,-14 0 49,-3 0-65,0 0-41,-2 0 114,0 0-25,4 0-32,13 0 56,-16 0 32,1 0-88,0 0 0,0 0 0,1 0 16,3 0-16,12 0 48,-18 0 8,-1 0-8,2 0-64,1 0 64,-2 0-48,6 0 0,11 0 0,-16 0 40,-2 0-56,0-2 0,0 2 32,0-1 48,6 1-64,11 0 24,-18 0 40,1-1-32,0 1-16,0 0-8,-3 0 56,9 0-64,10 0 88,-17 0 0,-3 0 8,-1 0-40,-1 0 8,-2 0 8,12 0-72,11 0 120,-21 0-40,2 0-24,0 0-24,0 0 16,-1 0-16,9 0-32,11 0 16,-20 0 40,2 0-56,-1 0 0,-1 0 80,1 0-48,9 0-32,10 0 72,-20 0 24,1 0-88,1-1 8,-1 0-16,0 1 48,9-1-48,9 1 64,-18-1-24,-3-1-40,-1 1-40,-1 0 40,1 0 32,11 1-32,10-1 56,-21 0 8,1 0-16,1-1-80,-2 1 16,0-1 48,12 2-32,7-1-16,-19 0 64,0-1-32,0 1-48,-1-1 72,1 1 8,12 0-48,8 0 80,-19 0-8,0 0-72,-1 0 0,2 0 0,-1 0 32,12 0-32,6 1 64,-18-1-32,0 0-32,2 1 0,0 0 32,-2 0-16,13 0-16,5 0 72,-17 0-72,1 0-8,0 2-24,0 0 64,-1 0-8,12-1-24,5 0 32,-18 1-32,1 1-48,0 0 64,-1-1 0,3 1 48,12-2-64,2 0 32,-15 1 32,1 0-64,0 0-16,-2 1 48,2-2-64,12-1 32,2 0 48,-16 0-16,1 0-24,2 0-16,0 0 8,0 0 56,12 0-56,1 0 32,-14-2 16,2-1-144,0 1-8,-1 0 24,2 0 16,11 1 64,1 0 64,-12-1-64,0 0-16,0 1 32,0 0 32,1 1-32,11 0-16,0 0 80,-8 0-72,-2 0-32,0 0 48,1 0-8,0 0-16,11 0 0,-1 0 48,-9 0 16,-1 0-96,0 0 64,-1 2-16,1-2-64,12 1 48,-2 0 48,-8-1-64,-1 2-16,1-2 48,-1 2 16,1 0-32,11-2 0,-1 0 64,-10 2-48,1-2-128,-1 2 64,1-2-24,-1 0 24,12 0 48,-3 0 16,-9 0-16,1 0-16,0 0 0,-1 0 16,4 0-48,8 0 48,-2-1-96,-6 0-104,1-1-184,-1 0-152,2 1-192,3 0-193,6 1 921,-2-1-1160,-3 0-288,1 0-416,4 1-617,-6 0-1032,6 0-1208,1 0 4721,-2 0-3865,2 0 1025,-7 0 1087,8 0 1065,-8-1 72,7-2 24,2 2 592,-2-1-616,0-7-48,1 6-520,2 3 1184</inkml:trace>
  <inkml:trace contextRef="#ctx0" brushRef="#br0">159972 59956 8769,'0'0'0,"0"0"1993,0 0-697,0 0-496,0 0-232,0 0-72,0 0 25,0 0-521,0 0 560,0 0 24,0 2 0,0 1-40,0 0-8,0 7-16,0-8-520,0-1 464,0 13-72,0-3-71,0 7-57,0 6-8,0 5-32,-1-11-224,1-2 216,0 19-80,0-1-40,-1 1-16,0 0-8,1 2 8,0-16-80,0-2 48,0 21-24,-1-1-24,1-2 16,0 3-8,0-2 16,0-19-24,0-1 32,-1 18-8,1-2 0,-1-4 40,1-1 48,0-2 40,0-15-152,0 1 288,0 13-8,0-3-16,0 0-32,0-4-88,2 1-48,-1-12-96,0 1 112,1 8-32,-2-2-40,2 0 56,0-1-8,-2 0-8,1-9-80,0 2 112,-1 6-24,2-2-48,-2 0 56,2-2-56,-2-1 32,1-6-72,0 0 64,-1 9 0,2-9-32,-2 7 8,2-6 25,0 5-49,-1-7-16,0 0 72,1 7-32,0-6-32,0 6 64,0-6 8,0 1-16,-1-2-64,0 1 88,2 6-24,6-6-32,-6 1 48,5 6-8,-4-7 32,0 2-104,3 0 96,4-1-56,1 5 8,2-6-40,2 6 48,-1-6 16,-8-1-72,4 1 72,7 7-8,1-7-32,1 1 24,0 0 8,0 0 24,-12-2-88,6 0 136,9 1-64,-2 0-32,0 0 16,2 0-40,1-2 112,-15 0-128,6 0 112,11 0-40,0 0-32,1 0-40,-2 0 56,3 0 32,-18 0-88,10 0 72,10 0-16,1 0-56,-1 0-16,-2 0 48,0 0 32,-20 0-64,11 0 64,8 0-40,1 2-64,-1 0 40,0 2-16,1 4 48,-20-8-32,11 3 40,9 6-72,0-6-8,-1 7 24,-1-7 16,3 6 56,-22-9-56,12 2 56,8 1-56,0 0-8,-2 0 8,0-1-16,-1 0 40,-17-2-24,11 0 48,5 0-48,0 0-16,-1 0 32,-4 0 8,1-1 48,-15 1-72,9-1 88,4 0-48,2-1 8,-1-1 64,0 0 8,0 0 48,-13 2-168,9-2 160,3-1-56,0 0 0,0 0-8,1 0 40,1-4 8,-15 7-144,9-1 104,3-2-72,-1-6 8,1 8-8,1-8 24,-2 7 32,-12 1-88,7-5 32,3 4 0,1-1-24,-3-4-8,2 6 96,-1-1-72,-10 2-24,7-2-16,1 0 32,0 0-72,-1 0 40,0 0 64,-6 1-40,0 1-8,5-1 49,-4 1-33,5 0-16,-6 0 0,6-1 16,-6 1 24,-2 0-40,7 0 32,-6 0-64,6-1 48,-6 1-16,1 0 16,5-2 40,-7 3-56,0-1 32,2-1-64,0 1 32,1 0 32,-2-1-32,2 1 56,-4 0-56,3-1 32,-1 0-32,-1 0 16,2 0 16,-1 0 8,0 0 24,-2 2-64,2-2 56,0 0-56,0 0 0,-2 0 16,2 0-32,-2 0 96,0 2-80,2-2 40,-2 0-56,2 0 32,-2 0-16,2-1-24,-2 0 32,0 2-8,2-1 32,-2-1-64,2 0 32,-2 0 32,2-1-32,-2-5 32,0 8-32,2-2 72,-2-8-128,2 2 56,-2-2 16,2-2-64,-2-4 80,0 16-32,2-18 32,-2 0-48,0-1 0,2 0 16,-2-1 32,2-1-32,-2 21 0,0-21 40,2 0-56,-2-2 0,2 0 32,0 1-16,0 0 48,-2 22-48,3-23-16,0 1-56,0 1 8,0-2 8,5 1 56,-6 1 0,-2 22 24,3-23-24,0 2-8,5 0-8,-6 0 32,0 0-8,1-1-8,-3 22 32,3-20 16,0 0-96,-1 0 48,0-1 0,0 1-32,-2 0 32,0 20 48,2-21-16,-2 2-80,0 0 32,0 1 16,0 1 0,-1 1 0,1 15 16,-2-13 0,-1-2-64,1 3 40,-1-1 16,0 0 8,0 1-16,3 12 48,-3-10 0,-1-1-80,3 1 0,-2 2 32,1-1 0,-1 1 0,3 8 16,-4-9 0,1-1-48,0 1 0,0 0 32,0 0 48,1 1-48,1 8 16,-2-9 16,0 0-48,0 0-16,0-1 64,-1 1-8,0 2-24,4 7 0,-4-7 48,-5 0-80,6 4-8,-5-6 80,5 7-24,-4-5-16,6 7 48,-2-2-8,-7-1-64,6-5-8,-6 8 32,2-2 32,2-1-32,4 3 0,-8-3 40,0 0-80,-1 0-40,1 0 96,-2 0 16,1 1-32,9 2 48,-12-2-8,-2 1-56,0 0-40,-2 0 56,0 0 0,4 0 0,11 2 0,-15-1 40,-2 0-48,-2 0-24,0 1 88,-2 0-72,4 0 16,16 0 0,-22 0 48,-1 0-96,0 0 40,-2 0 64,2 0-40,6 0-16,15 0 32,-22 2-8,1-2-32,-3 2-24,-2-2 64,0 2-8,8-2-24,17 0 32,-23 2 0,0-2-48,-1 0-16,1 0 48,-2 0 0,9 0-16,16 0 88,-24 0 24,0-1-40,-2 0-56,0 0 32,2 0-8,9 0-40,14 0 16,-23 0 48,1-1-64,1 1-32,-1 0 96,2 0-40,8 1-24,13 0 64,-23 0-16,2 0-64,0 0-32,-1 0 16,2 0 16,7 0 16,13 0 32,-20 0-32,0 0 32,0 2-64,2-2 16,0 2 32,9-2-16,9 0 32,-17 2 32,1 0-80,-1-2 0,3 2-16,-3-2 32,9 1 0,9 0 16,-13-1 16,-1 2-64,0 0-32,1-2 24,2 2-24,6-2 64,5 0-48,-9 2-72,-2-2-136,1 2-104,1-2-104,0 2-113,6-2 577,5 0-648,-10 2-160,0-2-192,1 0-240,0 2-193,-1-2-319,7 1 1752,3 0-2329,-9-1-1015,2 2-873,0-2 704,-1 2 1065,0-2 1047,4 0 1401,3 0-544,-8 0 120,-2 0-32,0 2-16,0-2-72,0 2-144,7 0 688,2-2-440,6 0 440</inkml:trace>
  <inkml:trace contextRef="#ctx0" brushRef="#br0">158590 72690 11890,'0'0'0,"-1"0"3537,-1-1-1817,-1 0-1720,3 1 1040,-4-2-343,-1 1-249,2 0-48,-2 0-64,1 0-64,3 1-272,-1 0 296,-1 0-144,0 0-112,2 0 24,0 2-24,1 1 8,0 1-48,0 1 64,0-2-80,2 9 16,1-2-8,6 2 32,-1 5 24,-2-5-48,-1 0 0,6 16 64,1 5-32,-1-1 40,0 1-56,-1-1-32,-5-17 16,0 1-72,5 14-24,-1 1-16,-1-1 8,-5 3 56,8-3 96,-7-14-48,0 1 128,4 15-40,0-2-8,-5 3-64,0-1-8,5 4-8,-8-21 0,0 5 56,3 13-56,0-2 0,-3-2 24,0 0 16,0 0 8,0-17-48,0 4 0,0 12-24,0-2-32,0-5 32,0 1 80,0-2 16,0-13-72,0 5 136,0 5-24,0 0-8,0-1 24,0 0-48,0 0 24,0-10-104,0 2 120,0 7-24,2-3 24,-2 0 24,0-2-40,1-1 56,0-5-160,0 0 144,2 6-48,-1-1 16,1-1-24,0 1 0,5 0 17,-7-8-105,0 1 120,7 10-48,-6-4-16,8 0-8,-2 1 64,0-1 0,-4-7-112,2 1 120,6 10-24,0-4-112,1-5 64,3 6-8,0-6 24,-9 0-64,5 3 112,9-5-56,2 2-40,0 0 48,2 5-32,-1-8 40,-16 1-72,9 2 64,9-1-64,0 0 0,1-2 0,2 2 0,1 0 32,-21-2-32,13 2 40,9-2-40,1 2-32,-1-2-8,1 0 72,-2 0 24,-21 0-56,13 0 64,10 0-16,1-1-64,1 0 0,-3-1-8,2 0 64,-23 1-40,16-1 0,8-1-32,1-1 24,-2-4-8,1 6 72,1-2-32,-26 2-24,16-4 48,11 3-80,0-1 8,0 0 32,-1-6 24,0 8 8,-28 1-40,19-1 16,9-2-16,-1 1-40,1 0 40,0 0 24,0 0 16,-27 2-40,21-2 16,8 2-40,1-2-8,-3 2-8,-1-2 56,2 0 8,-28 3-24,18-1 0,9-1-24,1 0-8,0-2-8,-1 3 64,-1-1 8,-27 1-32,21-2 0,7 1-16,0 0-40,-1-1 40,0 2 32,-2-1 40,-26 2-56,21-1 88,7 0-48,0 0 40,-1 0 8,0 0 24,-2 0-16,-25 1-96,22-1 88,4 0-32,0 1-32,3 0 48,-3 0-56,2-1 80,-29 1-96,23-1 48,6 0-120,-2-1 40,0-1-8,1 1-16,-1-1 128,-27 3-72,23-3 72,5-1-88,0 0 56,2 0-40,-2 0 16,1-4 0,-31 7-16,25 0 40,3-3-40,1-4-16,-2 4 48,1 0-16,1-4-16,-30 8 0,28-2 40,2-2-72,-1 0 8,-1 0 96,1-4-88,-2 5 72,-26 3-56,25-4 56,1 0-96,0 0 24,-2-4-24,2 6-8,0-1 96,-27 3-48,25-4 16,1 0-16,0 1 8,-1 0-32,-3 2 40,0-2 40,-22 3-56,18-2 40,3 2-80,0-1-8,0 0 40,-2 0-8,1-1 40,-21 2-24,20-1 72,-2 0-88,1 1 8,-1 0 48,-2 0-72,-1 0 48,-15 0-16,13 0 0,1 0-24,1 0 24,-3 0-16,0 0 40,0 0 24,-13 0-48,11 0 0,1 0 0,0 0-32,-1 0 16,-2 0 32,0 0 0,-9 0-16,9 0 32,-6 0-64,9 0 16,-9 0 48,8 0-48,-8 0 16,-3 0 16,11 0 24,-8 0-80,6 0 40,-7 0 40,1 0 16,0 0-56,-3 0 56,8 0-24,-6 0-72,1 0-8,-1 0 64,0-1 16,0 0-32,-2 1 40,2-1-8,0 0-32,0 0 0,0 0 40,0 0-24,0 1-16,-2-1 56,2-1-16,0-1-40,0-1 32,-2-4 0,0 4-24,0-6-8,0 9 32,0-10 0,0-5-8,0-3 24,0-3 32,2-5-8,-2-1-72,0 25 16,2-27 32,-2-1-48,3 0-48,-2 0 96,1 1-48,1 3 0,-3 23 0,3-26 40,1-1-128,-2 1 104,6 0 16,-5 0-32,-2 7 0,0 19 40,1-21-8,1-2-80,0 1 48,0 0 48,0-1-32,0 4-16,-3 19-16,2-22 16,0 0-72,0 1 8,0 0 96,0 2-48,-2 1 16,0 18 16,2-19 16,-2-1-48,0 1-16,2 0 48,-2 1-32,0 4 16,0 15 16,0-19 32,0 2-64,0 1 16,0-2 0,0 0 0,-1 6 0,1 11 16,-1-10-16,0 6 0,0-5-1408,0-1 48,-2-2 39,1 8 1321,-4-3-1264,4-3 1304,-1 2-40,-1 2 0,0-1 16,-5 3-16,5 1 0,3 5 40,-10-2 8,3-6-56,0 2-8,0 4 40,-1-6-24,3 8 0,4 1 56,-8-8-16,1 5-32,-1-4-16,0 4 8,-1 1 48,4-4-48,4 5 40,-7-1 16,-2-1 8,-1-4-80,0 5 8,-2-1 56,5 1-48,6 2 64,-10-3 32,-1 0 8,0 0-64,-3 0 40,1 1-16,4 1-64,6 1 96,-13-2-32,-2 0-64,0 1-16,0 0 16,-2 1-8,7 0 8,9 1 48,-18-1-16,0 1-32,-3 0 24,2 0-24,2 0 16,7 0-16,9 0 8,-18 0-32,-2 0-40,0 0-8,-1 2 32,2-2 16,10 1 24,8 0-8,-16-1 8,-2 0-80,0 2-40,1-2 80,0 0 40,9 2 0,8-1 64,-17 1 32,-1-2-96,-1 2-16,0-2 16,1 2-16,9-2 16,8 0 56,-20 0 8,0 2-64,2-2 0,-1 0 40,0 0-40,12 0 0,5 0 24,-18 0 48,-3 0-128,2 2 32,0-2 32,0 2 8,13-2-16,6 0 56,-18 2-48,-1-2-16,0 2-32,0-2 40,1 2 24,11-1-24,6 0 40,-18 1-24,-2-2-16,1 2-16,0-2 56,2 2 0,13-1-40,4 0 40,-18 1-16,1 1-48,-2-1 0,-1 1 48,1 0 16,15-1-40,2-1 64,-14 2 48,-1 0-56,0 5 8,-1-5 0,2-1-24,13 0-40,3 0 56,-16 0-24,0 2-24,-1-1 24,1 5 33,-1-6 15,15-1-80,2 1 72,-15 6-48,0-6-24,1 1 16,0 5 24,-1-6 24,15 0-64,0-1 88,-14 2-64,-2 5-80,2-6 56,1 0 40,0 1 16,15-2-56,-1 1 112,-12-1-88,-2 1-32,2-2-8,-1 0 40,1 0 32,14 0-56,-2 0 40,-11 0 0,0 0-48,1 0-8,-3-1 56,1 0 0,13 1-40,0-1 56,-13-1 0,3 0-56,1-1 24,-2 0 24,3 0-24,11 2-24,-3-1 80,-9 0-32,1 0-48,-1-1 24,0 0 8,-1-1 32,14 2-64,-5 0 56,-8-2-24,1 1-24,-1 0 24,1 1 24,1 1-16,11 0-40,-4 1 40,-10 0 8,2 0-64,-1 0 16,1 0 16,0 2-32,13-1 16,-5 0 16,-9 1 8,2 0-64,-1-2 40,1 2 0,2-2 24,11 0-24,-6 0 72,-6 2-72,-1-2-16,2 0-8,0 0 8,2 0 56,9 0-40,-5 0 32,-4 0 8,-2 0-80,2 0 40,0 0 24,0 2-32,10-2 8,-4 0 24,-6 0-40,1 0-64,-1 2 80,1-2-40,0 0-72,10 0 112,-4 0-144,-4 2-184,0-2-152,3 2-57,0-2-79,0 0-88,6 0 704,-2 0-728,-3 0-112,3 0-96,-3 0-33,4 0-39,1 0-40,1 0 1048,-1 0-1088,-1 0-128,0 0-161,1 0-207,0 0-280,0 0-257,2 0 2121,-1 0-2120,0 2 2120,0-2 0,1 0-1057,0 2 385,0-2 376,1 0 296,-1 2-24,0-2-600,0 2-272,0-2-568,1 0 1464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dev"/>
          <inkml:channel name="Y" type="integer" min="-2.14748E9" max="2.14748E9" units="dev"/>
          <inkml:channel name="F" type="integer" max="32767" units="dev"/>
        </inkml:traceFormat>
        <inkml:channelProperties>
          <inkml:channelProperty channel="X" name="resolution" value="1000" units="1/dev"/>
          <inkml:channelProperty channel="Y" name="resolution" value="1000" units="1/dev"/>
          <inkml:channelProperty channel="F" name="resolution" value="0" units="1/dev"/>
        </inkml:channelProperties>
      </inkml:inkSource>
      <inkml:timestamp xml:id="ts0" timeString="2025-12-04T06:34:59.55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19093 118198 2376,'0'0'0,"0"0"1200,0 0-816,0 0-384,0 0 256,0 0-56,0 0-40,0 0-15,0 0 55,0 0 80,0 0-1521,0 0 2834,0 0-1137,0 0 16,0 0 8,0 0 16,0 0-40,0 0-4409,0 0 8346,0 0-3977,0 0-40,0 0 25,0 1 15,0-1 8,0 1-424,0 0 432,0 0-24,0 5-64,0-5 0,0 5 8,0-4-24,0 2-328,0-1 336,0 2-8,-1 2 16,0 0 56,1 1 65,0 1 47,-1-4-512,1 0 504,-1 5-40,1 0-40,-1-1-24,0 0-8,0 1-8,1-6-384,-1 1 352,1 6-16,0 0-96,-1-1 33,0 1-25,1-1-40,-1-5-208,1 1 232,0 5-40,-1 0-104,1 1 24,0 0-8,-1-1-16,0-6-88,1 2 176,0 5-32,-1 0-24,1 1 40,-1 2-16,0 0-16,0-9-128,1 2 200,-1 6-80,0 0-16,1 2 8,-1 0-32,0 1 8,1-10-88,-1 4 104,0 7-72,0-1-24,1 0 48,-1 1-32,0-1 56,1-10-80,0 3 48,0 8-48,-1-1-24,1-1 8,0 0-8,0-1 8,0-9 16,0 2 32,0 6-48,0-1 0,0 0 32,1 0-32,-1-1 72,0-8-56,1 4 56,-1 5-16,1-1-40,-1 0 8,0 1 32,1-1 40,-1-8-80,0 5 80,0 5-32,0-1-48,0 1 32,0-1 8,0 0 48,0-9-88,0 4 144,0 5-48,0-1 0,0 1 32,0-2-32,0 1 64,0-8-160,0 4 136,0 2-80,0 1 25,0 0-81,0 0 40,0 0-8,0-8-32,0 5 48,0 2-16,0 1-24,0-1 8,0 1 0,0-1 24,0-7-40,0 3 24,0 4-24,2 1 16,-2-1 0,0 0 8,0 1 32,0-8-56,0 4 24,0 4-32,0-2 8,0 0 8,0 1 32,0-1 32,0-6-72,0 3 0,1 4-24,-1-1-8,0 0 32,1 0 40,-1-2-40,0-5 0,0 5 32,1 1-64,-1 0-8,2 0 72,-2 0-48,1-1 40,-1-5-24,0 4 40,1 1-80,-1 0 16,0 1 8,1 0 48,-1 0 32,0-7-64,2 6 40,-2 2-64,0-1-16,1 1 8,-1 1 32,0-1 16,0-8-16,0 7-16,1 1 72,-1 0 0,0-1 16,2 1 32,-2-1-72,0-6-32,0 4-32,0 3 8,0-1-8,0-1 32,0 2 48,0-2 0,0-6-48,0 6 0,0 1-40,2-1 16,-2 1-8,0-1 64,0 1 32,0-7-64,0 6 48,0 0-48,0 0-16,0 0 32,0 1-32,0-1 56,0-6-40,0 6 16,0 0-56,0 0 8,0 1 32,0 0 0,0 0 40,0-7-40,0 6 32,0 1-64,0 0 32,0 0 0,0 0 16,1-1 0,-1-5-16,0 4 24,0 1-64,0 1 0,0-1 40,0 0-16,0 0 56,0-6-40,0 5 40,0 1-48,0 1 8,0-2 24,0 1-48,0 0 64,0-7-40,1 7 40,-1 0-80,0 0 40,0 0-32,0 0 24,0 0 48,0-6-40,0 5 136,0 1-48,2 0-24,-2-1 24,0 2-120,0-1 72,0-7-40,0 7 32,0 1-16,0-1-8,0 0 24,0 0-48,0 1 56,0-8-40,0 7 32,0 0-48,2 1 32,-2 0-16,0-1 0,0 0 40,0-7-40,0 8 16,0-1-32,0 0-8,0 1 8,0-1 16,0 1 24,0-8-24,0 8 32,0-1-64,0 1 8,1 0 8,-1-1 16,0 0 0,0-6 16,0 6-48,0-2-8,0 0 0,0 1 8,1-1 8,-1-1 24,0-4 0,0 2-56,0 5-96,0-5-16,0 4-64,0-5-56,0 1 288,0-2-368,0 5-129,0-5-183,0 1-208,0 0-232,0-1-304,0 0 1424,0 0-1873,0 0-583,0 0-601,0-1-192,0-1 857,0-4 831,0 2 1561,0 3-848,-2-5 448,0-1-184,1-5-472,-4-5-272,5 17 1328</inkml:trace>
  <inkml:trace contextRef="#ctx0" brushRef="#br0">19089 118158 4656,'0'0'0,"0"-1"185,0 1-105,0 0-48,0 0 0,0 0-16,0 0 16,0 0-32,0 0 40,0 0-24,0 0 32,0 0 24,0 0 40,0 0 128,0 0-768,0 0 1400,0 0-448,0 0 104,1 0 56,-1 0 64,1 0 96,-1 0-744,0 0 801,1 0-25,-1 0 8,1 0-16,-1 0 0,2 0-768,-2 0 808,0 0 1,1 0-105,-1 0-40,1 0-88,-1 0-64,1 0-512,-1 0 512,0 0-48,2 0-72,-2 1-8,1-1-7,-1 2-25,1-2-352,-1 0 384,0 1-48,1-1-96,-1 1-16,2 0-8,-1 1-64,0 0-152,-1-2 224,1 2-72,1-1-48,-1 1 0,1 0 0,-1 0 24,1-1-128,-2-1 184,6 2-40,-5 0-16,4 0 0,-3 0-8,5 0 64,-5-1-184,-2 0 176,7 0 40,-5 1-72,6 0-8,-3 0 24,1 0-31,-2-1-129,-3 0 160,5 1-40,1-1-64,1 5-32,-1-5 64,1 5-48,-1-4-40,-6-2 96,7 5-16,2 0-64,-1 1 0,0-1 24,0 0 0,-2-1-40,-6-3 40,9 4 32,0 0-88,-1 0 16,1-1 40,0 1-8,-1-3-32,-8-2 40,8 7-16,0-5-88,2 5 8,0-6 56,-1 6 0,-1-5 0,-7-2 40,8 5-24,3-3-64,-1 4 24,0-4 24,0 4 24,-3-5-24,-7 0 16,9 5 16,1-4-8,-1 4-48,0-4 72,2 5-72,-3-5 24,-8-2 0,12 7 40,-2-6-56,0 5 16,0-4 16,1 3-40,-4-3 24,-6-2 24,8 6-24,1-4-24,1 4-16,0-4 8,1 4 48,-4-4-16,-7-2 0,11 6 40,0-4-24,1 5-16,-2-5-16,1 5 72,-4-6-56,-6-1 56,10 8-16,-1-4 32,1 2-112,-1 0 24,1 1 56,-4-3-40,-6-2-16,10 4 88,0 2-56,-1-1-72,3 0 40,0 1-8,-5-3 24,-6-2 24,10 5-40,1 1 16,-1 0-40,0-2 40,0 2 16,-5-4-16,-5-3 64,10 5 8,-1 1-56,2 0 8,0-1 24,-1 1 32,-5-2-80,-5-3 88,12 6-24,-1 1-8,-1-1-40,0 1 40,0 0 32,-5-4-88,-5-3 64,11 6 24,-1 1-48,1-1-24,-1 0 16,0 0-24,-4-3-8,-6-2 16,12 6 24,-1 1-40,-1 0-40,0 0-16,0 0 24,-6-5 32,-4-1-8,8 6 80,1 0-48,1 1-48,-1-1 24,1 1-16,-6-5 16,-3-3 16,9 7-8,-1 1 8,0 0-32,1 0-24,0 0 80,-7-5-40,-2-1-8,9 5 8,-1 1 24,0 0-48,1 0 32,-1 0-16,-5-6 8,-4-1 24,9 7-40,0 0-24,0-1 24,0 1 48,1-2-8,-7-4-24,-2-2 32,8 6-48,-1 0-40,-1-1 24,1 0 48,0 0 16,-7-4-32,0-1 40,6 4-64,1 2-40,-1-1 8,0 0 72,0-1 16,-6-3-32,0-1 24,5 4-64,2 1-32,-2 0 16,-1-1 40,1-1 160,-5-3-144,-1 0 72,7 2-16,-1 1-32,0 0-32,-1 0 8,2 0 8,-6-4-8,-1 1 32,5 3-48,0-2-40,-1 1 40,0 1 8,0 0-8,-4-3 16,-1-1 40,6 4-56,0 0 8,0 0-24,0 1 0,-1-1 48,-4-4-16,0 0 32,4 4-48,-1-1-16,0 1 8,1-1 24,-1 1-32,-4-4 32,-1 0 16,6 4-16,-1-1-24,0 0 32,0 1-48,1 0 40,-6-4 0,1 0-24,3 3-24,1 0 24,-1-1-48,0 0 32,1 0 8,-5-3 32,1 1-8,3 2-40,0 0 24,-2-3-8,1 4 32,0-4 0,-4 0 0,1 1 48,2-1-64,0 2-16,-4-3 32,6 1-8,-5 3 16,1-4-8,1 0 0,-3 0 16,4 1-16,-4 3 40,1-4 8,0 1-48,0-1 0,0 0 24,0 4-24,-1-4-16,0 1 8,1 0-8,-1 3 16,-1-4 0,1-1 16,-1 2-16,1 0 0,-1 3 8,0-3 40,0 2-40,0-3-8,0 0 48,-1 4-8,-1-4-72,0 4 24,0-4-8,-3 4 16,4-4 0,0 0 16,-6 4-8,2-3-16,-2 5-8,0-2 56,-1 0-24,6-4-16,-4 3 24,-3 2-8,-2-1-96,0 1 136,-1 0 24,1-1-8,7-3-72,-5 3 72,-4 1-88,0 0 0,0 0 0,0 1 80,0-1-24,9-4-40,-6 3 56,-4 1-40,-1 1-64,-1 0 64,0 1-16,-1 1 32,12-6-32,-7 3 40,-5 3-56,0-1 0,1 0 8,-2 0 48,0 0-8,13-6-32,-8 5 40,-7 1-56,2 0-24,-1 0 56,0 0-16,0 1 24,14-7-24,-11 4 32,-4 2-80,0 0-8,0-1 56,0 0 32,0-1-32,16-4 0,-13 3-16,-5 3-16,0-2-24,-1 1 56,1-1 16,1 0 0,16-5-16,-12 3 0,-4 1-16,-1 1-24,1-1 56,-1 0-8,0-1 40,17-2-48,-12 2 8,-5 1-32,0 0 8,1 0 32,-2 1 24,3-1 16,15-4-56,-12 4 56,-6 1-64,0 0 16,1 1-16,0-2 64,-1 3 16,19-7-72,-14 4 24,-3 3 8,-1-1-16,1 0 40,-2 0 0,1 0-16,17-6-40,-12 6 40,-6 0-64,1 1 24,1-1 24,-1 1-8,0-1 32,18-6-48,-15 5-16,-3 2-40,-2-1-32,1 1 48,0-1 8,2-1 32,17-5 0,-15 4 40,-3 1-48,0 0-8,1 0 32,0 0-48,-1 0 16,20-5 16,-17 5 72,-2 0-72,1 0 72,0 1 32,1-1-32,1 0 80,16-6-152,-15 6 144,-3 1-40,1-1 8,0 0-48,1 1-8,1-2 48,15-5-104,-12 4 88,-2 1-64,1-3 40,-3 6-24,3-6-8,-1 4 40,15-5-72,-12 0 88,-1 5-64,-1-4-32,2 3 8,0-5-32,2 2 32,10-2 0,-10 2 40,0-1-48,1 1-40,0-1 48,2 0-40,-1-1 40,9 0 0,-7 2 56,-1-2-112,2 0 56,0 0 0,-1 0-16,1 0 32,6 0-16,-6 2-32,0-2-112,0 0-64,2 1-8,-1-1-88,2 0 304,3 0-288,-6 1-40,4-1-64,-5 0-32,3 0 24,1 0-8,-2 0 408,5 0-336,-2 0-24,-4 0-17,4 0-39,0 0 8,-3 0-96,4 0 504,1 0-592,-2 0-72,0 0-216,-1 2-112,1-2-129,1 1-407,0-1 1528,1 0-2057,-1 1-871,1-1-97,-1 1 753,0 0 775,1-1 793,-1 1 704,1 0-344,0-1-80,-1 0-152,1 0-256,0 0-504,0 0 1336</inkml:trace>
  <inkml:trace contextRef="#ctx0" brushRef="#br0">19307 118881 14155,'0'0'0,"-1"0"2128,1 0-2128,-1 0 1080,1 0-1080,-2 0 760,0 0 25,-1 2 23,1-2 32,1 1 8,-1-1-40,0 0-48,2 0-760,-1 0 705,0 0-121,0 0-144,0 0-104,1 0-80,-1 0-64,1 0-192,0 0 232,0 0-64,1 0-24,1 0-16,0 0 0,3 0 32,-3 0-160,-2 0 112,7 0-56,-2 0-40,-1 0-32,2-1 48,0 1 24,-4-1-56,2 1 72,4-1-96,2 1-8,1-1-8,-1 1-24,-1-1-32,-5 1 96,2-1-248,3 1-248,2 0-296,-1 0-240,1 0-297,0 0-327,-7 0 1656,3 0-2008,3 2-769,-1 0-1128,-1 3 376,1-4 857,-2 4 847,-5-5 1825,2 1-968,2 5-248,-4-5-640,-2-1 1856</inkml:trace>
  <inkml:trace contextRef="#ctx0" brushRef="#br0">19482 119467 15643,'0'0'0,"0"0"2128,0 0-1544,0 0-584,-2 1 120,0-1-120,-1 2 72,2-2 121,-1 1 111,0 0 136,2-1-440,-2 2 520,1-1-40,-1 4 16,0-3-32,0 3-104,1-3-40,1-2-320,-1 6 224,0 0-96,-1 0-48,2 1 16,-1 1-72,1 0 40,0-7-64,-1 8 40,1 0-40,0 0 0,-1 1-24,1-1-56,0 1-16,0-9 96,0 8-224,-1-1-312,1 0-240,0 0-288,0-1-273,0 0-263,0-6 1600,0 5-2032,0 0-705,0-1-424,0 1 633,-1-5 720,1 4 1808,0-5-1153,-1 2 129,0-1-1144,1-1 2168</inkml:trace>
  <inkml:trace contextRef="#ctx0" brushRef="#br0">19383 119544 12218,'0'0'0,"0"-1"4345,-2 1-4345,2 0 1920,-1 0-831,-2 0-289,1-1 16,0 1 64,0 0-88,1-1-792,0 1 729,0 0-121,0-1-152,-1 1-80,2 0-16,0 0-32,0-1-328,0 1 296,0-1 48,0 1-72,2-1-8,0 0 40,4 1-56,-4-1-248,-2 1 192,6 0 0,-1-1-104,-1 0-64,2-1 72,1 1-72,0-1-24,-5 2 33,6-2 7,1 0-48,-1 0-57,0-1 49,2 1-40,-2 0 56,-6 1-176,7-1-208,1-1-384,0 1-472,0 0-464,-1-1-569,-1 1 2273,-6 1-3065,7 0-1328,0-1 41,-1 1 1111,-1-1 1056,0 2 1089,-2-1 1096,-5 1-792,2-1-1240,-2 1 2032</inkml:trace>
  <inkml:trace contextRef="#ctx0" brushRef="#br0">18381 118793 7441,'0'0'0,"0"0"2721,-1 0-577,-1 0-952,0-1-287,1 1-1,0 0 40,0 0-944,1-1 1000,-2 1-8,1 0-119,0 0-73,0 0-56,1 0-104,-1 0-640,1 0 560,0 0-64,-1 0-96,0 0 0,1 0 9,0 0 15,0 0-424,0 0 440,0 0-64,2 0-40,3 0-32,-3 0-32,4 0 8,-3 0-280,-1 0 248,4 0-96,1 1-16,1-1-56,4 1 56,0-1 24,-4 1-160,-1 0 112,10-1-8,0 1-80,0-1-24,1 0 32,0 0 56,-9 0-88,1 0 104,8 0-32,0 0-16,1 0-24,0 0-16,-2 0 8,-7 1-24,-1-1 32,10 0-104,-1 0-16,2 0 72,-1 1-16,-1-1 80,-9 1-48,1 0 16,7-1-48,0 1-8,-1-1-8,-1 1 16,0 0 8,-7 0 24,-1-1 0,8 0-32,-3 2-24,1-1 8,-2 0-8,0 1-48,-6-2 104,0 0-112,4 2-176,-1-1-144,0 0-152,-1 1-104,-1-2-32,-4 0 720,1 0-793,2 0-87,-3 0-208,3 0-264,-3 0-441,0 0-831,-2 0 2624,1 0-3705,1 0 128,0 0 905,-1 0 935,-1-1 913,0 0 160,0 1 664,0 0-2072,0 0 2072</inkml:trace>
  <inkml:trace contextRef="#ctx0" brushRef="#br0">19040 119679 9394,'0'0'0,"0"0"3344,0 0-3344,0 0 2081,-3 0-969,-2 0-328,3 0-8,-5 0 72,5 0-23,-3 0-825,4 0 776,-1 1-16,-4-1-120,3 1-32,-3-1 56,0 2-48,2-2-616,3 0 625,-5 1 31,1-1-96,-1 1-72,0-1 72,0 1-104,0-1-456,4 0 448,-6 1 8,-1-1-104,-2 0 1,0 0 7,0 0-32,2 0-328,6 0 288,-8 0 8,-1-1-48,0 0-16,-1-2 24,0-2-40,2 3-216,8 1 200,-10-5-32,-3 0-8,2 1-56,0-1-8,-2 0 48,5 1-144,7 4 104,-12-5 24,1 1 0,1 0-48,1 0-40,0 3 8,4-2-48,5 2 96,-8 0-160,-1-3-16,1 3-8,0 0-40,1 0 160,4 1-32,4 0 64,-8-1-16,0 0-32,1 0-32,1 0 16,-1 1 32,3 0-32,4 1 40,-7-1 8,1-1-16,1 2-112,0-1 24,0 0-24,4 1 80,1-1-112,-4 1-72,1 0-120,0 0-160,1-1-120,-1 1-40,2 0 624,3 0-704,-2 0-145,-3 0-199,4-1-200,-5 1-224,6 0-345,-3 0 1817,3-1-2328,-1 1-1017,0-1-1104,-3 0 616,4-1 1097,-2 0 1095,0 1 1641,1 0-664,0-5 120,-3 1-144,4-2-1088,1 7 1776</inkml:trace>
  <inkml:trace contextRef="#ctx0" brushRef="#br0">18303 118767 5025,'0'0'0,"0"-1"960,0 1 24,-1-1 200,0 1 105,1-1-1289,0 1 1336,-1-1 0,0 1-32,1-1-23,0 0-65,-1 1-64,0 0-1152,1-1 1056,0 1-111,-1 0-121,0 0-96,1 0-64,-1 0-80,1 0-584,-1 0 488,1 0-112,-1 0-96,1 0 16,-1 0-39,0 0 15,1 1-272,0-1 248,-1 2-88,1-1-32,-1 1-8,0-1-32,1 1-8,0-1-80,-1 0 96,1 1-40,0 3 16,0-4 16,0 1-32,0 0 24,0-2-80,0 2 72,0 0-56,0 0-8,0-1 24,0 1-8,1 0 32,-1-1-56,2 0 32,-1 1-48,0 0 16,0-1 0,0 0 32,1 0 24,-2-1-56,2 1 24,0 1-40,-1-2 16,1 1 16,0-1 0,-1 0 24,0 0-40,0 0 16,1 0-16,0-1 0,0-1 32,0 1-24,0-1 24,-2 2-32,1-2 16,1 0-48,0 0 88,-1 0 32,0 0 8,-1 1 48,0 0-144,1-1 56,-1 0-72,0 0 48,0 0-16,0 0 24,-1 0 32,1 2-72,0-2 16,-2 0-16,0 0 0,0 0 40,0 1 16,0 0 0,2 1-56,-2-1 16,0 0-40,-1 1 8,1-1 16,0 0 24,0 1 24,2 0-48,-2 0 40,1 0-56,-1 0 32,0 0 32,0 0-40,1 0 40,1 0-48,-1 0 0,0 0-48,1 0 48,-1 2 0,0-2-8,1 0 32,0 0-24,0 1 48,0-1-64,2 0 40,-1 0-48,1 0 48,-2 0-24,2 0 48,3 0-96,-4 0 24,4 0 24,-4 0-16,4-1 48,-4 1-32,-1 0 56,5-2-88,-4 0 8,5 0-8,-6 1 0,6-1 48,-6 2-16,1-2 56,1 0-80,-1 1 24,1-1 16,0 0-8,-1 0 40,-1 2-48,0-2 40,0 1-80,0-1 24,-1 1 32,-1 0-16,0 1 72,2 0-72,-3-1 40,1 0-64,-3 1 8,3 0-16,0 0-8,-3 1 8,5-1 32,-2 1-112,-1 0-280,-2 0-216,4 1-328,-2 0-425,1 0-503,2-2 1864,-2 1-2560,0 1-1121,0-1-624,1 0 1048,1 0 993,0-1 1007,0 0 1257,0 2-528,1-2-192,1 0-416,0 0-352,-2 0 1488</inkml:trace>
  <inkml:trace contextRef="#ctx0" brushRef="#br0">18356 119632 2520,'0'0'0,"0"0"1632,0 0-1496,0-1-64,0 0 16,0 1-88,0 0 152,0-2 9,0 1 79,0 1 240,0-1 320,0 0 344,0 0-1144,0 1 1408,0-1 41,0 0-153,0 1-104,0-1-56,0 1-71,0-1-1065,0 1 1000,0 0-72,0-1-120,-1 0-40,1 1-39,-1-1-81,1 0-648,-1 1 640,1 0-40,-1 0-104,1 0-16,-1 0 8,0 0-88,0 0-400,1 0 408,-2 0-127,0 0-49,0 2-8,0-1-8,1 0 32,-1 0-248,2-1 184,-2 2-32,0 0-80,0 0-16,1-1 56,0 4 0,0-4-112,0 0 96,0 0-16,0 1-64,-1 3 16,2-5 8,0 2 56,-1-1-96,1 0 72,-1 1-16,1 0-56,0 0-40,0-2 96,0 2-16,0-2-40,0 1 72,0 0-16,0-1-64,0 2 16,1-2-8,0 0 64,0 0-64,-1 0 56,1 0-48,1-1 24,-1 0-16,0-1 8,0 0 32,0 1-56,0 0 32,-1-4-16,1 3-48,-1 0 32,1-4 32,-1 5 8,1 0-40,-1-1 104,0-3-48,0 4-128,0-2 72,0-2-32,0 3 8,0 1 24,0 0 88,0-4-32,-2 3-56,1 0 40,-1-3-8,1 4-32,0-1 0,0 2 72,-1-3 0,0 1-56,0 1 40,0-1 16,0 0 0,2 2-72,-1 0 104,-1 0-32,1 0-72,-1 0 0,1 0 24,0 1 24,0 0-48,1-1 56,-2 2-40,1 0 16,0 0-24,1 0 24,0 0 8,-1-2-40,1 2-24,-1-1-48,1 1-136,0 0-112,0 0-168,0-1-192,1 0 680,0 0-864,0 1-336,1 0-329,0 0-415,3-1-801,-4 1-1104,1-2 3849,2 1-3904,-2 0 927,3-1 984,-3 1 993,3-1 432,-4 0-152,0 0 720,0 0-1728,-1 0 1728</inkml:trace>
  <inkml:trace contextRef="#ctx0" brushRef="#br0">18293 119609 4032,'0'0'0,"0"0"825,0 0-593,-1 0-56,1 0-176,0 0 192,-1-1 24,0 1 128,1-1 136,-1 0 176,1 1 192,-1-1-848,1 1 944,-1 0 49,1-1 31,-1 0 8,0 1-16,1-1-16,-1 1-1000,1 0 937,-1-1-105,1 1-88,-1-1-120,1 0-48,-1 1-8,1-1-568,-1 1 521,1 0-73,-1 0-88,1 0-96,0 0-32,0 0-32,0 0-200,0 0 232,0 0 8,0 0-72,0 0 24,0 0-16,0 0 24,0 0-1408,0 0 2648,0 0-1168,0 0-48,0 1-24,0 1-32,0 0-56,0-1-112,0 0 120,0 3-32,0-2 0,0 4-48,0-4 8,0 5 24,0-3-72,0-2 48,1 5 8,1 2 0,-1 1-16,1 2 25,3 1 31,-4-5-96,0-3 40,0 9-24,1 1-56,3 1-16,-4 1 48,1 2 8,-1-6 0,0-5 8,1 13-8,0 1-56,3-1 8,-4 1 7,1 0 25,1-10 16,-1-3-16,-1 13-48,0 0-16,5-2 24,-5 0 56,1-2 56,2-7-56,-1-3 40,-2 10-56,1-2-40,3 1 16,-3-1 32,-2-2 8,2-7 0,-2-1 48,2 6-56,-1-1-8,1-1-8,0 1 32,-1-2 8,0-4-16,0-1 56,0 5-56,1-1-56,-1-2 40,0 1 8,-1-2 8,1-3 0,-1 1 24,0-1-24,0 4-24,1-4 8,-1 3 0,0-4 48,1 0-32,0 0 40,-1 1-40,0 0 0,1-2-16,-1 2-8,0-2 24,0 0 8,0 0-16,0 0-8,0 0 32,1 0-8,-1 0-8,0 0 32,0 0-24,0 0-48,0 1 72,0-1-32,0 0 40,0 0-16,0 1-24,0-1-16,0 2 56,0-2-48,0 0 8,0 1 48,0-1-32,0 1-40,0-1 32,0 1-8,0-1 32,0 1-32,0-1 40,0 0-24,0 2-16,0-2 8,0 1 25,0 0 7,0-1-40,0 0 24,-1 1 16,0 1-24,1-1 8,-1 0 16,0 0 16,0 0-56,1-1 96,-1 0-40,-1 2 8,1-1 24,0 0 32,-1 0 32,2 0-152,-1-1 168,-1 2-32,0-1-64,-3 0 8,4 0 48,-5 1 8,5-2-136,-1 1 152,-4 0-24,4 0-72,-5 1 32,5-1 24,-4 0 0,4 0-112,-1 0 128,-3 1-32,0 0-40,0 0 0,0 0 32,-1-1 16,5 0-104,-2 0 112,-2 1-16,0 0-48,-1 0 40,0-1-8,1 1 24,4-1-104,-3 0 112,-1 1-96,-1 0 16,2-1-16,0 1 8,0 0 48,5-1-72,-2 0 64,-4 4-56,4-4-16,-3 0-8,3 1 40,0 0 40,2-1-64,-2 0 96,1 1-80,-1 0-32,2 0 16,-1-1-24,0 1 48,1-1-24,0 0 32,0 1-64,0-1 8,0 1-8,1 0 48,0 0 16,-1-1-32,5 0 8,-4 1-16,5 0-40,-4 0 64,5 0 24,-1 0-24,-5-2-16,5 0 16,2 2-56,0-1 8,-1 0 64,1 1-24,-1-2 24,-5 1-32,4 0-16,0 0-24,1 0 24,0 1 16,0-1 16,0 0 8,-6-1-24,4 1 0,2 1-24,-1-1 24,0 0-16,0 0 16,0 1 32,-4-2-32,2 1-64,1 0 24,0 0 56,-4 0-16,4 1 72,-5 0-32,0-2-40,2 2 16,0-1-56,-1 1 24,1 0 32,-2 0 8,0 0 40,0-2-64,0 2 72,0 3-48,-1-4 8,0 1 40,-1 3-24,-1-4 24,3-1-72,-5 6 24,4-5-24,-5 5 48,3-4 8,-4 5 32,1-2 0,5-5-88,-4 5 88,-2 1-72,0-1 16,1 1 0,-1-1-16,1 0 57,5-4-73,-4 3 24,-1 1 8,0 0-32,1 0 32,0 1 0,-1-1-8,5-4-24,-3 4 16,0 0-32,1 1 0,-3 0 16,4 1 16,-4 0 16,6-7-32,-2 6 32,1 1-64,-1-1 0,0 0 16,2 0 16,-1-1 48,1-5-48,0 5 48,0-3-112,1 4 32,1-4 24,0 3-8,2-4 56,-4-1-40,2 5 16,3-4-32,-3 1 0,3 0-8,-3 0 24,5 0 24,-7-2-24,1 1 32,8 1-72,-4 0 8,0-1 32,1 0 0,-1-1 16,-5 0-16,5 1 40,0-1-64,0 0-40,-1 0 64,1 0-16,-3 0 64,-2 0-48,7 0 40,-5 0-64,5 0 8,-5 0 16,4 0 16,-5 0-16,-1 0 40,2 0-24,0 0-48,0 0 32,-1 0 16,-1 0 32,0 0-48,0 0 40,0 0 8,0 0-64,-2 0 0,0 1 48,0-1-48,-3 2 16,5-2 64,-2 1-40,-4 0-48,4 1 8,-4-1 48,3 1-32,-2-1 0,4-1 24,-2 2 24,-3 3-96,4-3 32,-4 3 32,4-3-32,-4 6 16,5-7 32,-1 6 0,-4 0-64,5 3-8,-1 0 40,0-1-16,2 1 16,0-10 0,-1 12 56,1-2-112,0 0 8,2 0 64,0 0-48,-1-2 32,-1-7 32,2 8 16,3 1-80,-3-1 16,-1 0 32,5 1-16,-5-3 0,-1-6 32,5 9-8,-3-1-64,2 3-8,-2-1 48,2 0 16,-2-1-16,-2-8 32,5 11 24,-4 0-88,4 1-8,-4 2 112,1 1-88,3-2 16,-5-12 16,2 15 32,-1 1-112,1 1 48,0 0 64,0 1-48,-1-2 0,0-16 0,0 20 56,0 2-112,1 1 56,-2-1 16,0 1 0,-1-5-16,1-16 24,-1 21 40,0 0-32,0 0-32,0-1 72,1-1-24,0-6-48,0-13 24,0 17 24,0-1-80,0-1 16,0-1 80,2 2-64,-2-7 0,1-9 48,0 12-24,0 0-48,0 0 8,-1-1 32,0 0-8,1-6-8,0-6 48,-1 9-16,1 1-32,0-2-16,-1-2 16,2 0 16,-2-3-16,0-5 16,2 7 8,-1 0-64,1-1-8,-1 0 48,1-1-40,0-3 40,-2-2-80,2 3-128,0 0-208,0 1-209,0-2-135,3-2-144,-5 3 904,0-4-1008,2 0-144,-1 4-241,1-3-359,3 0-505,-4-1-847,0 3 3104,0-2-3945,4-2 752,-4 1 889,1 0 911,0-1 913,3 0 8,-5 0 472,0 0-536,1-1-96,1-1-200,-1-3-560,-1 5 1392</inkml:trace>
  <inkml:trace contextRef="#ctx0" brushRef="#br0">18239 119638 3296,'0'0'0,"0"0"1945,-1 0-1105,1 0-840,0 0 792,-2 0-304,1 0-240,0 0-104,-1 0 0,2 0-8,-1 0-136,1 0 160,0 0 72,-1 0 104,0 0 168,1-1 233,0 0 175,0 1-912,0 0 1064,0-1 64,0 1-79,0-1-73,0 1-96,0 0-120,0 0-760,0 0 656,0 0-40,0 0-112,0 0-47,0 0 63,0 0-48,0 0-3697,0 0 6938,0 0-3193,0 0-56,0 0-32,0 0 0,0 0-48,0 0-6329,0 0 12226,0 0-5920,0 0-89,0 0-40,0 0 16,0 0 0,-1 0-248,1 0 248,0 0 16,-1 0-104,0 0-8,1 0 0,-1-1 8,1 1-160,-1 0 168,1 0 16,-2 0-40,2 0-8,-2 0 80,1 0-24,0 0-192,1 0 184,-2 0 8,0-1-96,0 1-16,0 0-8,-3 0 0,4-1-72,0 1 88,-4-1 24,3 1-96,-4-1-40,1 0 8,-1 1-16,1 0 32,3-1 56,-5 1-8,-2-1-32,-1 1 24,-1-1-8,1 0 56,3 1-88,4 0 104,-7 0-16,1 0-32,0 0-24,0 0 57,1 0-17,2 0-72,3 0 104,-7 0-24,1 0-80,1 0 0,-1 0 8,1 0 40,2 0-48,3 0 64,-5 0 24,0 0-64,0 0-24,0 0 64,0 0-48,3 0-16,2 0 56,-4 0 40,0 0-96,0 0 8,0 0-8,1-1 32,2 1-32,2 0 64,-3 0-64,-1-1-16,1 1 0,0 0 64,0 0-24,3 0-24,0 0 80,-4 0-8,2 0-120,-2 0 48,4 0 16,-4 2-40,5-2 24,0 0 40,-5 1-8,4-1-48,-4 1-16,4-1 32,-4 1 32,5-1-32,-1 0 32,-4 1-32,5-1 56,-5 2-40,4-2 48,0 1 72,-1-1-136,1 0 48,1 0 8,-1 0-72,0 0-24,-1 0 24,1 0-16,1 0 32,0 0 0,-1 0 0,1 0-32,-1 0 32,1 0 64,0 0 8,0 1-72,0-1 64,1 0-144,-1 0-96,1 0-8,-1 1 48,1-1 104,-1 0 32,1 0 48,-1 0-16,1 2-32,-1-2 56,0 0-56,1 1 0,0-1 0,-1 0 16,0 0-32,1 1 16,0-1 16,-1 0-32,0 0 80,1 0-64,0 0 40,-1 1-8,0-1-48,1 0-40,-1 0 40,0 0 16,1 0 0,0 0 40,-1 0-64,1 0-8,-1 0 48,0 0-16,0 0 16,1 0-16,0 0 40,-1 0-64,0 0-24,1 0 80,-1 0-16,0 0-8,1 0-8,-1 0 16,0 0-32,0 0-40,0 0 56,0 0 48,0 0-48,1 0 0,-1 0 56,0 0-24,0 0-80,0 0 48,0-1 0,0 0 16,0 1-16,1 0 0,-2-1 32,1 1-64,0-1-16,0 1 96,0-1-48,1 1 0,-1 0 16,1-1 16,-1 1-80,0 0 32,1-1 32,-1 0 0,0 1-16,0 0 32,0-1 0,0 0-48,-1 1 0,1-1 16,0 1 56,1-1-56,-1 1 0,0-1 0,-1 0-16,1-1-8,0 1-40,-1-1 64,1 1 0,0-1-16,-1-3-24,0 3 8,0 0 0,0-3 32,0 4 48,1-1-48,-1-2 72,0 2-72,0-4-16,-1 3 16,1-3-16,-1 4 64,2 0-48,0-3 0,-2 1-32,1-1 16,-1 0 16,1 0 48,-3 3 0,4 0-48,0-2 72,-1 1-104,0-3-24,0 3 24,-1-2 0,1 3 64,1 0-32,-1-1 16,0 1-16,-1-1-48,0-2 32,2 4 48,-2-1 16,3 2-48,-2-2-16,1 1-32,-1 0 8,0 0 24,0 1 40,0 0 8,2 0-32,-2 0 0,1 2-56,-1 3-8,0-3 16,0 5 48,0-1 16,2-4-16,-2 3 16,0 5-32,-1 1-40,1 2 56,0 0 56,-1 0 24,3-11-80,-2 8 32,-1 1-24,1-1-64,-1 0 56,1 0 56,-1-2-24,3-6-32,-2 5 32,0 1-80,0-2 24,-1 1 32,1 0 24,0 0-16,1-6-16,0 4-16,-1 0-24,0 0-24,0-3 80,1 5 16,-1-5 24,2-1-56,-2 3 0,0-2-40,1 0 8,-1 2 32,0-4 72,0 2 8,2-2-80,-2 1-16,0 0-16,1-1 0,0 1-8,-1-1 80,0 0-8,2 0-32,-2 0-16,0 0 16,0-1-56,0 0 40,1-2 32,-1-2-8,1 4-8,0-1 0,-2-4 0,1 0-40,0-1 40,-3-2-48,3 0 80,1 7-32,-3-8 32,2-4-80,-3 1 64,3 0-16,-1 2-32,-2-1-16,5 11 48,-2-7-56,0-2-64,-3 1 56,4 0 80,-1 2 0,0 0 32,1 7-48,-1-5 40,0 3-64,-1-4 24,1 5 0,0-1-64,0 0 112,2 2-48,-2-1 16,1 0-32,-1 0 56,-1 1-64,1 0 24,-1 0 0,3 0 0,-2 0 56,-1 1-56,1 1-32,-1 0 32,1 3-40,-3-3 72,5-2-32,-2 5 40,0-3-72,-3 5 8,3-2-24,0 1 80,-4 0 40,6-6-72,-2 7 104,-3 0-56,2 0-48,-2 1 48,2 1-160,-4 0 88,7-9 24,-5 9 0,-1 0-80,1 0 96,2-1 48,-3-1-48,3 0-8,3-7-8,-6 6 64,4 1-96,-3-1-8,3-2 80,-3-2-24,4 4-16,1-6 64,-2 1-8,0 0-72,-1 1-56,2 0 56,-1-1 64,0 0-48,2-1-16,-1 0 88,-1 0-104,0 0-40,0 0 104,1 0-64,0 0 32,1 0 48,-2-2 24,0 0-104,0-3 8,0 2-8,0-3 16,1 1 16,1 5 32,-1-6 8,0 0-56,0-2-72,-1-2 72,1 1-56,0 1 72,1 8-48,-1-9 80,0 1-96,-1 2 8,0 0 104,0 0-40,0 2-8,2 3 64,-3-1-32,1-3-80,0 4 0,0 0 64,-1-1 32,1 2-48,1 0 72,-1-1-56,0 0-48,-3 1-56,3 0 56,-1 0 64,-1 0-32,3 0 16,-1 0 72,-4 1-112,4 1 8,-5 0 136,5-1-88,-3 4-32,3-5 72,-3 1 48,-1 4-168,-1-3 64,0 4 48,0-4-48,0 3-16,6-4 32,-8 4 24,1-3-104,0 5 112,0-5 40,0 5-40,1-6-64,5-1 48,-8 7-16,0-5-32,-1 5 8,0-5 104,0 3-64,2-5-48,7 1 56,-9 0 64,0 5-88,1-6 16,0 1 16,-1 4-32,2-4-32,6 0 136,-9 0-152,-1 1-80,3-1 288,2 0-40,0-1 128,2 1-280,4 0 344,-6-1-256,0 1-104,-1-1 64,-1 1 16,0-1-64,2 0 0,5 0 64,-8 0 32,0 0-128,0 0 64,0 0 0,0 0-48,3 0 16,5 0 0,-8 0-32,0 0 0,1 0-32,0 0 96,-1 2 0,3-2-32,5 0 48,-7 2 0,-1-1-112,1 0-16,-1 1-32,1 0 80,2 2 32,5-2-32,-8-1 8,-1 1-56,1 0-112,1 3 160,2-5 64,4 0-32,2 1 16,-4 0 48,4 0-232,-5 0-192,2 1-40,3-1-104,-2-1 504,1 0-624,2 1-96,-5-1-177,5 1-239,-5-1-176,5 1-272,-1-1 1584,2 0-1881,-3 2-279,1-2-409,0 1-472,0-1-367,2 0 327,0 0 3081,0 0-2120,0 0 775,0-1 697,0-1 320,6 0-40,-5-3 0,4 4 368,-3 1-408,4-6-80,0 5-656,-6 1 1144</inkml:trace>
  <inkml:trace contextRef="#ctx0" brushRef="#br0">16300 120049 7369,'0'0'0,"0"0"2121,0 0-441,-1 0-600,1 0-88,-1-1 177,1 1-1169,0 0 1288,-1 0-80,0 0-120,1 0-167,0 0-169,-1 0-80,1 0-672,-1 0 592,1 0-120,0 0-40,-1 0-32,1 0-24,0 0-376,0 0 360,0 1-40,0 1-87,0-1-17,0 5 0,0-5 24,0 4-240,0-5 256,0 2-48,0 6-64,0-3 8,0 0 16,1 1 0,0 1-168,0-6 192,-1 8-32,2 1-64,-1 2-8,1 0 8,0 1 24,-1-1-120,-1-12 96,1 12 8,0-1-80,1 0 24,-1 0 24,-1-1-32,1 0-40,-1-10 88,1 9-16,1 0-72,-1 0 16,0 0-8,0-1 40,0-2-48,-1-5 40,2 5 8,0-1-80,0-3 0,0 3 64,0-3 24,-1-1-56,-1-1 56,1 2 8,0 0-64,1-1 0,-1-1 40,1 0-8,2 0-32,-3 0 56,0-1 32,1-1-72,4 0-16,-5-5 40,4 1-24,-4 0-16,0 5 56,4-6 32,-3-3-72,5-2-32,-2-2 64,1-3-32,-2 3-16,-2 10 8,2-15 72,-2 1-80,4-1-32,-5 2 88,1 0-40,-1 7-16,0 7 16,1-9 40,-1 2-80,1 2-8,-1 0 88,0 2-56,-1 2 0,0 3 0,1-1 16,-1-4-144,2 4-24,-2 0-64,0 0-136,0 0 352,0 2-504,0-2-136,0 0-240,0 1-272,0 0-281,0 0-447,0 0 1880,1 1-2377,-1-1-719,1 0-697,-1 1 424,1 0 1017,0 0 935,0 0 1417,0 0-640,0 0 208,0 0-224,-1 1-1200,0-1 1856</inkml:trace>
  <inkml:trace contextRef="#ctx0" brushRef="#br0">16535 120249 7345,'0'0'0,"0"0"1792,0 0-623,0-1-577,0 1-24,0-1 216,0 0 168,0-1 73,0 2-1025,0-2 936,0 1-184,0-1-128,0-1-72,0-1-24,0 2-8,0 1-520,0-1 512,0-3-63,0 4-17,-1-5-24,1 4-40,-1-3 0,1 4-368,-1 0 288,0-2-64,0-2-48,-1 4 8,1-2 8,0 0 32,1 3-224,-1-2 184,-1 0-64,0 1-16,0-1-8,1 1-8,-1 1-8,1-1-80,0 1 80,-1 0-64,-1 0-32,1 2 16,0 3 40,-1-3 16,3-2-56,-2 6 48,-1 0-32,1 0-56,0 1 56,-4 2-8,5 2 32,0-9-40,-1 9 40,0 4-80,-1-1 40,1 1-8,0-1 16,0 1 64,1-12-72,0 9 8,-1 1-16,2 0-24,-1-3 32,0 2 16,1-2 40,0-8-56,0 6 0,0 1-16,0 0 0,0 0-24,0-2 40,1 0 0,-1-7 0,1 6-40,0-2-64,1-2-80,0 4-152,-1-5-200,0 1-160,0-2 696,-1 1-992,2 0-240,-1 1-113,0-2-183,0 0-136,1 0-177,-2 0 1841,1 0-2040,0-2-225,0 0 337,0-4 560,1 4 479,-2-5 465,0 7 424,1-6-368,-1 1-424,0-2-1176,0 7 1968</inkml:trace>
  <inkml:trace contextRef="#ctx0" brushRef="#br0">16449 120339 5689,'0'0'0,"-1"0"1424,1 0 160,-2 0-263,2 0-1321,-3 0 1192,2 0 24,-1 0 64,0 0 25,0 0-65,0 0-1240,2 0 1112,-2 0-112,0 0-191,1 0-97,0 0-72,0 0-104,0 0-536,1 0 552,-1 0-56,1 0-112,0 0 0,0 0-24,0 0-7,1 0-353,-1 0 368,2 0-8,0 0-96,0 0-56,0 1 0,2-1-64,-2 0-144,-2 0 168,2 0-16,3 2-112,-4-2 32,4 1-32,-3-1 8,3 1-48,-5-1 80,2 0 8,3 1-88,-4-1-32,5 1 24,-5-1-40,4 2 48,-4-2-8,1 0-96,3 0-248,-3 0-304,3 0-344,-3 0-457,3 0 1457,-4 0-1880,4 0-513,0 0-775,1 0-697,-1 0 536,0-1 969,0 0 2360,-4 1-1433,4-1 769,1 0 64,-1-1-1432,-5 2 2032</inkml:trace>
  <inkml:trace contextRef="#ctx0" brushRef="#br0">16595 120266 5657,'0'0'0,"0"0"1256,0 0 200,0-1 1,0 0 7,0 0 64,0 0-7,0 1-1521,0-2 1328,0 1-168,0 0-160,0 0-103,0 0-49,1-1-88,-1 2-760,0-1 672,0 0-120,0 0-104,0 0-56,0 0-56,0 1-40,0 0-296,0-1 296,0 1-111,0 0 7,0 0 16,0 2-16,0 4-16,0-6-176,0 2 152,0 4-88,0 0 8,0-1 16,0 3-64,0 0 88,0-8-112,0 8 72,-1 2-32,1 0 16,-2 0-32,1-1 8,-1 1-8,2-9-24,-1 6 32,0 2-32,-1-1 16,1-1 8,1 1-24,-1-1 56,1-7-56,-1 6 16,1-1-16,-1-3-16,1 4 0,0-6 8,0 2 64,0-2-56,0 2 56,0 0-72,0-2 16,0 2-16,0-2 48,0 0-32,0 0 24,0 0-96,0 0 16,0-1 32,0 0-8,0-2 80,0 3-48,1-5 24,1 3-64,-1 0 8,0-3 24,1 3 8,0-3 40,-2 5-40,5-1 0,-4-5-16,4 5 16,-4-2-24,4-2 48,-4 3-24,-1 2 0,5-2 0,-4 0-24,4-1-24,-3 1 64,3 1 0,-3-1-16,-2 2 24,5-1 8,-4 0-32,4 0-16,-4 1 0,4 0 16,-4 0 0,-1 0 0,2 0 48,3 0-64,-4 2-16,1 0 64,0 0-8,0-1-24,-2-1 72,2 2 24,-1 0-48,1 0 16,-2 0 64,0 3 56,0-4-184,0-1 232,0 2-8,0 0-32,-1 3-8,-1-3 16,0 2-8,0-3-192,2 0 264,-5 3-16,3-2-72,-3 3 16,3-4-32,-4 4 1,3-4-161,3-1 104,-6 1-16,4 5-56,-5-5-48,5 0 96,-4 0-96,4-1 16,2 0 0,-6 2-32,4-2-176,0 0-177,0-1-247,0 0-352,1 0 984,1 1-1384,-1-2-593,1 0-879,0-2-1401,0 2-760,1-4 1256,0 2 3761,-1 3-2537,5-4 1249,-4-2 832,1 1-64,0-1-32,3 0-208,-5 1 760,0 6-824,0 0 824</inkml:trace>
  <inkml:trace contextRef="#ctx0" brushRef="#br0">16475 118721 4921,'0'0'0,"-1"1"1456,1 0-1456,0-2 1488,0 1-1488,-2 0 1400,0 0-487,0 0-153,-1 0-88,0 0-48,1 0-40,1 0-584,-1 0 552,0 0-72,0 0 25,0 0 71,0 0 24,1 0 64,0 0-664,0 0 624,-1 0-64,0 0-24,0 0 8,1 0 25,0 0-17,0 0-552,0 0 560,0 0-104,0 0-48,1 0-8,-1 0-72,0 0-72,1 0-256,0 0 216,-1 0-88,1 0-24,0 0 72,1 0-48,1 0 8,-2 0-136,1 0 120,1 0-64,3 0 0,-4 0 48,5 0 8,-5 0-7,0 0-105,6 0 112,-2-1-72,0 1-16,1-1 72,0 1-16,2-1 32,-7 1-112,8-1 136,2 1-80,2-1 24,-1 0-8,0 1-8,1-1 64,-11 1-128,10 0 80,1 0-48,-1 0 24,2 0-16,0 0-24,1 0 64,-14 0-80,13-1 40,3 1-56,-3 0 48,1 0-16,0 0-32,1 0 56,-14 0-40,13 0 32,3 0-48,-1 0 16,-1 0 0,0 0-16,0 0 72,-14 0-56,12 0 56,1 0-56,0 1 16,1 0 0,-1 1 40,1-1 24,-15-1-80,13 1 72,0 1-104,1-1-24,-1 1 48,0 0-24,0 3 64,-13-5-32,11 1 24,1 0-64,1 1 24,-1 0 16,-2 2 0,1-4 72,-12 0-72,12 2 56,-1-1-72,1 0 0,0-1 8,1 1-8,-2-1 40,-10 0-24,9 0 48,0 0-64,0 0 16,-1 0 0,0 0-16,-1 0 48,-8 0-32,8 0 0,-1 0-48,-2-1 40,1 1 8,0-1 0,-1 1 0,-5 0 56,6-1-32,-5 1-40,6 0 16,-5-1 0,4 1-8,-5 0 8,-1 0 40,2 0 16,0 0-88,-1 0 32,0 0 16,0 0 24,1 0-40,-2 0 104,0 0-48,0 0-32,0 0-8,0-1 40,0 1 40,0-1-96,0 1 120,0-1-24,0 1-112,0 0-8,0-2 64,0 0-8,0 1-32,0 0 112,0 0-40,0-2-88,0-2-16,0 3 24,0-3 16,0 3-8,0 2 72,0-6-16,0 4-64,0-5 8,0 5 24,0-6 8,0 4-32,0 3 88,0-4-8,0-1-120,0 0 24,2 0 32,-2 0-32,1 0 16,-1 5 48,0-5-24,1 0-48,-1 0-24,2 0 48,-1 0 0,0 1 0,-1 3 48,1-4 8,1 0-40,0 0-48,0-1 16,0 1 16,2 1 0,-3 4 0,0-4 32,1-1-64,3 1-24,-4 0 40,4 3 32,-4-3-16,-1 4-16,5-1 64,-4-3-48,4 3-64,-4 1 96,4-1-64,-4 1 32,-1 1-8,5-1 48,-3 1-80,3 0 40,-4 0 24,4 2-24,-5-1 0,1 0 48,4 4-8,-4-3-40,4 4-32,-4-4 48,1 5 0,2-3-16,-2-3 16,0 7 80,3 0-80,-3 2-32,4 1 48,-4-1-16,1-2-16,-1-5 16,-1 7 56,1 2-72,0 1-32,-1-1 64,1 0-48,0-4 16,-2-5 56,5 7-24,-4-1-64,1-1 88,4-1-80,-4-1 32,2-3-8,-2-2 72,-1 1-40,4 4 16,-4-5-48,1 1 40,3 0-8,-4-1-32,-1-1 72,2 1 24,0-1-96,3 0 0,-4 0 0,4 0 16,-4-2-16,0 2 72,5-5-24,-5 2-96,6-3 8,-5 1-8,5-1 64,-6 2-16,0 2 72,6-5-8,-3-2-64,2-2-32,0-1 16,0-1 32,-2 5-16,-2 4 40,3-8 8,-3 2-80,4 0-40,-4 1 48,4-1-24,-5 5 48,0 2 16,3-5 16,-2 0-80,3 0 16,-4 1-8,0 1 40,1 3 0,-2 1 32,2 0-24,0-4-16,0 5-24,0-2 48,0 0 0,-1 3-16,-1-1 40,2 0-8,-1-1-64,1 2 16,0-1 32,0 1 16,-1-1-32,-1 1 40,2 0 8,-1 0-80,1 0 0,-1 1 64,1 1-48,-1 1 16,-1-1 48,1-1-64,1 5-16,0-4 16,0 5 8,0-2 48,-1-1-40,0-1 32,1 3-24,0 1-32,0 1-8,-1 0 64,0 0-8,1-3-24,-2-2 48,2 4-16,0 1-32,-1-2-48,1 1 32,0 0 48,-1-3-32,0-1 40,1 3-24,-1 0-16,1 0-40,0-2 40,0-2 24,-1 1-24,0 0 32,1-2-32,3 4-16,-5-5 0,2 2 16,0-1 32,0 0-32,-2-1 48,5 0-64,-4 0-16,1 0 16,0 0-24,4 0 56,-6-1-16,1 0 8,4-2-64,-4-2 24,4 3 8,-4-5-24,4 2 8,-4 2 40,0-1-32,5-5-56,-4-1-8,4 0 48,-4 0-24,3-2 16,-4 7 56,0-1-32,4-7-56,-4 2 8,1 0-8,0 0 56,0 2-24,0 4 56,0 0-16,0-2 0,-1 0-64,1 5 64,0-4 0,0 5 16,-2 0 0,1 0 16,0 0-32,1 0-24,-1 1-24,0 0 64,0 0 0,0 0 0,-1 0 72,2 1-24,-1 5-48,0-4 16,0 4 24,-1 0 32,1-4-72,-1 1 88,2 4 40,-1 0-88,0 1 8,0 1 8,1 2-16,-2-6-40,2 1 64,-1 6-40,5-1-8,-5-1-32,5-2 32,-5 0 32,2-5-48,1 1 40,1 4-24,2-1-64,-1 0 64,0-1 16,0 0-8,-3-4-24,2 1 64,2 2-80,2-3-104,-1 4 64,-1-5 40,0 1 16,-4-1 0,2 0 64,2 1-80,2-1 0,-1 1 0,1-2 48,0 0-8,-6 0-24,5 0 48,2 0-80,0 0-24,0 0 88,0 0-24,0 0 8,-7 0-16,4 0 48,3 0-80,0 0 0,-2-1 48,2 1-32,-1-1 48,-6 1-32,3 0 0,4 0-16,-1-1-8,1 0 48,0-1 32,-2 1 24,-5 1-80,4-1 88,2 0-88,1-1-16,0 1 40,-1 1 8,0-1 0,-7 1-32,5-1 40,3 1-80,-1 0 24,0 0-16,0 0 16,1 0 48,-8 0-32,5 0 0,2 0 16,1 0-104,-1 1 56,-1 0 8,1 0-8,-7 0 32,4 0 16,2 0-48,-1 0-8,0 1 24,0 0 32,0 0 24,-6-2-40,4 2 56,1-1-96,0 1 40,-1 0-16,0 0-16,0-1 80,-5 0-48,5 0-32,0 1 8,-4 0-24,5-1 48,-5 0 48,1 0-120,-2-1 72,2 2-192,0-1-296,-1-1-240,-1 1-168,0-1-312,0 1-353,0-1 1561,0 0-2240,0 0-1161,0 0-1336,-1 0 888,0 0 1137,-4 0 1159,4 0 1553,0-2-456,-5-1 88,1-2-16,-1 2-24,-1-5-80,0 2-152,6 6 640,-4-7-664,5 7 664</inkml:trace>
  <inkml:trace contextRef="#ctx0" brushRef="#br0">18158 121812 6945,'0'0'0,"0"0"1680,0 0-71,-1-1-337,0 1-136,1-1 64,0 0-1200,0 1 1225,-1 0-41,0 0-56,1 0-56,-1-1-151,1 1-89,0 0-832,0 0 696,0 0-208,0 0-80,0 0-32,0 0-16,0 0 0,0 0-3048,0 0 5792,0 0-2807,0 0 47,1 0 24,1 0-8,3 0 0,-4 0-360,0 0 328,6 0-104,-2 1-24,1-1 40,1 2-24,3-2 8,-8 0-224,8 1 208,4-1-128,1 0 8,2 0 32,-1 0 8,1-1 16,-14 1-144,12-2 104,3 0-88,0-3 0,1 3-16,0-4 56,-1 4 16,-15 2-72,12-4 32,2 2-32,0 0-48,-1 0 64,0 0 0,-1 0 16,-13 2-32,10-2 40,2 1-80,0 0 24,-1 0 16,-1 0-136,0-1 24,-11 2 112,8-1-192,1 0-128,-2 0 48,1 0-56,-2 1-104,0-1-16,-6 1 448,5-1-592,0 1-160,-2 0-105,-2 0-111,4 2-128,-4-1-80,-2-1 1176,2 1-1345,2 0-279,-4 1-272,2-1-369,0 1-359,-1 0 127,-1-2 2497,0 2-1880,0 0 607,0 0 545,0-1 96,0 1-976,-1 0 208,1-2 1400,0 0 0</inkml:trace>
  <inkml:trace contextRef="#ctx0" brushRef="#br0">18281 121944 6065,'0'0'0,"-1"0"1544,0 0-1544,1 0 1640,-2 0-159,2 0-249,-2 0-32,1 0 89,-1 0-25,1 0-1264,1 0 1224,-1 0-48,-1 0-143,0 0-73,1 0 24,0 0-112,0 0-872,1 0 792,-1 0-39,-1 0-161,1 0-72,0 0-32,1 0-120,0 0-368,0 0 280,-1 0-48,0 0-80,1 0 32,0 0 48,0 0 16,0 0-248,0 0 216,0 0-8,2 0-64,-1 0-72,4 0 32,-3 0 8,2 0-112,-3 1 120,5-1-16,-2 0-32,2 0-72,1 0-16,1 0 32,-1 0-16,-4 0 32,7 0 0,0 0 57,-1-1-89,0 1-16,0-2 16,-3 1 0,-3 1 0,6-1 32,-1 0-32,1 0-81,-1 0-7,0 0-120,-2-1 208,-4 2-360,5-1-136,0 0-296,1 0-200,-1 0-208,1 0-321,-3 0 1521,-3 1-1864,5-1-617,-1 1-775,1-2-649,0 1 656,-1 0 1025,-2 0 2224,-2 0-1313,4 0 689,-5-1-144,5 0-1448,-6 2 2216</inkml:trace>
  <inkml:trace contextRef="#ctx0" brushRef="#br0">18398 122099 16803,'0'0'0,"-1"0"3289,-1 0-1953,1 0-512,0 0-80,0 0 81,0 0-825,1 0 928,-2 0-88,1 0-112,0 0-152,0 0-80,0 0-144,1 0-352,0 0 320,0 0-111,-1 0-145,0 0-8,1 0-40,-1 0 0,1 0-16,0 0 72,0 0-56,0 0-88,0 0-112,0 0-257,0 0-335,0 0 2161,0 0-3962,0 0 745,0 0-929,0 0-1728,0 0-808,0 0 1280,0 0 24990,0 0-44714,0 0 22260,0-1 649,0-1-1240,0 2 2072</inkml:trace>
  <inkml:trace contextRef="#ctx0" brushRef="#br0">18254 118834 6641,'0'0'0,"-1"0"1336,1 0-120,-2 0-391,-1-1-321,-1 0-248,2 1-256,2 0 168,-2-1-88,-1 0-16,2 1 16,-1-1 8,0 1 112,0-1-200,2 0 304,-2-1 120,1 0 104,0-1 32,-1-1 48,2 2-7,-1 0-601,1 1 592,-1-4-40,1 3-120,-1-3-48,0 3-48,1-5-32,0 6-304,-1 0 312,1-6-40,0 2-112,0-1-8,0-1-16,0-1-40,0 2-96,0 3 144,0-6-40,1-2 16,1-2 17,4 0-17,-4-2 24,1 5-144,-1 5 112,-1-10-64,0-2-24,0 1-16,1-1 32,-1-2 56,-1 8-96,0 4 88,1-10-24,-1-1-56,2-1-32,-2-1 24,0 0 16,0 7-16,0 5 48,0-12-24,0-1-24,0 1-8,2 0 32,-2 0 8,0 8-32,0 3 48,0-9-48,0-1-48,0 1-40,0 0 32,-1 0 40,1 7 16,-1 3 0,1-11 24,0 2-48,-1-1 0,0 0 48,1 1 40,-1 7-64,1 2 40,-1-10 8,1 0-72,-1-1-32,1 0 56,-1 0 32,1 9-32,0 2 48,0-10-64,0-1-8,0 0 0,0 0 24,-1-1 72,1 11-72,0 0 48,0-10-16,0 1-88,0-1 48,1 0 16,1 0 16,-2 10-24,1 0 56,1-9-32,3 0-48,-4 0 24,4 0 0,-4-1 32,2 10-32,-1 1 40,0-10-24,3 1-48,-3 1 8,-1 0 24,4 2 16,-5 7-16,0-1 24,2-6-24,0 0 16,0 1 32,0 0 16,0 2-56,-2 6-8,2-1 16,-1-6-16,0 2-24,0-1 56,0 0-16,1 0 16,-2 6-32,1-1 32,0-5-32,1 0-32,0 1 8,0-1 40,-1 1-8,0 6-8,0-1 32,4-4-48,-4 0-32,1-1 24,0 0 8,2 0 8,-4 6 8,0-1 8,2-5-8,3 0-40,-5 0 32,2 1 8,0-1 0,-1 6 0,0-2 8,4-4-16,-5 0-16,2 2 8,0 0 32,-2-1-8,1 6-8,0-2 24,0-2-24,0 0-24,1 0 0,-2-1 40,2 1 8,-2 5-24,1-2 8,0-2-8,-1 1-8,2-1 8,-2 4 8,1-5 24,-1 6-32,0-3 32,1-1-56,-1 3-16,1-5 16,-1 5-8,1-4 32,-1 5 0,0 0-40,2-5-24,-2 3-24,1-3 16,-1 3 64,0-3 16,0 5-8,1 0 16,-1-5-16,1 5-56,-1-5 24,0 4 8,0-1 32,0 2-8,2-2 16,-2 1-32,0 1-16,0-2 32,0 1 0,0-1 24,0 2-24,0 0 32,0-1-56,0 0 0,0 0 16,0 0 8,0 1 48,0 0-48,0 0 24,0-1-16,0 0-32,0 0 48,0 1-8,0 0 24,0 0-40,0 0 32,0 0-64,0 0 8,0 0 8,0 0 0,0-1 56,0 2-40,0-1-8,0 0-24,0 0 8,0 0 16,0 0 32,0 1 24,0 0-48,0-1-8,0 0-24,0 1 0,0-1 8,0 1 32,0-1 32,0 1-40,0 0 8,1-1-32,-1 0 16,1 1-8,0-2 16,0 1 40,0 1-40,0-1 40,1 0-72,0 0 8,3-1 16,-4 1-8,1 0 40,-1 1-24,4-1 0,-3 0-32,4-1 8,-4 1 8,4 0-8,-4-1 64,-2 2-40,7-1 8,-2 0-40,1 0 40,-1-1-16,1 2 16,0-1 32,-6 1-40,5 0 8,0-1-16,1 0-8,0 1 32,0 0 8,0 0 24,-5 0-48,4 0 24,2 0-32,-2 2-8,3-1 40,0 0-32,0 0 56,-7 0-48,7-1 48,3 2-72,-1 0 56,1 0-16,-1-1 24,0 0-8,-8-1-32,8 1 40,0 0-40,1 1-16,0-1 48,1-1-8,0 1 24,-10-1-48,8 0 24,2 2-40,-1-2 16,1 0 0,-1 0 0,0 2 40,-10-2-40,9 1 40,1 0-56,0 1 16,0-1 16,1 0-32,-1 0 64,-10-1-48,10 1 80,-1 1-72,0-1 48,1 0-8,-1 0-8,1 1 48,-11-2-88,10 0 88,1 1-40,-1-1-8,1 0 32,0 0-32,0 0 24,-10 0-64,9 0 48,2 0-56,0 0 16,-2 0 16,2 0-24,-1 0 40,-11 0-40,11 0 40,0 0-80,-1 0 40,1 0 16,-2 0-32,0 0 16,-8 0 56,9 0-32,-1 0-48,1 0 24,-1 0 8,-1 0 8,1 1 24,-9-1-40,8 0 32,0 1-40,0-1-16,0 1 48,0 1 0,0-1-24,-8-1 48,8 1-8,0 0-48,0 0-32,1 1 40,-1-1 8,-1 1-8,-7-2 32,8 2-8,-2-1-48,0 1-8,1 0 48,-1 0-32,0 2 16,-6-4 16,5 0 0,1 2-48,-1 0 32,0 0 16,0 0-16,0 0 0,-5-2 24,6 2 0,-1-1-48,1 1-16,0 0 40,0 0 0,-1 0 0,-4-2 32,5 1-24,0 1-16,0-1-48,0 1 56,0 0 0,-1-2 0,-4 1 0,4 1 40,1-1-80,-1 0 32,1 0 32,-1 1-24,-1-1 0,-3-1 24,1 1 0,3-1-32,-3 1-32,4-1 48,-4 1-16,2-1 8,-3 0 8,1 2 32,3-2-40,-3 1-8,4-1 32,-4 0-24,3 0 0,-4 0-16,1 0 40,3 0-72,-3 0 32,3 0 80,-3 0-48,3 0-16,-4 0 16,1 0 8,3 0-48,-3 0 8,3 0 16,-3 0 40,3-1-40,-4 1 24,0 0 56,4-1-32,-4 0-8,1 1 88,0-1-64,2 1-64,-3 0 104,0-2 16,1 0-32,0 0 32,0 0 48,-1 1-24,1-1-144,-2 1 160,2-4 8,0 3-56,-1-3-24,0 3 48,0-4-40,0 4-96,-1 2 104,2-8 32,-1 2-80,0 0 8,0-1 33,0-1-17,1 2-80,-2 4 96,1-6-16,1-1-48,-1-2-48,1 1 16,0-1 24,0 4-24,-2 4 40,2-7 32,0-2-56,0 1-48,0 0 32,0 0 0,-1 3 0,-1 5 72,5-7-32,-5 0-24,2 0-32,0 1 0,0 0 48,-1 4-32,-1 3 24,6-6 8,-5 0-48,0 0 16,4 0 0,-4 1 16,1 3-16,-2 2 40,6-4-32,-5 0-16,4 2-24,-4 1 8,4-2 40,-4 4-16,-1 0 40,2-1 0,3 1-56,-4-1-24,1 1 24,-1-1 16,3 2 0,-3 0 16,1 0 0,0 0-16,0 0-32,2 1 32,-2 0 32,-2 2-32,2-1 24,-1-1 8,4 6-32,-4-2-16,1 1 16,3 1 40,-4-1-40,-1-2 16,6 7-8,-4 4-16,3-1-32,-4 1 40,4 1 0,-4-6 0,-1-4 8,2 11 24,0-1-64,0-1 8,0 0 40,0-2 32,-1-5-48,0-3 56,3 7-24,-2 0-48,-1 2 0,1 0 16,0 0 56,0-5-56,1-2 40,-2 7-8,1 1-48,0-1 0,2-2 8,-2-1 32,-2-6-24,2-1 72,2 4-64,-2-1 24,-1 0-64,4-2 32,-3-1 72,-2-2-72,2-2 72,-1 6-32,4-5-40,-5 1-32,2 0 80,0 0-8,-1-2-40,-1 1 64,2 0-48,0 0-32,0-1 64,0 0-24,0 0 88,-1 0-112,0 0 96,1-1-64,2-2-16,-2-2-32,0 3 40,0-5 32,0 4-56,0 0 32,0-3-8,2-2-64,-2 0-16,3-2 88,-3-2-24,1 6-8,1-2 56,1-7-56,0-1-24,0 1 40,0 0-8,0 0 48,-3 9-56,1-2 56,2-4-24,0-1-72,-1 2 48,2 0-64,-2 1 48,-3 6 8,0-2 0,6-4-72,-5 1 88,5-1-48,-5 0 48,4 0 0,-5 7-16,0-2 24,6-4-8,-5 2-48,5-1 64,-2 1-48,0 0 16,-4 5 0,0-1 16,5-3 0,-4 4-64,4-4 40,-5 4 48,4-1-72,-5 2 32,1 0 48,1-1-48,0 0-72,3 0 72,-4 0 16,1 2 8,-1 0-24,0-1 40,1 1-40,-1 0-64,1 0 64,0 1 0,0 1 24,-2 0-24,2 1 56,0-1-56,-1 5-40,1-3 24,0 2 16,0 2 0,-1-4 0,0 3 56,1 7-72,0 2-24,-1 2 0,0 1 40,1-2 16,-2-10-16,1 5 24,0 6-8,-1 1-88,1-1 56,0 1 16,1 0 0,-2-13 0,2 6 32,0 5-16,-1-1-16,1-1 24,0-2 48,0-3-16,-1-7-56,3 4 56,-3 0-32,1-2-32,0-3 32,0 4 8,3-4 24,-5-2-56,1 2 56,1-1-32,-1 0-8,1-1 16,0 0-8,3 0 48,-5 0-72,1 0 56,1 0-24,0-1-8,0 0-40,3-5 16,-4 3 32,0 1-32,0-3 0,4-1 0,-4-1-72,4 0 32,-4-2 24,5-2-16,-5 8 32,3-6 72,2-8-80,1 1 8,0-2 8,1 1-16,-1 0 48,-5 12-40,4-7 24,2-3-32,1 0 8,-1 1 8,0 1 8,-1 1 40,-5 10-56,4-8-8,1-3-8,0 2 0,0-1 32,0 2 8,0 0-8,-6 8-16,5-5-16,1-1-40,-1 1 32,-1 0 48,1 1 8,-1 1-8,-5 4-24,5-4 16,0 3-32,-3-5 8,5 6-8,-5-2 0,3 1 0,-5 2 16,1-2-40,1 0 0,0 2-8,-1 0 80,0 0-16,1 0-8,-2 0-8,1 0 0,0 1-56,0 4 40,0-3 16,1 4 32,-2 0 8,0-5-40,1 4 16,-1 1-40,0 3-8,0 2 0,0 5 24,0 0 8,0-14 0,0 14 24,0 1-64,0 1 56,1-2-8,-1 1-8,1-3 64,0-12-64,-2 10 24,3 1-64,-1-1 24,-1 0 0,1-1-8,0 0 48,-1-10-24,2 7 0,0 0-16,0-2 8,-1 0-24,1-2 16,-1-2 72,0-1-56,0 5 48,1-5 24,0 1-48,-1 3 24,0-5-24,0 0-8,-1 1-16,2 0 40,0 0-64,-1-1-8,1 1 16,0-1 16,0 0-40,-2 0 40,5 0-16,-4-1-24,1-1-64,-1 0 120,5-3-40,-5 3 24,-1 2 0,2-7 8,3 3-72,-3-2 8,2-1 8,-2-1-24,5-2 16,-7 10 56,5-10-40,0 0-96,0 0 32,0 1 40,-3 1 16,5 0 48,-6 8 0,3-6 0,-2 0-56,5 4-8,-5-3 48,4 4 16,-4-1 0,-2 2 24,7-2-24,-2 1-64,-3 0-8,4 1 40,-4 0 48,5 0-16,-7 0 32,5 0 8,0 1-72,0 1-24,0-1 56,0 5 16,0-5-16,-5-1 16,5 5 24,0-3-80,-1 2-16,2-2 56,0 5-16,-1-2 16,-5-5 40,6 5-8,0 1-64,1-1-16,0 2 16,0-1 16,-1 1 16,-5-7 32,6 7 24,0 0-56,0 0 0,1 0 8,-1 0 48,0-1-56,-6-5 88,8 6-8,0 0-32,-1-2-48,-1 2-16,1-2 0,0 0 16,-6-4 40,7 4 16,0 0-40,-1-3-16,1 4 16,1-4-16,-2 3 0,-8-5 16,11 1-32,-1 0-56,0 1-24,1-2 64,-2 0 48,0 0-16,-7 0 40,10 0 8,-1 0-40,0 0-32,2-1 40,-1 0 8,-1 0-24,-9 1-16,11-1 64,-1 1-64,0 0-24,-1 0 80,1 0-40,-4 0 0,-6 0 16,10 0 24,0 0-72,0 0 8,-1 0 40,1 0-48,-2 0 32,-8 0 0,10 2 40,0-1 16,0 0 0,0 1-8,0-2 8,-3 2-56,-6-2-32,8 5 8,1-3-24,0-1-48,-1 5 72,1-5 24,-4 3 0,-5-3 24,9 1 8,-1 3-8,0-4-64,0 4 24,0-4-8,-3 3 24,-5-3 24,8 1 8,0 2-24,1-2-32,-1 2-48,0-2 72,-3 1 0,-5-1 16,7-1-16,1 4 16,-2-4-48,1 1-8,0 0 64,-4 1-24,-2-1-8,6-1 32,0 1-40,0 0-8,0 2 40,0-2-16,-3-1 0,-4-1 40,8 6-80,-1-5-16,0 1-32,1 3 8,-1-3 80,-3-1 0,-4 0 0,7 4 8,0-4-16,1 1-40,-1 0 40,-1 0-8,-3-1 16,-3-1 16,7 2 8,-1-1-40,1 1-8,-1-1-16,1 0 24,-4 0 16,-2 0 32,6-1-24,-1 0-16,1 1-40,0 1 24,1-2 48,-4 0-24,-3 1 16,6 0-16,0-1-40,0 1-16,0 1 16,-1-1 24,-4 0 16,-1-1 16,4 2-32,0 0 16,0 0-16,0 0 16,-1-1 32,-2 1-32,-2-2 8,5 2-16,0 0-8,-1 0-40,0 0 88,0 0-8,-2-1-24,-2-1 40,4 2-24,0 0-56,1-1 0,-1 1 40,1-1 40,-4 0-40,-1-1 24,4 1 8,1 1-80,-2-1-16,2 0 80,-1 0-8,-3-1-8,0 0 112,3 1-40,0-1-56,-1 2 8,1-2-8,-1 0 24,-3 1-40,0 0 40,3 0-56,1 0-40,-1 1 16,1-1 40,-1 0 40,-3 0-40,0-1 16,2 2-16,1-1-16,-2 0-8,-2 0 48,6 1-8,-7-1-16,-1 0 32,8 0-32,-3 1-48,0-1 48,-1 1-8,-2 0 8,2-1 0,0 0 24,1 1-40,0 0-8,-1-1 8,1 1 16,0 0 32,-2-1-32,-1 0 8,0 1 8,4 0-56,-5 0 0,5-1 40,-4 1 0,-1-1 0,0 0 24,4 1 8,-4-1-48,1 1 16,-1 0 16,5 0 24,-6-1-40,0 0 16,2 1-16,0 0-48,3 0 24,-4 0 8,1-1 56,-1 0-40,0 0 48,4 1-48,-4 0-32,1-1 16,0 1 16,-1 0 0,-1-1 0,1 0 72,0 1-72,1 3-56,-1-4 56,0 1 0,1 3 16,-1-5-16,-1 1 40,2 4-24,-1-4-56,1 5 40,0-4-16,-1 5 16,0-6 0,0 0 16,0 6-32,0-2-16,0 0 24,1 0-8,-1 0 16,-1-3 0,1 1 56,0 3-56,0 1-32,1 1 48,-2 1-40,0-1 64,0-6-40,1 4 24,-1 2-48,1 0-8,-1 1 8,0 1 24,0 0 56,0-7-56,0 4 56,0 3-72,0 1 0,0 1-24,0 0 24,0-1 64,0-7-48,-1 5-16,0 4 0,0 1-40,0 1 16,-1 0 80,2 0-8,-1-12-32,0 7 24,0 5-48,0 0-48,0 0 32,0 2 8,0-1 24,0-10 8,0 6 8,0 7-16,-1-1 16,1 0 48,0-1-40,0 2 16,1-14-32,0 9-16,-2 5-56,2 1 32,-1-1 24,0 1 0,1 0-8,0-15 24,0 11-40,0 5-56,-1 2-32,1-1 32,-1 0 32,1-1 8,0-17 56,-1 12-40,1 6 0,-2-2-48,1 0 88,0-1-40,1 0 56,-1-15-16,0 10 24,-1 3-64,1 3 40,0-2 16,0 0 8,0 0 16,0-15-40,0 12 32,0 2-72,0 0-16,1 1 40,-1 0 48,1-1-24,-1-13-8,1 10 0,-1 2-24,1-1-16,-1 0 24,1 0 40,-1 1 8,1-13-32,-1 9-16,0 4-8,0-2-16,0 0 40,0 1 40,0-1-16,1-12-24,-1 10-16,0 1 16,1 0-8,0 0 16,-1 0 48,0-1-64,0-10 8,1 8 8,-1 2-32,0-1 8,0 0 48,0-1-32,0 1 40,1-9-40,-1 7 40,0 1-72,0 0 8,0 1 8,1 0 8,-2-1 16,2-9-8,0 8 40,-1 0-80,0 1 40,0 0 0,0-1-8,0-1 72,1-6-64,0 5 0,-1 2-16,0 0 8,0 1-8,0 0-8,0 0 32,1-10-8,-1 8 56,0 2-96,1 0 64,-2 0-24,2 0 0,-2-1 72,2-9-72,0 9 72,-1 1-64,0-2-8,1 2-8,0-1-40,-1 0 96,1-9-48,-1 8 40,1 0-32,-1 1-8,1 0 32,-1-1-32,0 0 24,1-7-24,-2 7 56,1 0-96,0 0 40,0 0-16,-1 1 16,2-1 40,0-8-40,-1 8 56,-1-1-80,2 0 8,-2 1 48,2-1-80,-1 1 96,1-7-48,-1 6 40,1 1-56,0-1 0,-1 0-8,1-1 24,0 1 0,0-7-16,0 6 48,0-1-64,0 1 16,0-1 32,0 0-16,0 0 32,0-5-32,0 5 24,0-3-48,0 5-8,0-5 48,0 5 0,0-5-16,0-2 24,0 6 32,0-4-72,0 3-48,0-3 16,0 3-48,0-3 96,0-2-40,0 6 40,1-5-8,-1 1 8,0 0 8,0 3-32,0-4 24,0-1 24,0 2-24,1 0-24,-1 3-8,0-4 48,1 1-16,-1-1 0,0-1 0,0 2 40,0 0-80,0 0 16,2 0 24,-2 0 0,0-1 0,0-1 0,0 2 8,0 0-8,0 0-24,1 0 40,-1 0-8,0-1-8,0 0 0,0 1 16,0-1-32,0 1-8,1 0 48,-1 0-24,0-1 0,0-1-8,0 1 48,0 0-56,0 1-8,0-1 80,0 0-56,0 1 0,0-2 24,0 1 16,0 0-64,0 0 24,0 0 24,0 1 16,0-2-40,0 1-8,0 0 48,0 0-80,0 0 8,0 0 112,0 1-48,0-1-32,0-1 16,-1 1 24,0 0-56,1 1 0,-1-1 104,0 0-48,1 0-40,0-1 8,-1 2 48,0-1-64,1 0-8,-1-1 56,0 2 0,0-2-40,0 0 40,0 1 8,0-1-64,0 1-16,0 0 80,-1-1-40,1 1-8,1-1 16,-1 0 24,-1 2-48,-1-2 16,1 1 8,-1 0 24,1-1-40,2 0 40,-2 1 16,-1 0 0,1 1-8,-1-2 8,1 1 0,0 0-56,1-1 64,-1 1 8,-3 0-32,3 1-8,0-2 40,-3 1-16,4 0-56,0-1 80,-1 0 16,-4 2-64,5-1 0,-5 0-64,4 0 32,-2-1 0,3 0-16,-1 2 0,-3-2 80,3 0-112,-4 2 80,4-2-8,-2 0-24,2 0 56,1 0 16,-4 0-40,3 0-32,-4 0 16,4 0 24,-2 0-40,2 0 56,-1 0 32,-3 0-88,5 0 8,-6 0 40,2 0-8,2 0-40,1 0 112,-3 0-8,2 0-8,-2 0-8,2 0 32,-3 0 8,4 0-128,1 0 144,-5 0 56,4 0-128,-4 0 32,3 0-16,-3 0-56,5 0-32,-1 0 88,-3 0-32,2 0-56,-2 0 16,3 0 40,-4 0 0,5 0-56,0 0 64,-4 0-64,3 0-16,-3 0-16,3 0 32,-4 0 72,5 0-72,0 0 64,-4-1 8,3 0-56,-4 1 0,4 0 72,-4 0-16,4 0-72,1 0 137,-5 0-49,3 0-64,-3 0-24,4 0 64,-4 0 40,4 0-104,1 0 88,-5 0 16,4 0-56,-4 0-16,3 0 56,-3 0-16,5 0-72,0 0 104,-6 0-8,5 0-112,-4 0 0,4 0 48,-5 0-24,6 0-8,0 0 80,-5 0-32,3 0-80,-3 0 48,4 0-48,-5 0 88,6 0-56,0 0 80,-5 0-80,3 0-16,-3 0 16,5 0 16,-5 0 72,5 0-88,0 0 96,-4 0-24,3 0-56,-4 0 16,4 0 24,-3 0-56,4 0 0,0 0 112,-2 0-96,-2 0-16,4 0 24,-2 0 8,-1 0 16,2 0-48,2 0 64,-2 0-48,-1 0-16,1 0 8,-1 0 56,1 0-32,1 0-32,-1 0 48,0 0-32,-1 0-48,1 0 48,1 0 8,-1-1-8,1 0-16,0 1 64,-1 0-32,1 0-80,-1-1 48,0 0 16,0 1 0,1 0-16,0 0 48,-1-1-48,1 1-48,-1-1 48,0 0 32,0 1 16,1 0-48,0-1 24,-1 0-24,0 0-8,1 0-24,-1 1 32,0-1 0,1 1 0,0 0 0,-1-1 0,0 1-16,-1-1 32,1 0 0,-1 1 0,2 0-16,0-1 24,-2 0-24,1 1-24,-3-1 8,3 0 72,0 1-8,2 0-48,-2 0 112,0 0-72,-1 0-80,0 0 64,1 0-40,0 0 48,1 0-32,0 0 16,-1 0-16,0 0-48,0 0-8,0 0 88,0 0-64,2 0 32,-1 0 0,-1 0-48,0 0-88,1 0 24,-1 0-88,1 0 16,1 0 184,-1 0-192,0 0-80,0 0 24,0 0-16,0 0 8,0 0 32,1 0 224,0 0-297,0 0-71,-1 0-120,1 0-64,0 0-176,0 0-184,0 0 912,0 0-1136,0 0-305,0-1-311,0 0-393,0 1-919,0-1-1009,0 1 4073,1-1-3673,0 1 985,0-1 1047,-1-1 945,1 1 280,-1-1 24,0 1 392,0 0-360,0-1 32,0-3 40,0 3 32,0-3 0,0 2-104,0 3 360,0 0 0</inkml:trace>
  <inkml:trace contextRef="#ctx0" brushRef="#br0">21916 119449 5505,'0'0'0,"0"0"392,0 0-392,0 0 440,0 0 168,0 0 128,0 0 200,0 0 193,0 0 87,0 0-6281,0 0 11402,0 0-5105,0 0-71,0 0-97,0 0-96,0 0-104,0 0-12490,0 0 23996,0 0-11745,0 0-145,0 0-96,-1 1-64,0 1-40,1 0-280,0-2 232,-1 2-32,0 0-48,1 3-32,0-4 8,-1 4 0,0-4-128,1-1 112,0 5-8,-1-3-48,0 5-32,1-5 16,-1 5-16,1-6-24,-1 0 40,1 5 0,0-4-64,0 4-8,0-4 24,0 3 8,0-3 0,0-2 40,1 5-16,0-4-24,1 0-24,-1 0 8,0 1 56,0-2-40,-1 1 48,2 0-8,0-1-24,0 0-40,-1 0 8,1 0 40,0 0-24,-2 0 24,2-2 8,0 0-24,0 0-16,-1 0 16,0 0 24,0 1-32,-1 0 48,2-1 16,-1 0-48,0 0-16,-1-1 0,1 1 16,-1 0-16,0 1 64,0-1 16,0-1-40,0 1-32,0 0 8,0 0 8,0 0-24,0 2 40,0-2 0,0 0 0,-2 0-8,0 1 32,0-1 0,1 1-64,1 0 80,-2 0 0,0 1-40,0-1 40,0 0 16,0 1 0,1 0-96,0 0 120,-1 0-40,-1 0-24,1 0-16,0 0 25,0 2 7,1-1-72,0-1 104,-1 2-8,0 0-112,0 0 16,0 0 16,0 0 0,2-1-16,-1-1 64,0 2-8,0 0-72,1 0 8,-1 0 32,1 0-24,0-2 0,0 1 56,0 0-16,0 0-40,1 1 0,0-2 24,1 1 64,-1-1-88,0 0 64,1 0 24,3 0-88,-4 0 0,4-1 40,-4-1-16,2 1-24,-1 1 80,-1-3-24,4-2-56,-4 3 16,4 0 24,-3-3 0,-2 4-40,1 0 72,4-4-32,-4 3-40,0 0 32,1-3 8,0 3 40,-1 1-80,-1 0 56,0-4-24,0 3-32,0 0-16,0-1 48,0 1-8,0 0-24,0 1 40,-2-1-24,0 0 24,0 1-24,-3-1 24,3 1 32,1 1-72,0-1 40,-4 1 16,3 0-24,-4 0 40,4 2 8,-3 0 32,4-1-112,0 0 160,-4 5-80,3-5-8,-4 4 16,4-3 40,-3 4-40,4-5-88,1 0 128,-3 6-72,-2-5-72,4 5 48,-1-6 8,0 5 0,2-5-40,-2 0 72,1 4-24,0-3-80,1 4 48,0-5 0,0 4 24,0-4-40,1-1 72,0 2-24,1-1-64,0 1 32,0 0-8,3-1 24,-4-1-32,0 0 72,3 0-32,-2 0-48,3-1 8,-4 1 24,4-2 40,-4 1-64,-1 0 56,5-1 16,-4 1-104,1-1 32,0-1 72,3 1-24,-5 1-48,1-1 72,0 0-56,1 0-48,-1 0 16,1 0 32,-1 0 40,-1 2-56,0-2 48,0 1-32,0-1-16,0 0-32,0 1-8,0 0 8,0 0 32,-1 1-216,0-1-248,0 1-352,-1-1-376,1 0-497,0 1-815,1 0 2504,-1 0-3897,0 0-760,1-1 1000,-1 1 1073,0-2 1135,-1 0 769,2 2 680,0-2-760,-1-3-72,0-1-760,1 6 1592</inkml:trace>
  <inkml:trace contextRef="#ctx0" brushRef="#br0">21861 119504 8049,'0'0'0,"0"0"2201,0 0-441,0 0-488,-2 0-303,1-1-201,0-1-160,-1 2-152,2 0-456,-1-1 360,1 0-144,-1 1-72,1-1-24,-1 0-8,1 1 16,0 0-128,0-1 128,2 1 8,-1-1-16,5 1 32,-5-1-8,5 0 32,-6 1-176,1 0 192,7-1-40,-3 0-8,-1 1 24,2 0 17,0 0 7,-4 0-192,3 0 200,2 0-56,4 0-16,1 0-32,-1 0 24,0 0 48,-7 0-168,5 0 112,2 2-16,1-1-16,1 1-24,-1-1 48,0 1 24,-8-1-128,4 0 152,4 1-64,0-1 16,-1 1 0,1-1-32,0 1 56,-8-1-128,5 0 120,4 1-32,0-1-40,0 0 32,0-1-16,0 1 16,-9-1-80,7 0 80,3 0-40,1 0-16,1 0 0,0 0 32,-1 0-8,-11 0-48,8 0 40,3 0-56,0 0 8,0 0 48,2-1-32,0 0 48,-13 1-56,8 0 16,5-1-72,-1 1 40,0 0 16,0-1 40,0 1 24,-13 0-64,9 0 16,4 0-16,-1 0-24,-1 0 24,1 1 8,0-1 8,-12 0-16,8 1-40,2 1 0,1 0-48,-1-1 32,2 1 48,-1 0-32,-12-2 40,10 1 24,2 0-48,-1 0 24,0-1 0,0 2 24,-2-2 0,-8 0-24,7 0 16,2 0-56,-1 0 0,1 0 40,0 0 64,-2 0 16,-8 0-80,7 0 56,1 0-16,1 0-72,-3 0 48,1 0-72,-2 0 32,-6 0 24,6 0-40,1 1-40,-1-1 80,-1 1 16,1 0-16,-2-1-16,-4 0 16,3 2-24,2-1-40,-4 0 8,5 0 48,-3 1 16,1-1 8,-4-1-16,3 1 16,1 0-48,-3 0 0,4-1 0,-4 2 8,3-1 40,-4-1-16,-1 0 8,6 1-32,-5 1 8,1-2-8,3 0-24,-4 2 88,-1-2-40,2 0 8,-1 1-16,0 0 32,0 1-16,0-2 24,1 1-8,-2-1-24,1 0 40,0 1-56,0-1 32,-1 1 32,1-1 16,-1 1 16,0-1-80,2 0 80,-2 0-16,1 0 0,-1 0 48,1 0-8,-1 0 0,0 0-104,2 0 168,-2 0-72,1 0-16,-1 0 16,1-1-32,-1-1 40,0 2-104,1-5 152,-1 3-88,1-4 64,-1 2-23,2-1-9,-2 0 56,0 5-152,1-7 88,0-1-32,1-3 0,-1-1 16,0 0-48,1 0 72,-2 12-96,2-13 72,2 2-64,-2-2 40,0 0-40,3-1 32,-4 0-40,-1 13 56,5-13-16,-3-1-48,2 1-32,-2 1 48,5 1-8,-3 2 0,-3 9 32,1-10-8,4 3-64,-4-1 0,4 1 8,-4 0 24,4 1 8,-6 7 0,2-6 8,3 3-32,-3-2-48,2 3 32,-2 1 56,-1-1-16,-1 2-16,5-1 32,-4 0-72,1 0-24,0 1 48,-1 0 8,1 0 24,-2 0 16,2 1-16,0 4-40,0-3 24,0 6 32,0-1-16,-1 0 0,0-6 8,0 8 8,1 4-72,-1 1 16,1 3 40,-1 1-16,-1-2 16,0-14 0,1 17 32,-1-2-88,2-1 24,-1-2 64,1-2-32,-1-3 0,0-7 16,1 7 8,2-1-64,-2-1 8,0-2 32,-1 1-8,4-5 8,-5-1 56,1 7-48,1-5-8,3 4-8,-3-5-8,0 1 40,-1 3-24,-1-5 16,2 1 40,0 1-40,0-1-8,2 0 48,-2-1-16,-1 0-40,0 0 88,0 0-64,5 0-24,-5-1 16,4-1-16,-3-3 40,3 4-40,-3 0 24,0-4-8,4 2 0,-4-4-48,6 1 32,-2-2 16,-1 1-16,-4 5 16,6-8 24,1-1-40,-1 0-32,0-2 8,0 0 8,-3 3 16,-2 7 32,4-10 32,-1 1-32,1 0-48,-1 1-8,1 1 24,-2 3 0,-3 5 24,4-7-8,0 1-32,0 2-40,0 0-24,0 5 48,-1-4 32,-3 3 0,1 1 0,4-2-8,-5 1-48,5 0 24,-5 1 8,0 1 24,-1-1-16,6 1 48,-5 0-72,4 0-16,-4 0 16,4 2-16,-4 1 56,-1-1 8,5 0-8,-4 4 16,4-2 0,-4 2-16,4 1 40,-4-2-40,-1-2 56,5 7 0,-4 1-56,5 1-32,-5 2-8,4-1 56,-5-5-16,1-4 40,1 8 0,0-2-24,3 0-56,-4-1 8,1 0 64,-1-4-32,-1-2 40,5 5-16,-4-1-32,5-1-8,-5 0 0,4-1 48,-4-2-32,0-1 8,4 0-8,-3 3-8,4-4-8,-4 0 32,3 1 8,-5-2-24,1 1 56,1 0-16,4-1-40,-5 0 0,4 0 16,-3 0 8,1-2-24,-1 2 16,0-5 0,4 3-72,-4-4-16,5 1 32,-2-1-16,-2 2 56,-1 1-40,5-7 0,0-2-56,0 0 56,1-2 0,-1 0-16,-4 6 56,0 3 0,3-10-56,0 2 16,-1 0 0,1 2 24,-1 0 16,-1 5 0,-1 1 16,3-4-16,0-1-40,0 2-40,1 0 48,1 1 32,-4 4 0,-1 0-24,4-2 8,0 2-81,-1-3-23,0 5 64,0-1 32,-3 2 24,0 0-16,2-1-48,0 0 24,0 1 0,0 0 24,0 0 56,-4 1-40,0 0 32,6 1-32,-5 2-32,4-2 16,-4 5 16,5-2 56,-7-1-56,1 0 56,7 4-32,-3 0-24,-3 2-8,4 1 8,-4 0 40,2-6-40,-1 1 48,-1 5-56,5 1-8,-5-1 0,5 0 72,-5 0 0,1-7-56,0 2 64,-1 3-24,5 0-40,-5-2 33,5 1-9,-2-1 0,-3-4-24,1 1 48,2 3-40,0 0-16,1-2 8,-1 0 0,1 0 8,-4-3-8,2 1 32,1-1-24,1 4-16,0-4 8,0 5 0,-1-5 8,-2 0-8,0 1 32,2-2-24,1 1-8,0 3 0,0-3 0,0-1 32,-3 0-32,1 0 24,2 1-48,0-1-32,1 0 0,1 0 16,0 1 72,-4-2-32,1 1 24,6-1-8,-1 1 8,-1-1 16,1 0 16,0 0 8,-6 0-64,2 0 40,5 2-24,-1-2-120,2 0 48,-1 1-16,0-1 32,-7 0 40,3 0 56,3 1-96,0-1 0,1 0-16,-1 0 15,2 0 66,-8 0-25,4 0 16,3 0-32,1 0 8,0 0-9,0 0 17,1 0 25,-8 0-25,4 0 32,6 0-24,-1 0-16,0 0 8,-1 0-16,0 0 40,-8 0-24,4 0 48,4 0-64,-1 0-24,1 0 48,0 0-32,1 1 64,-11 0-40,7 0 40,3 0-80,-1 0 16,2 1 8,-2-1 16,0 0 24,-9 0-24,6 0 48,3 0-64,0 1 16,-1 0 16,0-2-32,0 2 72,-7-2-56,4 1 8,4 0-16,0 1-32,-1-2 24,1 1 32,-1-1 8,-8 0-24,6 0 40,2 0-56,1 0-24,-1 0 56,2 0-32,-1 0 48,-9 0-32,5 0 8,3 0-48,0 0 32,0-1-24,-2 1 88,1 0-32,-8-1-24,6 1 16,1-1-32,1 1-24,-1-1 40,1 0 32,-2 1-8,-6 0-24,4 0 0,2-1-24,-1 0-8,0 1 32,0-1 40,0 0-8,-6 1-32,4 0 0,0 0-32,-3 0 8,4 0 40,-4 0 24,4 0-16,-5 0-24,-1 0 0,5 0-16,-4 0 16,1 0 16,0 0-16,0 0 56,-2 0-56,1 0 16,1 0-48,0 0 64,-1 0-32,0 0 8,0 0 32,-1 0-40,0 0 40,1 0-48,-1 0 8,0 0 24,0-1-24,0 0 56,0 1-56,0 0 40,0 0-56,0 0 48,0-1-32,0 1 24,0 0-24,0-1 16,0 1-56,0 0 24,0 0-8,0 0-32,0-1 72,0 1-16,2 0 0,-2 0-56,0 0 24,0-1-8,1 1 16,-1 0 40,0 0-16,1-1 8,-1 0-32,1 1-8,-1-1 32,0 0-40,2 1 80,-2 0-40,0-1 32,1 1-64,-1-1 32,1 0 16,-1 1-16,2-2 40,-2 2-40,0-1 40,0 0-64,0 0 40,2-1-8,-1 1-8,0 0 56,-1 1-56,2-1 32,-2-1-88,2 1 56,-1-1 8,0 0-8,1 1 88,-2 1-88,1-2 24,0 1-40,0 0 32,-1-1 16,2 1-8,-1 0-24,-1 1 56,0-1 0,1-1-72,-1 1 0,1 0 56,-1 0 8,2 0-48,-2 1 40,0-1 56,0 1-112,0-1-24,0 0 56,0 1-16,0 0 0,0 0 8,-1 0 48,0 0-96,1 0 16,-1 0 32,0 0-32,0 2 24,1-2 40,-2 2-16,0 0-64,1 2 0,-1-2 16,0 0 32,0 2-8,2-3 16,-2-1 0,1 2-48,0 3-8,-1-4 40,2 1-8,-1 0 8,1-2 24,-1 2 16,1 0-64,-1 0 8,0 0 56,1 0-8,-1-1-32,1 0 40,-1 0 24,1 0-88,0 0-16,0 0 64,0-1-8,0 1-16,0 0 40,0-1 0,0 1-64,0-1-64,2 0 40,-1 0-8,0 0 56,-1 0-40,2 0 80,-2 0-80,2 0 40,-1 0 8,0 0-8,0 0 0,0 0 16,-1 0 8,2-1-64,-1 0 32,1 0 16,3-1 8,-4 1-16,-1 1 16,2-2 48,0 0-48,0 0 0,0 0 80,-1 0-88,1 1-8,-2 1-24,2-2 80,0 0-128,0 0 32,0 0 96,-1 0-72,0 1 16,-1 0 40,1-1 8,-1 0-40,1 0-8,-1 0 48,0 0-24,0 1-24,0 0 16,0-1 40,0 1-88,-2-1 8,0 0 64,0 0-24,1 1-16,0 1 24,0-1 32,-2 0-56,1 0-40,0 1 64,-4 0 8,5 0-32,1 0 16,-3 1 8,-2 1-64,3-1-16,0 5 80,-3-5 8,3 0-32,2 0 56,-2 4-32,0-4-64,-1 3-16,1-2 16,1 3 56,0-4-16,1-1 40,-1 5-16,0-4-8,1 1-32,0 3 8,0-4 32,1 1-24,0-2 16,0 2 8,0 0-48,1 0-8,0 0 48,0-1 0,-1 0-16,0-1 80,4 2-24,-4-1-40,1-1-32,-1 0 48,5 0-24,-6 0-8,1 0 104,0 0-48,1-1-48,0 0-8,0-1 16,0 1 24,-1-1-40,0 2 56,0-2 0,0 0 32,0 0-48,0 0 32,-1 0 8,0 0-80,0 1 72,0-1 16,0-1-104,0-2-8,0 4 24,0-5-16,-1 6 16,0-1 72,0-4-16,0 3-72,-1 0 16,0-3 16,0 3 8,1 1-24,1 0 56,-2-1-24,1-1-88,0 1 24,-1 1 24,1-1 16,0 2-8,0 0 16,-1 0-16,1 0-56,0 0 0,-1 1 72,0 1-16,1 0 0,0 1 24,0-2-24,0 0-72,-1 5 16,1-5-24,0 4 8,0-3 72,1-2-128,-1 5-120,0-3-240,1 4-328,0-4-329,0 3-415,0-4 1560,0 0-2072,1 5-761,1-5-1160,4 4 232,-4-4 993,4 1 967,-2-2 1801,-2 0-800,4 0 336,2 0-24,2-1 0,1-6 8,3 0-136,-7 2 616,1 1-448,-8 4 448</inkml:trace>
  <inkml:trace contextRef="#ctx0" brushRef="#br0">24864 119526 8345,'0'0'0,"0"0"1617,-2 0-193,2 0-1424,-5 0 800,3 0-336,-3 0-120,3 0 32,-1 0 120,-2 0 89,5 0-585,-1 0 664,0 0-56,-2 0-40,1 0 0,0 0 16,0 0 88,2 0-672,-2 0 697,1 0-17,0-1-16,0 0-32,0 1-56,1-1 8,0 1-584,-1-1 560,1 0-72,0 0-31,0-1-1,0 0-32,1 1-8,0 0-416,0 0 376,1 0-72,0 0-32,0-1-16,-1 1-32,5 0 40,-6 1-264,0-1 200,6 1-56,-6-1-24,7 0 8,-5 1-16,5 0 40,-6 0-152,3 0 88,1 0-16,2 0-16,1 0 0,2 0 32,2 0 0,-10 0-88,10 1 48,3-1-32,2 0 16,1 0-8,1-2 24,0-3 24,-16 4-72,13-3 56,4-1-56,1-1 16,1 1 17,-1-1 23,1 1-8,-18 4-48,13 0 56,4-5-96,0 5-64,-2-4 88,0 3 0,-1 0 64,-14 2-48,10-2 24,1 1-48,1 0 8,-2 0 16,-1 1 56,1 0-8,-12 0-48,8 0 16,2 1-32,-2 0 16,-1 0 16,0 1 8,-2 0 40,-6-2-64,4 2 24,1 0-32,-1 3 8,0-5 8,-4 2 8,6 0 48,-7-2-64,1 1 16,1 0-48,3 0 48,-3 1-16,-1-1 16,1 0 24,-2-1-40,2 0 16,-1 1-56,0-1 24,-1 1 16,1-1-32,-1 1 64,0-1-32,1 0 24,-1 2-48,0-2 40,0 0-48,0 0 64,0 0-32,0 0 8,0 0-96,0 0 0,0 0-104,0 0-161,0 0-87,0 0 1593,0 0-2922,0 0 945,0 0-136,0 0-240,0 0-249,0 0-215,0 0 9530,0 0-17789,0 0 7315,2-1-793,-1-1 305,0 1 751,0-1 745,-1 1 1600,2-3-800,0 2 103,0-4-207,0 3-400,3-3-344,-5 6 1648</inkml:trace>
  <inkml:trace contextRef="#ctx0" brushRef="#br0">25482 118661 6409,'0'0'0,"0"0"320,0 0-320,0-2 176,0-4-88,0 4-32,0-5 0,0 1-8,1-1 16,-1 5-64,0-4 48,1-4 32,-1 0 56,2 0 120,-2 0 120,1 1 136,-1 7-512,0-5 632,1-1 33,-1 3 55,0 0-8,0 3-40,0 0-64,0 1-608,0 0 488,0-1-88,0 1-80,0 0-55,0 1-25,0-1-8,0 1-232,0 0 288,0 0 48,0 1 72,0 0 80,0 5 24,0-1-8,0-4-504,0 4 456,0 3-104,0 6-16,0 4-24,-1 5-15,0 3-41,1-22-256,0 20 208,-1 8-56,0 1-16,1 2-40,-1 0-8,0 4 24,0-34-112,0 27 88,0 7-16,0 0 8,-1 3-16,0 0-16,0 3 24,1-40-72,-1 35 80,0 6-96,-4 0 8,4 2 32,-3-2-8,3 2 40,2-42-56,-5 35 80,3 7-64,-3 0-56,4-2-24,-1 2-16,-1-1 32,3-44 48,-2 40 16,1 3-16,1-1 24,0 0-24,0 0-24,1-2 32,-1-39-8,5 35 24,-3 3-32,4 1 8,-1-3-16,1 2-24,-2-1 56,-3-39-16,4 37-16,0 2-16,0 1-8,0-1 24,0-2-8,0 0 16,-4-37 8,3 35 24,1 0-88,-3-1 24,4 0 8,-4-1-24,3 0 32,-5-34 24,1 32-24,4-1-40,-4 0-8,1-2 32,-1 0 16,0-1 16,-1-28 8,1 26 8,0 2-40,-1-3 0,2 2 48,-2-2-32,1 1 32,-1-26-16,0 25 0,1-1-72,0 0 8,1 0 24,0 0 8,0-1 32,-2-24 0,2 22 8,0 0-32,-1-1 16,1-2 16,0 0-32,0 0 24,-2-19 16,2 18-16,-1 0-40,5-1-8,-6 0 8,2 0-24,0 0 64,-2-16-24,5 16 0,-5 2-32,2-1 0,-1 0 48,0-3-16,0 2 24,-1-16 24,0 14-64,2 3-16,-2-2-16,0 0-8,0 1 0,0-3 80,0-13-120,0 13-89,0 1-103,0 0-64,0-2-72,0 1-16,-1-2 464,1-11-504,-1 10-56,-1-1-112,0-1-160,0-2-225,0-2-383,0-3 1440,2-2-1856,-2 4 119,0-4 313,0 0 368,0 0 264,0 0-385,-2-1 1177,3 1-2880,1 0 2880</inkml:trace>
  <inkml:trace contextRef="#ctx0" brushRef="#br0">25428 118485 8561,'0'0'0,"0"-1"3153,0 1-1129,0-2-935,0 0-417,-1 1-224,1 0-448,0 1 304,0-2-32,0 1-72,0 0 16,2 0 56,-1 0-40,3 0-232,-3 1 232,1-1-32,4 1-104,0-1-16,0 1 16,3 0-32,0 0-64,-8 0 80,12 2-8,2 3-56,1-3-8,1 4 16,0-4 16,-1 4-40,-13-5 32,14 1 8,2 6-40,1-3-48,-1 1 32,1-1 16,-3-1 0,-14-2 16,18 3 16,2 0-40,-1 0 8,1 2 48,0 0 32,-3-2-80,-16-4 113,19 6 31,1 1-32,1 0 16,1 0 32,0 1-8,-4-2-152,-17-5 144,21 7 32,1 0-64,0-1-24,0 2 8,1-1-8,-5-2-88,-17-5 88,24 8 16,-1 0-16,0 0-40,0 0 40,1-1-8,-7-1-80,-17-6 64,24 8 0,0 0-80,-1 1 32,2-1 24,-1 0-16,-6-2-24,-17-6 8,24 9 32,0 1-40,0-1 0,0 1 24,-1 1 8,-7-3-32,-16-7 24,25 11 24,-2 2-96,1 0-16,0 0 48,-1 1-32,-8-5 48,-15-7 8,24 13 32,-1 0-64,1 2-24,-1-1 48,0 1-16,-9-7 16,-13-8 16,22 13-8,0 0-32,0 0 24,-1 0 0,2-1 24,-10-5-24,-12-7 0,22 11 40,2 0-16,-2-1-8,1 2 32,-1-2-32,-11-6-16,-9-4 48,20 10 8,0 0 16,1 0-32,0-1-56,-1 0 32,-10-4-16,-11-6 24,21 10-8,0 1 24,0 0-56,-1 0 0,1 0 56,-11-5-40,-10-5 56,19 9-8,0 1-48,0-1-88,-1 0 0,1 1 32,-13-5 56,-6-5-8,16 10 56,1 0-48,-2 0-24,0 0-32,-1 0 24,-9-6 32,-6-3 0,14 8-32,-1 0 32,-1 1-24,0-1 40,-2 0-8,-7-6-8,-5-3 32,13 9-24,-1-2-32,-1 0 0,0 1 8,0 0-32,-9-6 48,-3-1-24,10 6-8,-2 1-32,1-2 56,0 0-8,-2-1 16,-5-5 0,-3-1 16,8 6-16,0-2-56,-2 0 8,0 1 24,0-1 8,-5-3 16,-1-1 24,6 4-24,-1 0-32,0 0-24,-2-2 56,-1 1 0,-2-3 0,-2-1 40,5 5-24,-2-2-32,1 2-8,-1-2 24,-1 1 8,-2-3-8,-1-1 16,3 4-32,0 0-16,0 0 16,0 0 40,0 0 16,-4-3-40,0-1 48,4 4-48,-3 0-8,3-2-8,-4 2 16,4-2 24,-4-2-24,-1 0 16,5 3-16,-3 0-24,3 0 0,-4 0 8,4-4 16,-4 2 0,-1-1 16,6-1-48,-5 3 0,0-4-8,4 4 24,-4-4 16,1 0 0,-2 0 32,2 0-8,0 1-64,0 0 16,0 0 8,0-1-8,-2 0 24,1 0 48,0 0-16,0 1-24,1-1 56,-2 0-24,0 0 24,0 0-64,0 0 104,0 0-16,0 0 16,0 0 24,0 0 0,0 1 24,0-2-152,0 0 168,-1 1-48,-1 0-16,0 0 0,0 0-24,-2 1 24,3-2-104,0 1 88,-4 0 24,2 0-64,-3 1 24,0 0-8,-1-1-16,4 0-48,-1 0 96,-5 1-32,-1 0-8,0 3 8,-2-3-8,-1 4 24,9-6-80,-4 2 32,-5 4 8,-2 0-56,0-1 32,-1 0-8,-1 2 48,10-5-56,-4 2 40,-9 2-64,1 1 8,-2 2-40,1-2 56,-2 1 32,14-6-32,-6 4 80,-9 2-56,-1-1-8,-1 3 8,-2-1 0,-1 2 64,18-7-88,-7 3 65,-12 4-25,0 1-40,-1 0-16,-2 2 64,1-1 72,20-8-120,-11 5 144,-10 5 8,-2 1 16,0 0-48,-1 2 32,0 0-16,24-12-136,-14 7 104,-11 6-96,-1 0 8,0 1 24,-1 2-48,1 0 56,25-15-48,-14 9 16,-12 6-72,-1-1 32,1 2 40,0-1-8,0 0 48,28-16-56,-17 9 32,-11 7-80,2-1 8,-1 0 16,-1 0 24,3 0 80,26-16-80,-18 11 112,-9 4-24,1 0-48,-1 0 40,2 0-8,0 2 40,25-17-112,-16 11 88,-10 6-48,2-2-16,1-1-24,1 1 72,-1-1-32,25-15-40,-17 11 16,-7 4-40,0 0-8,1-1 32,0 0 40,2 0 32,21-15-72,-15 10 0,-7 5-8,-1-1 8,3 0 8,-1 0 24,3-1 40,19-13-72,-14 9 8,-5 5-8,-1-1-8,1 2 16,0-1 24,-1-1-16,22-12-16,-15 8 16,-3 2-80,0 0 40,1-1 48,-1-1 8,1 0 8,18-11-40,-15 8 0,-2 2-56,3-2 16,-1 0 0,1 0 8,-1 0 32,16-8 0,-12 6-16,-2 1-24,-1 0-48,2-1 64,1 0-8,-1 2-24,13-8 56,-11 6-56,-1 1-136,-1 0-64,2 0 8,0-1-24,0 1 48,12-7 224,-9 5-216,-1 1-32,1 0 72,0-1 39,0-1 17,1 1 40,8-5 80,-7 0-120,0 7-56,0-4 0,1-2-128,0 4-128,1-4-216,5-1 648,-4 4-984,0-4-448,3 1-585,-4 2-864,4-4-855,0 2 503,2-2 3233,-2 1-2272,-1-1 911,0 0 817,1 0 200,0 0-112,-3-2-112,4 2 568,0-2-1336,1 2 1336</inkml:trace>
  <inkml:trace contextRef="#ctx0" brushRef="#br0">25704 119395 15899,'0'0'0,"-1"0"2456,1 0-1151,-2 0-697,2 0-256,-1 0-16,0 0 88,1 0 120,0 0-544,0 0 672,0 0-32,0 0-23,0 0-57,1 0-56,1 0-48,-2 0-456,2-1 384,3 1-96,-3-1-80,4 1-32,-1-1-32,1 0-32,-6 1-112,6 0 120,2-1-96,2 0-8,0-1 0,2 1-48,-1-1 32,-9 1 0,9 0 0,2-1-112,-1 1-16,1-1-136,-1 0-192,0 0-160,-11 2 616,11-1-800,0-1-248,1 0-249,-1 2-343,1-2-393,-1 1-655,-12 1 2688,11-1-3657,0 1 128,0 0 905,-1 0 879,-2 0 809,-1 0 136,-7 0 800,5 1-2088,-5-1 2088</inkml:trace>
  <inkml:trace contextRef="#ctx0" brushRef="#br0">25911 120502 13130,'0'0'0,"-1"0"3481,1 0-3481,0 0 1360,-2 0-615,0 0-361,0 0-160,1 0 32,-1 0 128,1 0-384,0 0 480,0 0 104,0 1 0,-1 0-8,2 1-8,-1 3-32,1-4-536,-1-1 521,1 6-89,-1-4-72,1 6-40,0-2-24,0 3-40,1-3-256,-1-2 192,2 9-32,0 1-120,0 1 16,-1 0 8,0-1-40,0-5-24,-1-3 88,1 8-64,-1-2-32,0 0-24,0 0-8,0-1-32,0-4 72,0-2-128,0 5-200,0 1-232,0-2-296,0-1-313,0 0-335,0-5 1504,0 0-1968,0 2-633,0-3-840,0 5-503,0-6 943,0 1 1000,-1-1 2001,1 0-1136,0 0 560,-1 1-488,0-2-504,1 0 1568</inkml:trace>
  <inkml:trace contextRef="#ctx0" brushRef="#br0">25869 120641 16587,'0'0'0,"0"0"0,0 0 3193,-1 0-1697,-1 0-600,-1 0-248,1 0-15,-1 0 63,3 0-696,-2 0 736,0 0-64,0 0-72,1 0-72,-1 0-32,0 0-56,1 0-440,1 0 384,-2 0-87,1 0-73,0 0-16,1 0-24,-1 0-8,1 0-176,0 0 184,0 0-64,1 0-72,1 0 24,4 0-8,-4 0 8,0 0-72,2 0 112,-3 0-72,6 0-56,-2 0 16,0 0 0,0 0-16,-3 0 16,2 0 32,1-1-48,1 0-56,-1 1-48,1 0-144,-1-1-152,-3 1 416,2-1-648,2 1-249,-1-1-263,0 0-248,1 1-281,-1-1-495,-3 1 2184,2-1-2929,2 1-1208,-1 0-319,1-1 1223,-1 0 1080,1 1 1081,-4-1 1072,1 1-520,2-1-160,0 1-936,-5 0 1616</inkml:trace>
  <inkml:trace contextRef="#ctx0" brushRef="#br0">25477 120706 10866,'0'0'0,"-1"0"2792,1 0-1655,-2-1-553,1 0-584,0 1 400,0 0-8,0-1 72,-1 0 136,2 1 120,-2-1 24,1 0-744,1 1 737,-1 0-65,-1-1-120,1-1-40,-1 1-96,0 0-56,0 0-360,1 1 328,-5-2-24,4 0-8,-5 1 0,1-2 33,-2 1-17,1-2-312,5 3 312,-8-1 48,-3-4-128,-1 3 24,0-3 32,0 4-72,1-1-216,10 3 224,-12-6-40,-2 5-80,-2-1-24,0-1 48,-1 1-8,3 0-120,13 2 112,-17-3 0,0 0-64,-1 0-24,0 1 40,-1 0-40,6-3-24,12 4 56,-17-1 80,1 0-96,-1-6 16,0 6 8,0-4-56,7 4-8,10 2 32,-15-6 40,1 4-40,1 0 0,2-1-8,0 1 8,4 0-32,9 2 16,-12-2 24,-1 1 8,1 1-48,0-1 24,1 1-8,5 0-16,6 0 48,-9 0 8,1 0 0,0 0-40,2 1-16,0 1 16,3-2-16,4 0 0,-7 1 0,2-1 0,0 1-48,2 1 48,-1-1 16,5 0-16,0-1 32,-6 2 0,5-1-64,-1 0-24,1 1-24,-1 0 56,1-1 24,1 0 0,-1 1-16,0 0-32,1 4-24,-1-4 48,1 6-8,0-4 32,1-2 16,-2 6-48,1 2-8,0 1-32,0 2 56,1 1 16,0-3 0,-1-6 24,1 11 56,0 4-72,0 2-32,0 2-8,0 1-24,0-7 56,0-8 0,0 18 40,0 3-80,0 0 24,0 1-32,0 2 40,0-13 8,-1-9 8,1 22-16,0-1-40,0 3-8,-1-1 72,1 1 8,0-13-24,0-10 48,0 22-8,1 3-96,-1-1 0,2 0 56,1 0-32,-2-14 32,0-7 48,4 21-40,-4 3-88,1 1 48,4-1-88,-6 0 80,1-17 40,0-7 40,5 22-112,-6 2 88,1-2-72,2 0 16,-2 0 64,0-17-24,0-5 16,0 20 24,1-1-80,0 0-48,-1-1 16,1-2-16,0-15 88,-2-4-40,6 15 56,-6 0-16,2-3-32,3 1 16,-3-2 8,-1-12 8,-1-1-32,6 10-40,-4-2-16,4-2-40,-4-1-24,5-1-80,-6-8 232,-1-1-264,6 7-168,-4-1-128,0-2-40,3-1-161,-5-1-103,1-5 864,0 0-1048,1-1-264,0 4-385,0-5-519,0 1-681,0-2-639,-1 0 3536,0 0-2833,0 0 872,-1 0 817,0 0 712,0-3 16,-1-4-160,1 3 576,-1 1-1176,-1-5 296,2 8 880</inkml:trace>
  <inkml:trace contextRef="#ctx0" brushRef="#br0">24419 122549 6345,'0'0'0,"-1"0"2248,0 0 97,-1 0-233,2 0-2112,-3 0 1657,1 0-393,-2 0-168,3-1-96,-1 1-111,-1 0-105,3 0-784,-2 0 680,1 0-184,0 0-32,0-1-8,1 1-40,0 0 24,0 0-440,0 0 376,2 0-80,4 0-15,-4-1-9,5 0-8,-1 1 8,-6 0-272,7-1 304,1 0-64,3 1 0,3-3 8,4 2 0,3-5 8,-20 6-256,20-3 224,3-4-64,-1 0-32,1-1-16,-1 1-40,-1-1 0,-21 8-72,19-7 0,2 0-24,-3 0 48,3 1 8,-3 1 8,-1-1-40,-18 6 64,18-5-8,1-2-112,-1 5 72,0-5-32,-1 5 16,0-3 0,-17 5 56,15-2-56,0 0-40,-1 0 24,1 1 0,-3 0-32,1 0 48,-13 1-72,11 0-56,0 0-112,-2 0-80,1 2-80,-2-1-144,0 0 544,-8-1-680,8 2-184,-1-1-225,0 1-191,-1 0-176,-4-1-201,5 0 1657,-7-1-1952,2 2-345,6-1-351,-7-1-249,5 1 737,-6-1 712,1 0 1448,0 0-833,0 0 521,0 0-144,-1 0-528,0 0-840,0 0 1824</inkml:trace>
  <inkml:trace contextRef="#ctx0" brushRef="#br0">24615 122683 4536,'0'0'0,"-3"0"617,1 0 71,1 0 232,-2 0 248,-3 0 56,5 0-1224,0 0 1177,-2 1-81,-2 1-128,3-1-80,-1 1-31,-2-1-41,3 0-816,2-1 824,-4 2 8,-1-1-72,4 1-8,-1 0 17,-1 0-57,2-1-712,0 0 648,-1 1-96,0 1-184,0-2-88,1 2-32,0-2-24,1 0-224,0-1 264,0 2-16,0-1 16,2-1-8,4 1 40,-4-1-23,2 0-273,-1 0 256,3 0-24,0-1-96,2-1 16,4-5-40,2 1-32,-6 1-80,0 1 112,9-6-96,2 0 24,-1 0-8,-1 0-24,-1 2 40,-8 4-48,-2 1 64,8-5-88,-1 2 8,-2 0 16,1 0-56,-2 4 16,-4-1 40,0 0-152,4 1-128,-1-4-88,-1 4-121,0 0-87,-2 0-152,-3 1 728,0 1-936,-1-2-296,6 1-281,-7 0-415,4-1-440,-3 2-441,-2-1 2809,1 1-2977,1 0 745,0 0 735,-1 0 657,-1 0 376,0 0-344,0 0 808,0 0-2072,0 0 2072</inkml:trace>
  <inkml:trace contextRef="#ctx0" brushRef="#br0">24777 122793 16419,'0'0'0,"-1"0"5561,-1 0-3992,0 0-673,-4 0-400,5 0-496,0 0 296,-1 0-112,0 0-88,-2 2-8,2-1-32,0 1 0,1-1-56,0 0-48,-1 2-160,0-1-160,0 0-216,-1 0-248,2 0-377,1-2 1209,-1 2-1848,-1 0-969,1 0-1360,0 0-136,-1 0 1161,1 0 1047,0-2 2105,1 1-1128,-2 1 32,0-2-600,2 0 1696</inkml:trace>
  <inkml:trace contextRef="#ctx0" brushRef="#br0">17385 118128 4416,'0'0'0,"0"0"337,0 0-121,0-1 56,0-1 200,0 0 344,0 1 320,0-1-1136,0 2 1416,0-2 105,0 0-81,0 0-96,0 0-103,0 1-113,0-1-1128,0 2 1064,1-2-112,-1 1-128,0-1-87,0 0-49,1 0-32,-1 1-656,0 1 584,0-1-40,0 0-136,0 0-48,0 0 40,1 0-80,-1 1-320,0 0 337,0 0-33,0 0-112,0 0-16,0 2 16,0-1-24,0 4-168,0-5 184,0 2 0,0 4-120,0-4 48,0 4 32,0-1-48,0 0-96,0-5 128,0 7-16,0 0-128,0 0 8,0 0 48,0 0-8,0-1-32,0-5 0,0 5 56,0 0-72,0 0-40,-1 0 128,0 0-104,0 0 32,1-6 16,-1 6 8,0-1-80,0-1 16,0 1 8,1-3 24,-1 3 8,1-5-32,-1 2 16,1-1-80,-1 1-32,1 0 16,0-1-72,0 0 184,0-1-224,0 0 72,0 0-40,0 0 8,0 0 104,0-1-40,0 1 120,0-1-136,-1-1 40,1-2-88,-1 2 40,0-4 104,1 4-56,0-3 96,0 4-32,-1-1 7,0-5-87,1 2 48,-1-1 24,0 1 16,1 1 24,0 3-16,-1-5 40,1 0-32,0 0-32,0 1 8,0-1-48,0 2 80,0 3-80,0-5 24,0 1 32,0 0-16,0 1 96,0-1-32,0 2-24,0 1 0,1-2 24,0-1-112,0 0 8,1 1 40,-2-1-16,2 1 56,-2 3-24,5-3-16,-4 1-16,4-3 8,-4 4 32,5-4 0,-5 4 16,-1 2 16,6-6 0,-5 4-32,5-2-8,-4 3 24,4-1-16,-5 1 16,-1 0 40,7 0 0,-5 0-64,3 0 8,-3 1 16,3-1 0,-4 1 0,-1 0 80,5 0 24,-4 0-40,4 1 16,-4 1 40,1-1 16,-1 3-136,0-3 216,0 1-39,0 3-25,-1-3-16,0 5-32,0-2 48,0 0-152,0-4 168,0 7-8,-2-1-48,1 2 56,-2-1 8,1 0 40,0-3-216,2-2 280,-2 5-56,0-1-56,-1 0-40,1 0 0,1 0 16,-1-3-144,2-2 184,-2 4 0,0 0-64,1-1-64,0 0 40,0-1-24,1-2-72,-1-2 136,1 7 8,0-6-120,0 4 24,0-4 24,0 1-40,2 1-32,-2-1 96,1-2-32,0 1-48,0 1-8,1 0 40,-1-1 40,0 0-88,0 0 88,1-1-56,3 2-32,-4-1-16,4 0 32,-4 0-8,2 0-8,0-1 16,-2 0-16,5 0-88,-4 0-24,5 0-128,-6 0-240,3 0 480,-1 0-688,-1 0-424,5 0-392,-6 0-417,6 0-591,-5 0-1081,1 0 3593,0 0-4345,-2-1 952,6-1 953,-5 1 1071,4-1 777,-4 0-104,1-1 696,-1 1-992,0 0-512,-2 2 1504</inkml:trace>
  <inkml:trace contextRef="#ctx0" brushRef="#br0">17397 119233 11522,'0'0'0,"0"0"2569,0 0-1433,-1 0-592,1 0-120,0 0-424,0 0 424,0 0 0,0 0 32,0 0 48,0 0 16,0 1 1,0-1-521,0 1 448,0 1-32,0 4-56,0-4-8,0 3-8,0-4-56,0 1-288,0 3 232,1 0-80,-1 0 8,1 1 8,-1 0-48,1 0 24,-1-5-144,0 4 104,0 1-48,0-1-16,0 0 0,0 0 32,0 0-16,0-4-56,2-1-16,-2 7 16,0-5-8,0 3 16,0-4 104,0 0-48,0-1-64,0 1 16,0 0-16,0-1-16,0 0-8,0 0 32,0 0 8,0 0-16,0-2-16,0-3 16,0 3-40,0-4 16,0 1 48,0-1 8,0 5-32,0-5 8,0-2-16,0 0-24,0-1 8,0 1 8,0-1 72,0 9-56,0-7 16,0-1-32,0 1-8,0 1-16,0-1 0,0 1 24,0 6 16,0-4 16,1 2-56,-1-3 24,1 3 32,-1 0-8,1-2 8,-1 3-16,1 1 40,0-2-96,1 0-8,-1 0 56,1 1-32,-1 0 48,0 1-8,0-1 56,1 1-72,2 0 40,-2-1 8,-1 1-24,4 0 88,-5 0-96,1 0 80,1 0-16,0 1 16,3 1 16,-5 0 0,2 0 80,-2-2-176,2 2 177,3 2-57,-4-3 32,0 4-8,1-3 8,0 4 56,-2-5-208,2 3 224,-1 1-64,0 1 40,0-1 24,0 1 0,-1 0 8,0-6-232,1 7 248,-1-1-96,0 0 16,0 0 8,0 0-8,0 0 64,0-6-232,0 5 192,0 0-96,0 0 24,0 0 8,0-1-24,0-2-104,0-2 144,0 7 8,0-5-80,0 3-32,2-4 48,-2 4-8,1-4-80,-1-1 72,0 2 48,1 2-112,0-2 41,-1 0-65,1-1 16,-1-1 72,1 2-8,1 0-80,-1-1 0,0 0 48,1 1-16,-1-1-16,0-1 40,0 1-24,4-1-88,-4 0-16,1 0 23,4 0-55,-5 0 120,-1 0-288,8 0-224,-4-1-384,1 1-312,1-2-248,0 0-433,1 1 1889,-6 1-2504,6-3-1377,1-2-648,0 4 1032,0-2 1041,0-1 1159,-2 2 1297,-5 2-608,6-2-128,0-3-320,-2 4-64,-5 1 1120</inkml:trace>
  <inkml:trace contextRef="#ctx0" brushRef="#br0">18544 120432 8257,'0'0'0,"-1"0"2697,1 2-409,-2-1-871,0 4-449,1-3-968,1-2 800,-1 5 24,-1-3-104,2 5-64,-2-2-55,1 0-137,0 0-464,1-3 400,-1 6-32,1 0-104,-1 1-32,1 1 0,0 0-56,0-2-176,0-6 160,0 8-24,0-2-56,1 1-24,-1-3 32,1 1-24,-1-2-64,0-4 104,2 4-32,-2-3-24,0 4-16,0-5-8,0 0 40,0 0-64,0-1 56,0 2 8,0-1-24,0-1-16,0 0 40,0 0-24,0-1-40,0 1 56,0-2 0,0 0-56,0-3-16,0 0 32,-1 0 8,1 1-24,-1 3 56,1-6 8,-1-1-24,1 0-80,-1-2 16,0 1 32,1 2-8,0 4 32,0-5 32,-1-1-64,1 2-24,0 0 8,0 0 0,0 3 16,0 2 72,0-3-32,0 0-40,0 4-32,0-4 8,0 3 8,1 1 16,-1 0 32,0-4-8,1 4-48,1-1 8,0 0 0,0 1-8,-2-1 24,1 2-16,4-1 48,-4-1-64,1 2 32,3-1 40,-4 0-40,2 1 0,-1 0 40,-1 0-8,4 0-48,-4 0 16,4 0 24,-4 0-24,0 0 0,0 0 56,4 2-16,-5-1-24,2 1 8,0 0 16,3-1 40,-5 1-80,1-2 112,0 2 25,1 0-17,0 0 0,-1 2 88,1-3 0,-1 2-208,-1-1 232,2-1-8,-1 4-32,0-3 32,-1 3 24,0-3-24,0 2-224,0-2 248,0 0 8,0 4-48,0-4-16,-1 5 8,0-6-16,1 3-184,0-1 208,-1-1-48,0 4-48,1-4 8,-1 4 8,0-4 32,1 2-160,0-2 152,-1 0-80,1 3-16,0-3-8,0 3 57,0-4 55,0 1-160,0 0 104,0 0-24,1 2-56,0-3-32,0 1 64,1 0-24,-2 0-32,1 1 16,0-3 24,1 2-72,3-1 48,-4 1 48,4 0-32,-4-2-32,-1 1 40,6 0-24,-4 0-72,4-1-24,-1 2 8,-1-2-152,-1 0 224,0 0-457,2 0-439,0 0-520,1-2-528,1 0-793,0-2-1592,-4 3 4329,1 0-5217,4-5 1208,0 0 1224,-1-1 1369,0-1 880,0-3-32,-5 6 568,1 0-608,-1-6-280,-2 11 888</inkml:trace>
  <inkml:trace contextRef="#ctx0" brushRef="#br0">19906 116335 5521,'0'0'0,"0"0"1264,0 1-168,-1 3-1096,1-3 808,0 0-192,-1 6-119,1-1-49,0 0 8,0-1-8,0 2-448,0-7 504,0 7 16,0 0-16,1 0 8,-1-1 32,2 1-7,-2 0-537,0-7 520,1 5-32,0 2-80,-1-2-40,1 0-8,-1 0 0,1-1-360,-1-4 392,0 2 8,2 4-16,-2-4-24,1 4 24,-1-5-15,0 0-369,0-1 368,0 2-32,0 0-64,0 0-48,0 0 0,0-1 8,0 0-232,0-1 208,0 0-48,0 0-64,0 0-72,0 0 40,0 0-16,-1-1-48,1 1 96,0-2-32,-1 0-64,0-3 8,1 4-16,-1-5 16,0 1-8,1 5 80,0-5-56,-1-1 8,1-2-8,-1-1-24,1-1 40,-1 1-40,1 7 0,-1-8 24,1-1-24,0 1-40,2 1 120,-1 0-72,0 2-8,-1 6 32,6-7 32,-5 1-64,4 0 24,0 0 32,0 1-32,-1 2-24,-4 3 40,5-5-16,0 2-24,0-1 0,-1 3 16,1-3-8,-1 3-8,-2 2 16,3-5 24,1 3-56,0 0 8,-1-1 32,1 2-8,-3-1-16,-2 2 0,1-1 24,4 0-8,-4 0 8,3 1 64,-3 0 8,2 0-96,-3 0 96,0 0 16,4 1-16,-4 1 24,1 0 64,0 2 24,-2-3-208,1-1 265,0 5 7,-1-3-40,0 5-24,0-3-40,-1 2 48,0-2-216,0-3 184,-4 7 24,2 1 0,-4 0-24,2-1 40,1 1 8,0-3-232,2-4 296,-3 7-8,0-1-56,1 0-16,1-1-104,-2 0 80,3-3-192,1-2 184,-4 4 8,3 0-32,0 0-56,-1-2 16,1 2-16,1-3-104,0-1 121,0 2-33,1-2-48,-1 4-8,1-4-16,0 4 16,0-4-32,0-2 24,0 2 24,1 2-32,1-2 0,2-1 0,-2 1 0,2 1-16,-2-1 40,2-1-8,2 0-80,0 1-8,1-1-8,2 0-8,-4 0 72,-1 0-241,6-1-231,2 0-400,-1 0-512,1 0-480,2 0-713,-6-1 2577,-3 1-3609,9-1-1256,-1-1 720,0 1 1201,-2-2 1143,1-2 1113,-5 2 688,-3 1-544,7-2-64,1-2-168,-1 2-112,-11 4 888</inkml:trace>
  <inkml:trace contextRef="#ctx0" brushRef="#br0">23220 118628 7921,'0'0'0,"0"0"2849,0 0-2849,0 0 2504,0 0-991,0 0-433,0 0-24,0 0 112,0 0-23,0 0-9611,0 1 17980,0 1-8578,0 0-176,0 3-144,0-3-24,0 4-151,0-3-441,0-2 472,0 4-48,0 2-120,0 1 32,-1 2-80,0 1-8,0-2-248,0-6 232,-1 9-48,-1 1-40,1-1-56,0 1 56,-3-1-32,4-3-112,0-5 128,-1 8 32,-2 0-144,2-1 16,0 0-24,-3-1-8,4-2 0,1-6 88,-2 7-72,-1-1-16,2-1-40,-1-1 8,1-4 0,0 2 32,1-3-8,0 1-8,-1-1-104,1 0-8,0-1 0,0 0 8,0 0 120,0 0-56,0 0-40,0 0-32,0-1 0,0-4 24,0 3 48,1-3 56,-1 2-32,2-3 24,-1 0-48,0-2-16,1 1 40,0-2 64,-1 1-32,0 5-48,3-12 24,-2 0-48,-1-2-40,5 1 80,-5-1 48,0 7-16,0 5 32,0-9-8,4 2-40,-4 0-8,1 2 24,4 2 0,-5 3 0,0 2 16,4-5 40,-3 1-88,5 1 16,-5 0 16,5 1-24,-6 4 24,-1-1 24,7-3-8,-5 3-32,3 0-8,-4 0 64,4 0 0,-4 1-40,-1 0 64,5 0-40,-4 0-40,4 0-24,-4 1 72,3 0 64,-3 0-96,0 0 112,0 0 16,4 1-56,-4 1 40,1 3-8,0-4 96,-1 2-200,0-1 184,1 0-40,-1 6-24,0-2-64,-1 1 56,0 1 40,0-3-152,0 0 56,-1 6 16,0 0-56,-4 1-32,3-2 136,-3 0-80,4-5-40,0-1 104,-4 5-48,4 0-40,-5 0 104,4-1 8,-2 0 40,3-4-168,0 0 161,-2 3-41,1 0-48,0 0 32,0-1 64,1 0-32,0-4-136,1 1 136,-1 2-16,0-1-64,1 1-24,0-3 0,0 2-8,0-3-24,0 0 64,0 0-64,2 1-16,-2 0 32,1 0-48,0-1 48,0 0-16,0 0 32,1-1-32,2 0-48,-3 2 8,4-2-40,-4 0-96,2 0 176,0 0-256,-1 0-256,4 0-153,-4 0-175,5-1-176,-2 0-256,-3 1 1272,1 0-1601,2 0-431,1-1-569,-1 0-599,0 1-625,1-1 616,-4 1 3209,1 0-2240,3-1 903,-2 0 777,2 1 136,-1-1-192,0 0-664,-4 1 1280,3 0-1360,-4 0 1360</inkml:trace>
  <inkml:trace contextRef="#ctx0" brushRef="#br0">23457 118814 13218,'0'0'0,"-1"0"5089,0 0-2736,1 1-1233,-2 0-208,2 0-912,-1-1 953,0 1-17,-1 1-56,1 0-144,0 3-144,0-3-80,0 0-512,0 2 392,-1 1-96,0-1-103,0 1-41,1 0-48,-1 0-32,1-3-72,0 1 72,-1 2-56,1 0-48,-1 0 8,1-1-144,0-2-112,0-2 280,0 6-505,1-4-351,-1 3-328,0-4-320,1 0-409,0 1-511,0-2 2424,0 0-3249,1 0-920,0 0 416,1-2 1113,0-3 1031,2 0 897,-2 4 712,-2-3-592,2-2-760,0-2-168,-2 8 1520</inkml:trace>
  <inkml:trace contextRef="#ctx0" brushRef="#br0">23461 118748 12450,'0'0'0,"0"0"4409,0 0-4409,-1 0 1913,0 0-1265,-1 0-360,1 0-112,0 0-40,0 0-24,0 0-112,1 0 24,-2 0-224,1 0-368,0 0-561,0 0-871,1 0-993,0 0 2993,-1-1-3536,1 1 687,-1-1 857,1 1 551,0-2-1247,0 2 2688</inkml:trace>
  <inkml:trace contextRef="#ctx0" brushRef="#br0">22196 115215 11082,'0'0'0,"0"0"3161,0 0-2033,0-1-608,0 0-184,0 0 0,0 1 56,0-1-392,0 1 512,1 0 72,1-1-40,-1 0-63,0 1 15,0 0-40,-1 2-456,0-2 432,1 1 64,-1 6-32,1-6-48,-1 6 0,0-2-56,0 1-360,0-5 248,0 8 8,0 1-96,-2 2-7,0 0 23,-3 0-64,4-1-112,1-10 80,-2 12 32,0-1-88,-3-1 0,3 0 72,-1-1-48,-1-1-48,4-8 8,-2 9 48,-4-1-80,5 0 8,-2-1 40,-1-1-8,2-2-16,2-4 32,-2 5 8,0-4-40,0 4-16,1-5 56,-1 0-40,1 0 0,0 0-56,0-1 0,0 2-144,0-2-72,1 0 8,-1-1-17,1-1 281,0 2-240,0-6 48,0 1 32,0-2 8,0 0 72,1-3 24,0 0 56,-1 7-48,6-13 16,-4-2-32,4-1-16,-4 0 40,3 1-8,-3 4 48,-2 10-56,7-13 32,-6-1-72,6 1 24,-5 2 16,5 1 16,-6 4 40,-1 6-40,7-8-8,-2 1-32,1 2 8,-2 1 16,-2 1 56,3 3 0,-3 2 16,-1-3-8,6 2-48,-5-2-8,4 4 24,-4-2 32,2 1-8,-2 1 64,0-1 8,3 0-48,-4 1-16,4 0 32,-4 1 24,3-1-64,-3 1 120,0 0 0,1 0-16,3 0-16,-4 0 40,1 1 32,-1 0-160,0 0 216,3 1-8,-4 2-48,1-2 16,1 4-16,-2-4 56,0 2-216,0-1 241,0 3-9,0 2-40,-1 2-80,-1 2 40,0 1 0,-2-4-152,2-4 208,0 10-32,-6 0-48,3 0-16,0-2 40,0-1 8,2-4-160,1-4 224,-3 8 32,0 0-88,0-1 48,3-1-16,-4 1 0,4-4-200,2-3 216,-6 5-40,4 0 32,0-1-48,0 0 24,0-1-16,1-3-168,0-2 104,1 4-80,0-4-24,0 4 32,1-6 24,0 5 65,1-5-121,-2 0 72,2 2-8,3-1-80,-4 0 0,5 1 72,-5-1-24,3-1-32,-1 0 72,4 0-56,0 0-40,2 0-56,1-1 64,1-1 8,-5 1 8,-1 0-64,6-1-8,0-1-169,-1 1-135,0 1-120,0-1-160,-5 1 656,-1 0-848,6 0-256,1-1-241,-2 0-239,1 0-264,-2 0-425,-3 1 2273,-1 0-3048,4 0-769,-1-1 800,0 0 873,-1-1 903,0 1 777,-5 0 464,0 0-616,4 0-432,-4-1-696,-1 3 1744</inkml:trace>
  <inkml:trace contextRef="#ctx0" brushRef="#br0">22511 115280 12298,'0'0'0,"0"0"4841,0 0-3064,-1 0-953,0 0-192,0 0-72,0 0-560,1 0 488,-1 0-152,0 0-144,1 0-32,-1 0 0,1 0 8,0 0-168,0 0 184,0 0-48,0 0-56,2 0-16,3 0 8,-4 0 8,1 0-80,1 0 96,-1 0-112,4 0-24,-1 0-40,0 0-56,0 0-120,-3 0 256,1-1-536,3 1-392,-1 0-408,0 0-457,1 0-503,-1 0-593,-3 0 2889,1 0-3320,3 0 727,-1 0 785,0 0 647,-3-1 233,4 1-1488,-6 0 2416</inkml:trace>
  <inkml:trace contextRef="#ctx0" brushRef="#br0">22533 115317 16475,'0'0'0,"0"0"0,-1 0 2601,0 0-1257,-2 0-312,-2 1-136,3 0-128,0 0-143,1 0-625,-3 0 480,2 0-120,1 0-128,-2 0-8,1 0-40,0 1-56,2-2-128,-1 1 112,-1 0-72,2 0-8,0 0 8,0 1-40,0-1 40,0-1-40,2 1-8,-1 0-80,5-1-80,-4 1-168,6-1-248,-3 0-432,-4 0 1016,5 0-1545,2 0-663,2 0-1057,2 0-1248,1-2 832,-1-3 1001,-10 4 2680,7 0-1705,1-1 857,-2-3-1584,-8 5 2432</inkml:trace>
  <inkml:trace contextRef="#ctx0" brushRef="#br0">22756 115129 4296,'0'0'0,"0"0"465,0 0-89,0 0 248,0-1 328,0 0 320,1 1-1272,-1 0 1481,0 0-81,2-1-208,-2 0-168,1 1-80,-1-1-47,1 1-897,-1-1 880,0 1 0,1 0-88,-1 2-80,1 0-31,-1 4-81,1-5-600,-1-1 536,0 7-16,1-2-128,-1 3-24,2 1-40,-2 2-56,1 0-272,-1-9 248,0 11-32,0 1-56,0 0-72,0 1 48,-1-2-48,1-1-88,-1-10 56,-1 11 0,0-1-88,0 2 8,-1-1 48,-2 0-32,4-1 8,1-10-32,-2 11-32,0-1-80,0-1-176,0-1-112,2-1-168,-1-3 600,1-5-768,0 4-56,0-3-168,0 4-201,1-6-183,1 1-352,2-1 1728,-2 0-2041,-1 0-295,0 0 7,4-2 593,-3-3 600,3 1 511,-4-1 625,0 3-384,4-5-480,0-4-1472,-5 11 2336</inkml:trace>
  <inkml:trace contextRef="#ctx0" brushRef="#br0">22884 115144 7385,'0'0'0,"0"0"2313,0 0 159,0 0-696,0 0-375,0 0-1401,0 0 1160,-1 0-192,0 0-232,0 0-127,0 1-57,-1 0 16,0 1-568,2-2 608,-5 2-32,3 4-24,-1-4-64,-2 5 24,3 0-56,-3-1-456,3-3 457,-5 7-1,1 3-168,-1 0 0,1 0-40,0 0-32,2-3-216,1-5 208,-2 9-24,-1 0-128,1 0-16,3 1 32,-4-2-32,5-5-40,1-3 112,-2 6 8,0-1-112,2-2 24,0 0 8,2-3 8,1-1-48,-1-2 80,3 3-24,0-4-56,0 5-24,1-5 48,0 0-24,-3 0 0,-1 0 48,5-1 8,0 0-56,-1 0 16,0-2 8,1 1 24,-4-2-48,0 0 72,3 1-32,0-4-56,0 1 16,-1-1 32,0-2 40,-1 4-72,-2 1 88,3-7-16,-3 1-48,4 0-24,-5-1 32,0 3 40,0 3-72,-1 1 48,0-4-8,0 1-40,0 0-16,0 0 0,-1-1-8,0 4 24,-1 0-104,-3-4-112,3 0-128,-3 1-144,2-1-88,-2 1-160,4 3 736,0 1-904,-4-3-273,3 3-279,-1-2-312,1 2-497,0 0-720,1 2 2985,-1 0-3664,1-1 775,-1 0 865,0 1 879,2-1 721,-1 0-184,1 0 608,0 1-1272,0-2-408,0 2 1680</inkml:trace>
  <inkml:trace contextRef="#ctx0" brushRef="#br0">23034 115150 10378,'0'0'0,"0"0"3665,0 0-3665,0 1 1728,-1 1-1056,0-1-128,1 1 72,-1 4 16,1-5-23,-1 2-609,1 0 600,-1 2-64,1-1-32,-1 1-8,0 3-32,-1 0 0,2-5-464,-2 2 384,-1 4-64,1 1-120,0 0-56,-3 0 16,3 0-48,1-6-112,0 2 96,-5 3-72,4 1-40,-3-1 16,3 1 32,-4 1-72,6-8 40,-2 3-152,-3 4-240,4-1-320,-5-1-184,4 0-136,0-2-32,2-4 1064,-1 1-1009,-1-1-135,1 3-248,1-3-377,-1-2-391,1 2-265,0-2 2425,0 1-2088,0-1 632,0 0 576,0 0 551,0-1 233,0-1 64,1 0 32,0-2 8,1 3 24,-1-6 32,1 2 48,0 0 48,0-2 153,-2 6-313,2-4 808,0-1 448,-1 0 456,4 0 305,-4 0-313,1 0-304,-1 5-1400,0-3 1097,4-2-257,-4 1-136,0 0-80,1-1-48,3 1-16,-4 4-560,-1-3 481,2 0-121,3-1 0,-3 1-64,2 1-8,-2-3 0,-1 6-288,2-2 216,-1-3-80,2 3-16,-2 0 8,2 0-24,-2 1-8,-2 0-96,2 1 96,-1-1-64,4 1 0,-5 0 56,2 0 32,-1 1-16,0-1-104,0 2 104,0 2-40,-1-2 8,0 4 64,0-1 48,0 1 64,0-5-248,0 3 264,0 2-24,-1 0 16,1 0-23,-1 0-1,0 0-16,1-5-216,0 4 128,0 1-64,0-1-32,0 0 8,0 0 16,0 0 8,1-5-64,0 2 40,0 4-24,0-4 24,0 0-40,1 3 32,0-5-48,-2 0 16,5 1-32,-4 0-64,4-1-80,-3 0-168,4 0-225,-1 0-295,-5 0 864,5-1-1208,0-1-352,0 0-409,0-1-479,1-2-529,-1 4-208,-4 0 3185,4-1-2416,0-2 776,1 2 751,-1 0 465,0 0-224,0-1-1688,-5 3 2336,0 0 0</inkml:trace>
  <inkml:trace contextRef="#ctx0" brushRef="#br0">23173 115304 12970,'0'0'0,"0"0"0,0 0 4529,-1 1-2912,-1 1-889,0-1-264,-1 0-96,1 1-88,-1 0-280,3-2 216,-2 2-32,0-1-88,1 0 0,0 1 72,1-1 24,0 0-192,0-1 240,0 1 0,0 0-88,2 0-40,2 1 16,-2-1-8,3 0-120,-4-1 152,0 0-56,6 1-72,-2-1-8,0 0 32,0 0 24,0 0-72,-4 0 64,4 0-48,0 0-56,0-1-16,0-1 40,0 0 16,0 0 0,-5 2 32,5-2-16,-1 0-72,1-3 16,0 3 8,-3 0-8,4-2 40,-6 3-24,2 0-40,4-5-48,-4 4 8,3-4 32,-3 4 8,0-4 64,-2 5-40,5-1 16,-5-4-32,1 4 16,0-4 64,-1 4 8,0-4-32,0 5 24,0-1 16,0-4-40,0 3-24,0-2 64,-2 2-40,0-1 0,2 3 8,-2-1 32,1-3-64,0 3 24,0-3 40,-1 3-16,1 0-24,1 2 16,-1-5 48,0 4-64,1-1 0,-1 0 96,0 0-56,1 0-40,0 2 40,0-2 32,0 0-104,0 1 8,0-1 40,1 0-32,1 1 16,-2 1 24,5-1-8,-4 0 0,1-1-48,3 0 32,-4 1 32,4-1-32,-4 2-32,1-2 64,5 1-32,-6 0-40,6 0 24,-5 0 32,3 0-16,-4 1 8,1-1 32,4 1-24,-4 0-16,5-1 24,-5 0 32,3 1-56,-4 0 120,1 0 17,3 0-41,-3 0-16,3 2-24,-4-2 24,2 2-80,-2-2 128,1 2 8,-1 0-16,1 3-24,-1-4 72,0 4-48,0-4-120,-1 0 152,1 5-8,-1-4-72,2 5 24,-2-6 0,1 6 48,-1-6-144,0 0 176,0 6 8,0-3-8,0 1-64,0 0 16,-1 0-40,1-2-88,0-2 80,0 4 40,0 0-96,0-3-8,0 4 16,0-4 64,0 2-96,0-1 120,1-1-8,1 3-56,-1-3-56,1 3 0,3-5 72,-4 2-72,-1-2 72,2 5 64,4-4-64,-4 1-56,4-1 56,-4 0-56,3 0-16,-3-1 24,4 1-8,0-1-88,0 2-16,0-2 16,2 0-144,-3 0 216,-2 0-480,5 0-416,0 0-632,3 0-865,-1 0-1464,3 0-1680,-6-1 5537,-2 0-4305,7-1 1265,-2-4 1295,0 2 1185,-1-2-16,-1-1-16,-3 3 592,-2 0-1008,-3 4 1008</inkml:trace>
  <inkml:trace contextRef="#ctx0" brushRef="#br0">22105 115750 7345,'0'0'0,"-1"0"1000,1 1-160,-2 0-247,1 1-65,0 0-528,1 1 544,-2-1 24,1 4-40,0 0 0,-1 0 24,0 2-48,2-5-504,-2 3 472,-2 6-87,2 0-65,-3 1-8,3-1-16,-3 0-24,5-9-272,-1 5 272,-1 2-72,-1 0-8,1-2 0,0 0 0,1-1 24,0-5-216,0 3 208,-1 1-48,0-1-32,1-1 0,0-2-32,0 3 8,1-4-104,0-1 56,-1 2-16,1-1-32,-1 0 40,1 1 40,0-2-32,0 0-56,0 0 80,0 0-64,0-1-40,0-1 8,0-3 8,2-1 8,-2 4 0,1-2 24,4-4-48,-4-1-16,5-5 16,-1-1 24,1-2 0,-5 12 0,3-7 0,1-7-32,0 2-16,0 0 40,0 1 16,0 2 32,-4 10-40,3-5 32,1-3-56,0 1 0,-3 1 40,4 1 16,-4 1 0,0 6-32,2-3 40,-2-2-56,4 2-8,-4 0 40,3 3-8,-3-4 40,-2 6-48,4-2 24,-2 0-48,-1 0 24,4 0-8,-3 0 56,-2 1-24,1 0-24,0 1 24,1-1-24,0 0 8,0 1 80,0 0 40,0 0 16,-2 0-144,1 0 160,1 2-7,0 0-1,0-1 40,-1 4 32,1-4-8,-2-1-216,2 5 224,-2-3-24,0 4 16,2-5 32,-2 7 48,0-2 8,0-6-304,0 5 288,0 3-40,0-1-8,-1 1 0,0-1 40,1 2-8,-1-8-272,0 6 256,-1 2-24,0-2-8,0 1 25,-1 0-17,2 0 16,0-8-248,0 7 200,-1 1 8,0-1-24,0 0 8,0 1-24,0-1 16,2-7-184,-1 7 184,0-1-104,-1 1 64,1-1-48,1 0-8,-1-1 24,1-4-112,-1 3 112,1-2-80,0 5 24,0-5 16,0 3-40,2-4 8,-2-1-40,1 1 56,0 1-72,1 0 16,-1-1 16,5 0-32,-4-1 64,-2 0-48,5 1 24,-3-1-64,4 0-16,-4 0-128,5-1-216,-2 1-168,-5 0 568,5-2-928,0 0-265,1 1-343,-1-1-288,0 0-377,2 0-407,-7 2 2608,5-1-2977,2-1 144,-2 0 777,2 1 712,-2 0 576,0 0 768,-5 1-657,6-1-663,-2 0-1056,-4 1 2376</inkml:trace>
  <inkml:trace contextRef="#ctx0" brushRef="#br0">22357 115856 12218,'0'0'0,"-1"0"3281,-1 0-1569,1 0-520,0 0-159,0 0-1033,1 0 984,-1 0-88,-1 0-192,0 0-112,0 0-48,1 0-71,-1 1-473,2-1 384,-1 2-64,-1-1-104,0 5-88,0-5 8,0 4-48,0-5-88,2 0 56,-2 6 16,0-5-88,0 4-16,1-5 32,-1 5-152,0-4 152,2 0-400,-1 4-448,0-5-641,0 2-711,1 3-833,-1-5-816,1 2 3849,0-2-3536,0 1 935,0-1 833,1 0 639,0-1-1415,-1 1 2544</inkml:trace>
  <inkml:trace contextRef="#ctx0" brushRef="#br0">22360 115787 17267,'0'0'0,"0"-1"1625,0 1-921,-2 0-248,0 0-72,0 0-56,0 0-72,1 0-256,0 0 192,-1 0-88,0 0-56,0 0-56,2 0-72,-2 0-40,1 0 120,1 0-264,-1 0-376,1 0-448,0 0-713,0 0-887,2 0-753,2 0 3441,-3 0-2897,1-1 769,3 0 495,0 1-1639,-5 0 3272</inkml:trace>
  <inkml:trace contextRef="#ctx0" brushRef="#br0">22555 115760 20380,'0'0'0,"0"0"2512,-2 0-1607,1 0-369,-5 0-80,5 0-456,0 0 488,-3 0-96,2 0-120,0 0-32,-1 0-48,1 0-48,1 0-144,0 0 200,0 0-96,-1 0-80,0 0 48,1 0-8,1 0 8,0 0-72,0 0 88,0 0-32,0 0-40,1 0 0,4 0 8,-3-1-24,0 1 0,2 0 32,1-1-80,0 0 8,1-1-32,1 1-104,0-1-112,-4 1 288,1 0-520,3 0-272,0-1-336,0 1-337,-1 0-455,1 0-553,-5 1 2473,2-1-3256,2 1-625,-1 0 744,1 0 913,-5 0 847,5 0 577,-5 0 800,0 0-1512,1 0-424,-2 0 1936</inkml:trace>
  <inkml:trace contextRef="#ctx0" brushRef="#br0">22582 115787 18075,'0'0'0,"0"0"3281,-3 0-2129,-1-1-432,1 1-55,-3-1 23,6 1-688,-2-1 600,-3 1-120,3-1-56,0 0-80,-3 1-24,4-1-32,0 1-288,0 0 232,-1-1-40,0 1-16,0-1-16,1 1 32,1 0-87,0 0-105,0-1 72,0 1-104,0 0 24,0-1 16,1 0 24,4 1 0,-5 0-32,2 0-16,3-1-56,0 0-65,0 1-111,0-1-248,2 0-264,-6 1 760,5-2-1152,4 1-440,-1 0-561,1 0-816,-1 1-1063,0-1-153,-8 1 4185,6 0-3145,1 0 993,-1 0 935,0 0 377,-2 0-1640,-5 0 2480</inkml:trace>
  <inkml:trace contextRef="#ctx0" brushRef="#br0">22088 116240 10154,'0'0'0,"0"0"2704,0 0-1055,-1 0-873,0 0-160,1 1 88,-1 1 32,1 1-736,-1-1 728,1-1-71,-1 4-121,0-3-80,-1 5-16,1-3-88,0 0-352,0-2 344,-1 5-24,-1 1-112,1-1-40,0 0-40,-1 1-8,2-3-120,0-3 144,-1 5-32,-1-1-40,1 1-32,-1 0-32,2-2 48,-1-1-56,1-2 48,0 3 24,-1-3-24,0 4-72,0-5 40,1 1-16,0-1 0,1-1 24,-1 2 40,-1-1-88,1-1-32,1 0-8,-1 0 8,0 0 56,1-1-40,0-1 40,-1-3-24,0 3-56,1-5 56,0 2 0,0 1 24,0 2 8,0-5 8,2-2-40,0-2-8,2 1 24,-3-2 32,3 4-24,-2 5 40,0-8-16,4-1-48,-5 1-32,6 0 56,-6 1-8,4 4 8,-3 2 24,0-4 0,5 1-48,-3-1 0,1 1 24,0 0 8,-1 5-8,-2 0 32,3-3-32,-1 2-32,1-1 0,-3 2 32,5 0 0,-6 1 0,-1 1 32,6-1 8,-5 0-64,4 1 8,-4 0 8,4 0 16,-4 0-8,-1 0 32,2 2 16,0-1 8,2 4 8,-3-4 72,1 4 32,-2-4-168,1 0 176,0 5-16,0 0-16,-1 0 8,0 0 48,0 1 41,0-3-241,0 0 264,0 4-32,-1 1-40,1-1 16,-2 0 40,1-1 8,0-3-256,1-1 280,-2 3-56,1 0-56,-1 0 0,0 0 16,1-1 48,0-3-232,1 1 200,-2 1-40,1 1-88,0-3-32,-1 5 8,1-6 8,0 3-56,1-1 48,-2-1-40,2 3-16,-1-3-8,1 0 32,-1 3 8,1-5-24,0 1-16,0 0-80,0 1-208,0 3-168,1-5-168,1 1-256,1-1 896,-1 0-1096,0 1-337,5-1-431,-2 0-473,2 0-647,1 0-505,-4 0 3489,2-2-2905,5 0 825,1-3 808,0 4 631,0-4-95,-2 3-1032,-6 0 1768,1-1-1728,-5 3 1728</inkml:trace>
  <inkml:trace contextRef="#ctx0" brushRef="#br0">22369 116287 10298,'0'0'0,"0"0"2416,0 0-935,0-1-361,0 0-1120,0 1 1136,0 0-8,0-2-128,0 1-95,0 0-73,0-1-64,0 2-768,0-2 720,0 1-48,-1-1-112,1 0-55,0-1 7,-1 1-40,1 1-472,-1 0 416,1-1-64,-2-1-128,1 0-24,0 2 8,-1-2 8,1 2-216,0 0 184,-1-2-24,0 1-72,0 0-16,1-1 0,-1 1 16,1 2-88,-1-2 88,0 1-88,0-1 0,0 0 0,-1 2 0,0 0 56,3 0-56,-2 0 72,0 0-72,0 2-32,-1 3-8,1-4 56,-1 5 24,2-5-40,0 3 56,-1 1-56,-1 0-24,1 2 40,-1 1-16,1 0 8,1-5-8,0 4-24,-2 3-32,1 0-8,0 0 64,0 1 0,1-1 16,1-7-16,-1 5 32,1 2-80,-1-1 24,1 0 8,0 0 0,0 0 32,0-7-16,0 5-48,0 2-136,0-2-144,1 1-144,1-1-136,-1 0-184,-1-5 792,1 3-1016,0 3-281,1-2-343,-1 0-281,1-2-415,0-2-313,-2-2 2649,2 5-2880,-1-4 327,0 0 737,1 0 688,-1 1 503,0-2 81,-1 0 544,1 0-1048,1-1-1352,-2 1 2400</inkml:trace>
  <inkml:trace contextRef="#ctx0" brushRef="#br0">22302 116344 14123,'0'0'0,"-1"0"4208,0 0-2511,1 0-1697,-1 0 1040,-1 0-200,1 0-96,1 0-160,-1 0-255,1 0-97,0 0-232,-1 0 192,0 0-96,1 0 56,0 0 24,0 0-8,0 0 24,0 0-192,2 0 168,0 0-72,3 0-48,-3 0 8,3 0-48,-3-1 8,-2 1-16,7-1 56,-2 1-128,1-1-8,2 1-144,1-1-320,3 0-328,-12 1 872,11-1-1441,0-1-719,-1 2-729,0-2-744,0 1 9,-1-1 975,-9 2 2649,9-2-1752,-1 1 711,0-1 153,0 0-1736,-8 2 2624</inkml:trace>
  <inkml:trace contextRef="#ctx0" brushRef="#br0">22640 116236 18291,'0'0'0,"0"0"2089,0 0-2089,0 0 880,-2 0-216,0 0-8,0 0-24,0 0-127,0 0-113,0 0-392,2 0 288,-2 0-24,0-1-56,0 1-24,1 0 40,0 0-40,0 0-184,1 0 152,-1 0 8,1 0-120,0 0-24,0 0 40,0 0-16,1 0-40,0 0 64,3-1-8,-3 1-56,6-1-16,-6 0 32,7 1-48,-4 0 32,-3 0-72,6-1-24,0 0-160,0 1-112,0-1-136,0 0-184,-1 1 688,-5 0-857,7-1-151,-2 1-288,1 0-264,-1 0-321,0 0-471,-1 0 2352,-4 0-2769,5 0-224,-1 0 633,0 0 760,-3 0 655,3 0 401,-4 0 544,-1 0-1024,2 1-1272,-2-1 2296</inkml:trace>
  <inkml:trace contextRef="#ctx0" brushRef="#br0">22669 116305 19164,'0'0'0,"-1"0"2512,0 0-2512,1 0 1080,-2 0-351,-3 0-161,4 0-96,-1 0-128,0 0-128,1 0-216,0 0 152,0 0-40,0 0-72,0 0-40,1 0 16,0 0 0,0 0-16,0 0 80,0 0 8,0 0-72,2 2-16,-1-2-56,4 0 64,-4 0-8,-1 0 56,5 0-40,-3 0-56,4 0-128,-4 0-128,5 0-208,-4 0 504,-1 0-728,4 0-353,-1 0-447,0 0-528,1 0-689,-1 0-712,-1 0 3457,-3 0-3544,5 0 887,-1 0 865,1 0 751,-2 0 289,1 0-1800,-5 0 2552</inkml:trace>
  <inkml:trace contextRef="#ctx0" brushRef="#br0">22112 116843 14451,'0'0'0,"0"0"2400,-1 0-1160,0 0-279,0-1-57,-1 0-8,2 0-56,-1-1-96,0 2-744,0-1 680,0 0-71,0 0-57,-1 0-16,0 0 16,0-1 0,2 2-552,-1-1 496,-1 0-80,0 0-32,0 0-24,0 0-16,-1 0 9,3 1-353,-2 0 272,0-1-96,-1 1-56,1 0 32,-1 0-32,1 1 32,0 0-152,-1 0 120,2 4-120,-2-3 32,-2 4-48,4-2 64,-2 2 24,2-4-72,-2 3 48,1 3-32,-1-1-48,1 1 80,0 1-48,0-1 24,1-6-24,0 4 64,0 3-80,1-2 0,0 1 32,0-1 0,2 1-16,-2-7 0,4 5 32,-2 1-64,4-1 16,-2 0 16,2 0 16,0 0-16,-4-5 0,3 3-32,3 1-24,1-3-24,0 4 32,1-5-8,-2 0-96,-6 0 152,7-1-336,1 1-232,0-1-241,1 0-199,0 0-272,-1-1-376,-8 1 1656,6-2-2185,3 0-800,-1-3-975,1 4-185,-1-4 1072,1 4 1033,-9-1 2040,5-2-1097,3-1 521,-1 0-208,-1 0-1488,-8 5 2272</inkml:trace>
  <inkml:trace contextRef="#ctx0" brushRef="#br0">22483 116806 15971,'0'0'0,"0"0"5329,-1 0-5329,1 0 1440,-2 0-751,0-1-257,0 0-48,0 1-8,0 0-96,1 0-72,1 0-208,0 0 152,-1 0-80,1 0-16,0 0 32,0 0-16,0 0-72,0 0 96,1 0 0,0 0-96,1 0 16,3 0 0,-4 0 0,4 0-16,-5 0 40,2 1-8,6-1-96,-4 0-16,2 0-120,-1 0-208,0 0 408,-4 0-712,5 0-473,1 0-583,0 0-584,1 0-873,-1 0-808,-1-1 4033,-5 1-3409,6 0 929,0-1 903,-2-1 737,2 1-424,-6 0-728,-1 1 1992</inkml:trace>
  <inkml:trace contextRef="#ctx0" brushRef="#br0">22560 116857 11890,'0'0'0,"-1"0"6777,-1 0-5560,-3 0-873,2 0-176,-2 0-168,4 0 224,-2 0 136,-2 1 112,3-1 80,-3 2 24,3-2 0,0 0-576,2 0 545,-3 0-41,1 0-88,0 0-120,1 0-48,0 0-64,0 0-184,1 0 112,0 2-16,0-2-80,0 0 0,0 1-16,1-1 0,0 1 0,-1-1 16,6 0-32,-4 1-56,4-1-96,-1 2-184,0-2-256,-1 0 608,-3 0-944,6 0-393,1 0-487,2 0-505,0 0-703,1 0-649,-3 0 3681,-5 0-3121,7 0 873,0-1 847,0 0 633,-1 0-360,-1-1-1040,-8 2 2168</inkml:trace>
  <inkml:trace contextRef="#ctx0" brushRef="#br0">22903 116643 13610,'0'0'0,"0"0"2593,-1 0-1785,1 0-344,-1 0-464,0 0 552,1-1 40,-1 1 41,0 0-41,1 0-40,-1 0 80,0 0-632,1 0 712,0 0 16,-1 0-24,1 1-23,0 1-105,0 0-32,0 1-544,0 0 488,0-1-88,0 5-80,0-2-40,0 2-40,1 2-32,0-4-208,0 1 184,0 5-96,0 3-32,0-1 8,0 0-40,1 1 48,-2-7-72,0 1 64,1 5-40,-1-1-48,1 0 40,-1-2-80,1 1-96,-1-7 160,0 3-376,1 3-376,1 1-400,0-3-489,-1 1-607,4-2-913,-4-4 3161,0 1-4321,0 3 145,1-2 1143,-1 1 1064,0-5 1025,-1 6 264,0-7 680,0 1-1880,0-1 1880</inkml:trace>
  <inkml:trace contextRef="#ctx0" brushRef="#br0">23083 116785 7465,'0'0'0,"0"0"2265,0 0-49,0 0-736,0 0-1480,0 0 1249,0 0-105,0 0-168,0 0-176,0 0-160,0 0-103,0 0-5883,0 0 11172,0 0-5418,0 0-16,0 2 16,0 3 0,0-5-24,0 1-384,-1 4 376,0-3-120,1 4 8,0-5-64,-1 7-16,1-3-40,0-4-144,0 3 80,0 2-56,0-1-8,0 0 40,0 1-16,0-1 40,0-4-80,0 3 56,0 1-56,0 0 0,0-4-16,0 5 0,1-5 0,-1-1 16,1 2 16,0 0-72,1-1 32,0 0 8,-1-1-48,1 0 64,-2 0 0,2 0-24,0-2-48,3 0 24,-4-3-24,4 3-40,-4-4 40,-1 5 72,5-3-80,-4-1-40,5 0 48,-5 0 16,4 1 16,-4-1 64,-1 5-24,5-5 16,-4 3-72,4-4 32,-4 3-40,4-1 48,-4 2 32,-1 2-16,1-2 16,1 0-56,3 0 40,-4 1 8,1 0-16,0 0 56,-2 1-48,2 0 32,0 0-64,-1 0 64,1 0 0,0 2 24,0-1-56,-2-1 64,1 2 40,1 0-88,0 0 0,0 0 48,0-1-80,0 4 16,-2-5 32,1 2-8,1 2-64,0-3 0,0 4 24,-1-3-32,1 2 48,-2-4-56,2 1-88,0 4-328,-1-4-296,1 4-432,0-4-409,0 1 1609,-2-2-2104,2 2-625,0 0-479,-1 0 487,1-2 817,0 0 783,0 0 1121,-2 0-496,2 0-64,-1 0-648,1-3-544,-2 3 1752</inkml:trace>
  <inkml:trace contextRef="#ctx0" brushRef="#br0">23293 116702 14739,'0'0'0,"0"0"2552,0 0-1792,-1 0-360,1 0 33,0 0-9,0 2-424,0-2 464,0 2-16,0 3-80,0-4 40,0 5 80,0-4-8,0 4-480,0-4 488,0 3-24,0 1-152,0 0-71,0 0-33,0 2-64,0-2-144,0-4 96,0 6 0,0-1-80,0 1-32,1-1 32,-1 0 0,1-2-16,0-3 0,0 4-40,0 1-184,0-2-233,0 2-335,0-2-376,0-1 1168,0-3-1624,0 4-561,1-3-823,0 3-689,-1-5 536,0 1 913,0-1 2248,0 0-1345,0 0 705,0 0-208,0-1-1320,-1 1 2168</inkml:trace>
  <inkml:trace contextRef="#ctx0" brushRef="#br0">23307 116672 19388,'0'0'0,"-1"0"0,1 0 2656,-1 0-1800,-1 0-408,1 0-119,-1 0-33,1 0-32,1 0-264,-1 0 176,0 0-40,1 0-48,-1 0 8,1 0 40,0 0 48,0 0-184,0 0 224,0 0-56,1 0-64,4 0-40,-4 0 24,4 0 0,-4-1-88,0 1 56,5-1 0,-2 1-72,2-1-8,-2 0 24,1 0-72,-2 0 72,-1 1-176,2-1-200,1 0-264,0-1-280,0 0-217,0 1-319,-3 0 1456,0 0-1776,3-1-465,0 0-575,0 1-377,-3-1 224,4 1 825,-5 0 2144,0 1-1353,5-2 633,-5 1 120,1 0-888,0 0-144,-2 1 1632</inkml:trace>
  <inkml:trace contextRef="#ctx0" brushRef="#br0">23338 116758 12450,'0'0'0,"0"0"5049,-1 0-2768,-1 0-1297,-1 0-384,2 2-128,0-2-472,0 0 432,-1 1-160,1-1-56,-1 1-16,2-1 16,0 1 41,0-1-257,0 0 272,0 1-24,0-1-56,0 2 8,1-2-16,1 1-48,-2-1-136,1 0 128,1 1-72,3-1-72,-4 1 16,4-1 0,-3 1-56,1-1 56,0 0-136,-1 0-320,5 2-417,-6-2-575,6 1-744,-2-1-1033,-3 1 3225,1-1-4417,2 0 632,1 1 1065,-1-1 1039,1 1 921,-1-1-240,-3 1 1000,1 0-1864,-3-1 1864</inkml:trace>
  <inkml:trace contextRef="#ctx0" brushRef="#br0">22905 115614 3408,'0'0'0,"0"0"344,0 0-192,0 0 16,0 0-168,0 0 160,0 0-32,0 0-16,0 0-24,0 0 8,0-1 33,0 1-129,0 0 128,0-1 56,0 1 152,0-1 224,0 0 264,0 1 256,0-1-1080,0 1 1232,0-1 17,0 1-1,-1 0-56,1-1-56,-1 0-7,1 1-1129,0 0 1056,-1-2-64,0 1-96,1 0-55,-1 0-49,1 0-72,0 1-720,-1-1 648,0 0-120,1 0-40,-1 0-64,1 0-32,-1 0 16,1 0-408,0 0 297,-1 0-25,1 0-96,0 0 32,0 1-16,0-1-24,0 0-168,0 0 168,0 1-88,0-1-48,0 0 24,1 0 0,0 0 24,0 1-80,-1 0 72,2-1-88,3 1 16,-4-1 0,1 0 40,3 1 8,-5 0-48,2 0 8,2 0-48,-2 0 0,4 0 64,-5 0 24,4 0-8,-3 0-40,-2 1 16,6 1-48,-4 0-24,2-1 72,-2 1 8,2 3 8,-3-5-32,-1 1 24,2 4-48,3-4-8,-5 4 48,2-4-16,0 4 16,-2-4-16,1 0 16,0 5-48,-1-4 32,0 3 32,0 0 32,0 0-16,0-5-48,0 1 56,-1 6-56,0-5 0,-1 5 40,0-6 16,0 6 88,2-6-144,-2 0 112,-3 5 0,4-4 16,-2 4-24,-2-4 64,3 5 16,2-6-184,-2 0 216,-3 5-56,4-4 32,-2 3 0,-2-3-48,3 4 56,2-6-200,-2 2 176,0 3-72,0-4 0,-1 4 33,0-4-49,1 4 16,2-5-104,-1 1 120,-1 1-72,0 3 8,0-4 48,0 0-56,1 1-8,1-2-40,-1 1 48,1 1-80,-1-1 64,1 1 24,0-1-56,0 0 64,0-1-64,0 1 48,0 0-96,1 1 48,1-1 0,-1 0 0,1 0 16,-2-1-16,2 1 16,-1-1-16,1 2-32,3-1 48,-4 0 16,1 0-48,-2-1 16,1 1-32,4 1-152,-4-1-112,4 0-121,-3 0-183,3-1-216,-4 0 816,0 1-984,6-1-248,-2 0-233,0 0-223,0 0-360,2 0-369,-7 0 2417,8-2-3057,2 0-599,1-4 799,1 1 873,-1-1 831,0 0 1153,-11 6-432,10-5-48,-1-1-216,-1 1-1320,-8 5 2016</inkml:trace>
  <inkml:trace contextRef="#ctx0" brushRef="#br0">23112 115709 8993,'0'0'0,"-2"0"4577,1 0-2360,0 0-913,0 0-80,-1-1 9,2 1-1233,0 0 1160,-2-1-136,1 0-184,0 1-104,0-1-55,-1 1-121,1 0-560,1-1 488,-2 1-104,1 0-144,0 0-32,0 0-24,0 0-56,-1 0-128,2 0 120,-1 0-64,0 0-72,0 0 16,1 0 48,-1 0-24,1 0-24,0 0-40,-1 0-152,1 0-272,0 2-336,0-2-376,0 1-457,0-1 1633,0 0-2200,0 1-617,1-1-928,0 0-191,1 0 1063,3 0 920,-4 0 1953,-1 0-1072,5-2 376,-4 0-1600,-1 2 2296</inkml:trace>
  <inkml:trace contextRef="#ctx0" brushRef="#br0">23185 115572 7377,'0'0'0,"0"0"2201,0 0 39,0 0-352,0 0-215,0-1-177,-1 0-1496,1 1 1248,-1 0-199,1-1-193,-1 0-120,0 0-112,1 1-48,-1 0-576,1-1 504,0 0-96,0 1-136,0-1-56,-1 1-39,1-1-41,0 1-136,0 0 176,0 0-80,0 0-56,0 0 16,0 0-32,0 0 16,0 0-40,0 0 56,2 0 0,-1 0-40,0 0-8,1 1 24,3-1-32,-4 1 0,-1-1 64,5 0-64,-4 1-8,4-1 16,-4 1-8,4 1 48,-4-2-48,-1 1 24,2 0-24,2 1 0,-2 0-16,0-1 64,0 1 0,-2 1-48,1-1 88,1-1-48,-1 4-8,1-4 48,-2 5 56,0-5 64,0 3-200,0-2 224,0 0-40,0 5-56,-2-3 56,1 2-32,-1 0 32,-1-3-184,1-1 200,0 5-56,-3 0 16,4 0-40,-5-1 48,4 1 24,-2-3-192,2-1 176,-1 3-48,-3 0-8,5 0-48,-5-1 16,4 0 48,0-3-136,0 1 104,0 2-48,0-3-24,0 4-16,0-5-8,1 1 41,0-2-49,0 1 16,1 1-32,-1 0 0,1-1-17,0-1 49,0 1-16,0-1 0,0 0 33,1 0-33,1 0-121,3 0 1,-4 0-72,4-2-112,-4 2 304,-1-1-336,5-1-168,-3 1-168,4 0-24,-5-1-120,6 1-129,-6 1 945,0-1-1120,5 0-272,-1-1-360,0 2-369,0-1-535,-4 0-657,2 1 3313,1 0-3009,-2-1 801,4 0 791,-4 1 761,5-1 256,-6 0-208,2 1 608,0-1-1552,-3 1 1552</inkml:trace>
  <inkml:trace contextRef="#ctx0" brushRef="#br0">23351 115570 6785,'0'0'0,"0"0"1968,0 0-1968,0 0 2033,0 0-457,0 0-160,0 0-111,0 0-217,0 0-200,0 0-9194,0 0 17348,0 0-8426,0 0-55,-1 0 39,1 0 8,-1 0-16,1 0-592,0 2 584,-1-1-96,1 1-96,-2 4 32,1-5-56,0 4-32,1-5-336,-2 2 281,1 3-73,0-3-16,0 4 0,0-4-32,0 5-8,0-7-152,1 2 112,-2 5-40,2-6-48,-1 6 48,0-5 16,1 3-8,0-4-80,-1 0 96,1 5-48,-1-5-24,0 4 64,1-4-24,0 4 8,0-4-72,0-1 40,0 2-64,0 0 24,0 3 56,0-4-16,0 0 32,1-1-72,0 2 32,-1 0-48,1-1 32,0 1-8,0-1 24,1 0-8,-2 0-24,2 0 32,0 0-32,-1-1 0,1 1 32,3-1-48,-4 0 40,0 0-24,3 0 0,-3 0-56,4 0 16,-4 0-16,4-1-16,-4 0-96,-1 1 168,5-2-296,-4 1-136,4-1-136,-4 0 16,4 0-129,-4 1-55,0 0 736,3 0-896,-3-1-216,4 0-152,-4 0-177,1 1-295,0-1-329,-2 2 2065,4-2-2432,-3 0-281,1 1 617,-1-1 656,1 0 623,-1 0 489,-1 2 328,2-2-416,-1 1-432,0-1-1192,-1 2 2040</inkml:trace>
  <inkml:trace contextRef="#ctx0" brushRef="#br0">23432 115564 6321,'0'0'0,"0"0"1856,0 0 305,0 0-201,0 0-1960,0 0 1712,-1 0-263,0 0-289,1 0-152,0 0-112,-1 1-47,1-1-849,0 0 808,0 2-152,0 0-48,0 3-64,0-4-64,0 4-480,0-5 472,0 2-40,0 4-103,0-5-17,0 6-24,0-2-24,0 0-264,0-5 280,0 6-56,0 1-96,1 0-64,-1 1 40,2 0-24,-2-1-80,0-7 88,1 7-8,-1 1-88,1-2-40,-1 0 64,1 1-32,-1-1 16,0-6 16,1 6-40,-1 0-160,2-1-168,-2 1-208,0-2-232,1 1 792,-1-5-1089,0 5-263,1-3-376,-1 3-313,1-3-311,-1-1-321,1 1 2673,-1-2-2920,0 2 439,2 0 737,-1-1 655,0-1 569,0 0 8,0 0 512,-1 0-1040,1-1-792,-1 1 1832</inkml:trace>
  <inkml:trace contextRef="#ctx0" brushRef="#br0">23537 115580 4296,'0'0'0,"0"0"2681,0 0-1089,0 0-87,0 0-121,0 0-72,0 0-1312,0 0 1168,0 0-207,0 0-161,0 0-96,0 0 24,0 0-32,0 0-5753,0 0 10786,0 1-5152,0 0-145,0 1-120,0 0-24,0 3-24,0-4-264,0 0 248,0 4 0,0-3-96,0 5-48,0-2-40,0 0 24,0-1-88,0-3 64,0 5 0,0 0-64,-1 0-24,0 1 0,1-1-32,-1-2 56,1-2-48,0 4-136,0-1-176,0 0-192,0 0-256,0 1-177,0-3 985,0-2-1168,0 1-248,0 5-320,0-6-273,0 1-167,0 3 31,0-4 2145,0-1-1616,0 2 536,0-1 423,0-1 369,0 0-16,1 0-376,-1 0 680,0 0-2360,0 0 2360</inkml:trace>
  <inkml:trace contextRef="#ctx0" brushRef="#br0">23543 115669 4552,'0'0'0,"0"0"593,0 0 207,0 0 272,0 0-1072,0 0 1304,0-1-95,1 0-169,-1 0-136,1 0-56,-1 0-8,1-1-840,-1 2 856,1-2-7,1 0-49,-2 0-24,2 1-56,0-1-88,-1 1-632,0 0 568,0-1-135,1 0-113,0-1-72,3 1-40,-4 0-48,0 1-160,0 0 136,0-1-8,4 1-72,-4-1 32,1 0 0,0 1 24,1 0-112,-1 0 128,-2 0-40,1 0-24,1 0-24,0 0 24,0 1 16,-1-1-80,0 1 72,0-1-48,1 1 8,0 0-48,-1 0 64,0 0 56,0 0-104,0 0 80,0 0 24,-1 1-80,1 1 16,-1-1 64,0 1-16,0-1-88,0 0 144,0 4 24,0-4 16,0 4 80,0-3 48,0 3 40,0-4-352,0 0 376,0 5-79,-1-5-9,0 4-56,1-4-24,-1 4-32,1-5-176,0 1 144,0 4-40,0-4-48,0 4-8,0-5 16,0 6-16,0-6-48,0 1 64,0 0-32,0 4-64,1-4 48,1 1 0,-1 0-16,-1 0 0,1 1 56,1-2-88,-1 0-48,1 1 8,0 0-80,3-1-96,-4 0 248,0-1-400,3 1-192,-3 1-201,4-2-95,-3 0-144,3 0-160,-4 0 1192,0 0-1401,5 0-279,-5 0-352,5-1-385,-5 0-311,5 1 351,-5 0 2377,0-1-1696,5 1 639,-4-1 537,3 1 144,-3-1-216,4 0-1608,-6 1 2200</inkml:trace>
  <inkml:trace contextRef="#ctx0" brushRef="#br0">23758 115651 7825,'0'0'0,"-1"0"2537,0 0-2537,0 0 2200,0 0-607,0 0-113,-1 0-128,1 0-264,0 0-215,1 0-873,-1 0 632,0 0-144,0 0-88,0 0-56,1 0-64,0 0-8,-1 0-272,1 0 224,0 0-56,0 0 16,0 0-16,0 0-8,1 0 24,-1 0-184,2 0 88,0 0-32,2 0-40,-2 0 8,2 0 16,-3 0 16,-1 0-56,6 0 8,-4 0-16,5 0-8,-5 0 40,4 0 16,-4 0-8,-1 0-32,3 0 0,-2 0-32,4 0 8,-5 0-16,5 0 96,-5 0-16,0 0-40,4 0 8,-4-1 32,4 1-80,-4-1 40,4 0 16,-4 0 40,-1 1-56,2-1 40,0 0-56,-2-1 32,2 0 8,-1 1 32,0-4-16,-1 5-40,0-2 64,2 0-104,-2-3 0,0 3 80,0 0-48,0-3 88,0 4-80,-2 0 48,0-4-96,0 3 72,1-4-24,0 5 0,-1-4 64,2 4-64,0 0 16,-2-5-32,1 4-8,0-2 8,-1 2-32,1-1 32,1 3 16,-1-4 0,1 2-64,-1 0 32,0 0 32,1 0-56,0 0 128,0 2-72,0-2 24,0 1-48,0-1 40,1 0-48,0 1 24,1-1 72,-2 2-64,2-1 40,2 0-16,-2 0-24,0 0 0,3 0 16,-4 1 0,-1-1-16,5 1 48,-4-1-72,4 1 8,-4-1 32,4 1 0,-4 0 24,-1 0-40,5 0 40,-4 0-72,4 0 24,-4 0 16,4 0 24,-4 1 32,-1-1-64,5 1 113,-4 0-17,1 1 0,3 0 24,-4-1 0,0 4 48,-1-5-168,2 2 192,3-1-24,-4 1-16,1 3 0,-1-4 40,1 1-192,-2-2 200,2 2-24,0 2-32,0-2-56,0 0 48,0 3 8,2-4-144,-4-1 160,2 2-24,-1 3-104,1-4-8,3 0 64,-4 1-40,1 3-48,-2-5 112,5 1-24,-3 1-72,2 0 40,-3 3-16,4-4 88,-4 1-128,-1-2 104,5 2 0,-3 0-48,3-1-40,-3 1 40,4-1-8,-4 0-48,-2-1 24,6 1 40,-4 1-56,5-1-32,-6-1 112,6 1-80,-5-1-8,-2 0 0,6 0 64,-4 0-136,3 0 24,-3 0 64,4 0-32,-5 0 16,0 0-24,4 0-64,-3 0-224,4 0-192,-5 0-160,6 0-248,-6-1 912,0 1-1224,5-1-337,-4 1-599,5-1-761,-5 0-960,4 0-168,-4 0 4049,-2 1-2928,7-1 1031,-6-1 969,4 1 528,-3-1-88,4 0-120,-5 0 608,-1 2-1560,0 0 1560</inkml:trace>
  <inkml:trace contextRef="#ctx0" brushRef="#br0">22988 116053 10714,'0'0'0,"0"0"2368,0 0-2368,0 0 1265,0 0-361,0 0-16,0 0 64,0 0 32,0 0-79,0 0-6803,1 0 12644,-1 1-6018,1 1-112,-1 2-96,1-2-64,0 4-72,-1-2-384,0-4 344,1 6-72,1 0-96,-1 3-71,0 1-33,0 2 8,0-2-80,-1-7 144,0 11-32,2 0-40,-2 0-32,0 0-72,0-1 32,0-5 0,0-4 0,2 8-40,-2-1-248,1-2-193,0 1-199,-1-2-176,1-4 856,0-3-1016,0 5-216,-1-4-337,1 4-455,0-5-465,-1 1-423,1-2 2912,-1 1-2577,0 0 673,2 0 695,-2-1 569,0 0-64,0 0-1832,0 0 2536</inkml:trace>
  <inkml:trace contextRef="#ctx0" brushRef="#br0">23095 116063 7641,'0'0'0,"0"-1"2617,0 1-2617,0 0 2032,-1 0-864,0 0-175,1 0-9,0 0-48,0 0-192,0-1-744,0 1 608,0-1-96,0 1-72,0 0 33,0 0-17,0-1 8,0 1-464,1 0 456,0-1-80,1 0-88,-1 1-48,0-1-56,1 1 0,0 0-184,0-1 168,0 0-40,3 1-56,-4-1-24,4 0 32,-3 1-40,1-1-40,1 0 104,-2 0-72,4 0-48,-4 0 56,4-1-40,-4 2 48,0 0-48,2-1 56,-2 1-56,3-1-16,-3 0 8,3 1 32,-4 0 0,1 0-24,1 0 40,-2 0-40,1 0-8,-1 0 8,0 1 0,0 1 48,-1-1-48,0 0 32,0 0-32,0 5 8,0-5 8,0 4 24,-1-4 24,1 1-64,-2 1 56,1-1-32,-1 3-8,0-3-32,0 3 48,0-3 48,1 0-80,0 1 56,-1-2 8,0 4-48,1-3-8,-1 2 64,0-3-8,1 1-64,0 1 73,-1-1-65,1 2-16,-1-3 8,1 1 8,0 3 24,1-5-32,-1 1 8,1 1 8,-1 0-72,0 2 48,1-2 16,0-1 8,0 0-16,0-1 16,2 2-16,3 0-32,-4 0 24,4 0 32,-3-1-8,0-1-16,2 1 40,1 1-72,0-2-49,-1 2 73,2-1-32,-1 0 64,-3 0-24,1-1 40,3 2-56,-1 0 8,0 0 16,1-1 8,0 1 25,-5-1-41,2 0 16,2 1-56,-1 3 7,-2-4 33,5 0 41,-5 4-1,-1-4-40,3 0 16,-3 3 0,1-3 0,-1 4 104,1-3 80,-2 2 8,0-3-208,0 0 216,0 5-48,0-5-40,0 5 32,-1-4 56,-1 3 16,1-5-232,0 1 216,-4 4-80,3-3-80,-5 4 48,1-5-8,-2 6-40,7-7-56,-6 4 88,-2 1-104,0-3 0,1 3 48,0-3-16,1 0 56,6-2-72,-5 1 8,0 1-16,1-1-136,0-1-216,3 0-184,-5-1-424,7 1 968,-1-2-1321,-1 1-391,0-2-336,0 1-305,1-3-416,1 3-439,0 2 3208,0-2-2817,0-3 793,1 4 751,1-1 713,2-1 160,-3 1-200,0 2 600,3-2-1416,-2 0 24,-2 2 1392</inkml:trace>
  <inkml:trace contextRef="#ctx0" brushRef="#br0">23348 116216 13370,'0'0'0,"0"0"4625,0 0-2960,0 0-705,0 0-32,0 0 0,0 0-72,0 0-856,0 0 697,0 0-177,-1 0-72,0 0-112,1 0-96,-1 1-80,1-1-160,-1 0 128,1 0-104,-1 1-24,1-1 32,0 0-8,0 0-24,0 0-56,0 0-272,-1 0-312,1 0-480,0 0-465,0 0 1585,0 0-2144,0 0-713,0 0-976,0 0-143,0 0 1071,2-1 968,-1-1 1937,-1 2-984,1-3 368,1-2-616,-1 3-368,-1 2 1600</inkml:trace>
  <inkml:trace contextRef="#ctx0" brushRef="#br0">23453 116036 15627,'0'0'0,"0"0"2776,0 0-1759,0 1-321,-1-1-24,0 1 32,-1 1-128,2-1-576,0-1 464,-1 2 0,1 0-47,-1 3 47,0-3 72,1 3-32,0-4-504,0 0 472,-1 6 0,0-2-104,1 2-112,0 0 8,0 1-64,0-2-200,0-5 192,0 7 8,0-1-80,2 0-104,-2 1 8,2 1 64,-1-3-88,-1-4 64,1 6 48,-1 0-32,1-2-128,1 1 32,-2 0-112,0-3 128,0-2-400,2 3-296,-1 1-432,-1-2-480,1-2-657,0 4-1096,-1-5 3361,0 0-4857,1 1 488,-1-1 1233,0 1 1175,0-2 1177,0 0 144,0 0 640,0 0-1040,0-1-312,0 1 1352</inkml:trace>
  <inkml:trace contextRef="#ctx0" brushRef="#br0">23653 116013 4672,'0'0'0,"0"0"193,0 0-73,0-1 24,0 0 160,0 0 272,0 0 328,0 1-904,0-1 1248,0 0 185,0-1 47,0 1-32,0 1-128,0-1-127,0 1-1193,0 0 1048,0-1-144,0 0-72,0 1-8,0 0-95,0 0-57,0 0-672,0 0 568,0 2-152,0 3-16,0-3-64,0 3-72,0 0 24,0-5-288,0 5 264,0 2-104,0 0 32,0 1-32,2 0-40,-2 1 32,0-7-152,1 7 89,-1 0-89,0 1 32,0-1-8,0 1-8,0 0 40,0-9-56,0 8 8,0 2-32,0-2-56,-1 0-73,1-1-247,0 0-280,0-8 680,0 7-968,0-1-424,0-1-289,0 0-415,0-4-593,0 4-415,0-5 3104,0 0-2713,0 2 737,0-1 767,0-1 601,0 0-48,0 0-1800,0 0 2456,0 0 0</inkml:trace>
  <inkml:trace contextRef="#ctx0" brushRef="#br0">23665 116113 8609,'0'0'0,"0"0"2737,0 0-849,0-1-1039,0 0-177,0-1-16,0 0-656,0 2 736,2-3-8,0-2-104,2 3-32,-3-4-16,1 4-55,3-4-521,-4 6 520,0-2-72,4-4-120,-3 3-64,5-3-56,-6 4-16,5-4-192,-5 5 168,1-4-40,5 1-88,-6-1-16,5 0 16,-5 3-16,4-3-24,-4 4 56,0-1-8,5-4-72,-5 4 32,4-2 8,-4 2-32,0 0 16,-1 2 16,2-1 0,-2 0-72,2 1-8,-2 0 24,0 0-40,0 1 80,0-1-48,0 5-16,-2-3-80,0 4-24,-3-1 40,3 2 32,-3 1 96,3-7-56,-4 9 48,0 0-32,1 0 40,0-1 24,2-2 0,-1-1-24,3-5 64,0 5 56,0-1-8,0 0 64,1-3 112,0 4 64,0-5-352,0 0 408,0 4 24,1-4-16,0 1-31,1 3-33,0-4-40,1 0-312,-2 0 264,1 3-40,3-2-72,-4 0-32,6-1 40,-6 1-40,3-1-120,-2-1 112,-1 2 0,5-2-80,-4 1-48,5-1 48,-6 0-24,5 0-8,-4 0 32,3 0 8,-1 0-64,1-1-104,0 0-128,0-1-144,-4 1 400,-1 0-624,7 0-169,-5-1-223,5 0-232,-6 0-328,6 0-401,-6 2 1977,-1-1-2688,6 0-849,-4 0 320,3 0 841,-4-1 887,1 2 801,-1 0 688,0-1-528,1 0-352,-1 1-984,-1 0 1864</inkml:trace>
  <inkml:trace contextRef="#ctx0" brushRef="#br0">23907 116144 11978,'0'0'0,"0"0"4409,0 0-2793,0 0-1064,-1 0-552,1 0 361,-1 0-49,1 0-48,0 0-40,0 0-8,0 0-32,0 0-184,0 0 216,1 0-40,0 0-8,1 0-8,-1 0 48,1 0 8,-1 0-216,0 0 192,1 0-32,0-1-80,3 0-16,-4 1-16,4-2 8,-4 2-56,-1-1 80,5 0-40,-4 0-40,1 0 8,2-1 32,-2 1 16,-1 0-56,-1 1 80,2-2-40,3 0-56,-3 0 0,-1 0 16,1 0 16,-1 2-16,-1-1 40,2-1-16,0 0-64,0 0 40,0-2 0,-1 2-24,0 1 24,-1 0 40,2-5-16,-2 4-40,2-4 48,-2 4-8,1-4 16,-1 4-40,0-1 24,1-1-32,-1-1-24,0-1 8,0 1 40,0-1 24,0 4-40,0-1 24,0-2-24,0-1-40,0 2 16,0-1 24,0 0 40,0 4-40,0 0 24,0-5-8,2 4-32,-2-4-24,1 5 56,-1-4-8,0 4-8,1 0 40,0-1-24,0-3-56,1 4 40,-2 0-16,2-1 72,-1 1-56,0 0 40,1-1-56,-1 1-8,1-1-16,3 0 24,-4 1 48,0 1-32,0 0 40,1-1-32,3 1-32,-4-1 24,1 1 0,0 0 24,0 0-24,0 0 72,0 0-40,-1 0-16,1 2 40,0-1 24,0 1 40,-1 0-120,0 1 128,0-2 8,0 4-16,1-4 32,-1 4 41,0-3 23,-1 0-216,0 3 256,1-3-24,-1 5 8,0-1 8,0 0 16,0 0 0,0-5-264,0 3 240,0 3-56,0-2-72,0 0 16,0 0 0,1 0 48,-1-4-176,0 3 128,2-2-40,-1 4-32,0-4 32,1 4 0,0-5 24,-2 1-112,1 2 104,1-3-64,3 4 8,-4-4 8,1 4 16,5-4 0,-7-1-72,2 1 72,5 1-40,-2-1-80,0-1 96,1 1-48,0-1 16,-4 0-16,2 2 72,2-2-120,0 0 8,0 0 8,0 0-200,2 0-160,-7 0 392,5 0-672,1 0-400,0 0-360,1 0-489,-1 0-839,0 0-1441,-6 0 4201,4 1-4585,2-1 1120,-1 1 1120,0 1 1209,-1-1 624,0-1-56,-4 0 568,3 1-624,0-1-672,-4 0 1296</inkml:trace>
  <inkml:trace contextRef="#ctx0" brushRef="#br0">21562 119892 6817,'0'0'0,"0"0"0,0-1 3305,0 0-1129,0 0-696,0 0-303,0 1 15,0 0 56,0 0-1248,0 0 1224,0 0-127,2 0-153,-2 0-120,2 0-104,-2 0-72,0 0-648,2 0 577,-2 0-145,2 2-56,-2 1-32,2 0-96,-2 1 32,0-4-280,2 10 240,-2-8-72,2 6 88,-2-6-32,3 9-8,-1-8 0,-2 0-216,2 6 160,0-6-88,0 9 0,0-9 16,0 9 0,0-9 24,-1-3-112,1 11 72,0-7-72,1 7-32,0-8 48,0 7 48,0-8 24,-3 0-88,1 5 72,3-5-48,-2 0-48,0 0 8,0 0 40,0 0 40,-1-1-64,0 1 56,2-1-8,-1-1-24,0 0 24,0 0 24,0 0 16,-2 0-88,2 0 56,0-1-24,0-2 0,1-1 24,-1-4-40,0 4 40,-2 4-56,2-4 32,0-6-64,1 6 64,-2-7-16,1 7-16,2-7 40,-4 10-40,3-8 33,0-1-66,-1 1 25,0-1 16,2-1-8,-2-2 16,-1 11-16,2-9 33,0-2-186,0 0-47,1 1-56,-1-1-208,0 1-16,-3 12 480,3-12-624,0 1-208,0 0-112,1 1-201,-1-1-159,0 1-208,-3 10 1512,3-4-1817,0-6-463,1 7-473,-2 0-343,0-1 623,0 0 769,-2 4 1704,2-2-1088,0 1 375,0 0-727,0 1-832,-2 0 2272</inkml:trace>
  <inkml:trace contextRef="#ctx0" brushRef="#br0">21812 120002 12434,'0'0'0,"0"0"0,0 0 2401,0 0-1489,0 0-376,0 0 64,0 0 192,0 0 128,0 0-7081,0 0 13259,0 0-6346,2-1-200,0 0-64,0 0-96,0 0-40,0 0-352,-2 0 344,3 1-56,-1-2-96,1-1-32,6 1-24,-7-1-32,5-1-104,-6 4 113,1-4-49,7-1-32,-7-4-8,7 6 40,-7-1-8,0-3-56,-1 6 96,7-3-24,-6 0-64,2-4 8,-1 6 8,0-2 32,-1 1-56,-2 2 72,2-3-8,-2 1-32,0 0-32,0 0 16,0-1 8,0 3-24,0 1 24,-1-1 32,-1 1-40,-1 0-16,-1 0 56,-5 3-16,7 0-40,1-3 24,-4 9 24,-3-7-40,5 6 24,-2-4 24,-3 6 40,6-7-96,1-2 80,-4 13 72,-3-5-40,5 1-24,-1-1 48,0 1-48,0-3-88,3-5 96,-2 8-8,0-1-80,0-1-8,1-5 0,1 9 16,1-10-16,0-1 16,0 8 40,0-5-40,0-1-32,3 6 48,0-7-48,-1-1 16,-1 0 24,7 1-32,-5-2-24,0 0-64,6 0-72,-7 0-72,4 0 240,-3 0-352,-1-1-184,7-1-217,-6-1-271,6-1-232,-5 1-256,2 1 1512,-3 1-1825,0-2-399,7-1-417,-7-1-247,7 1 583,-7 0 697,3 1 1608,-3 2-968,-1-4 399,6 1-623,-6 0-1368,-2 4 2560</inkml:trace>
  <inkml:trace contextRef="#ctx0" brushRef="#br0">22024 119964 8985,'0'0'0,"0"0"2169,0 2-241,0 0-463,0-1-1465,0 0 1368,0 2-64,0 6-144,0-7-127,0 1-129,0 6-64,0-8-840,0 0 744,0 7-32,0-6-136,0 8-103,0-7-25,0 7-64,0-8-384,0-1 352,0 9-48,0-9-64,0 8-40,0-7 0,0 7 0,0-8-200,0 0 184,2 2-72,-2 6-40,2-7 0,-2 0-16,2 1 64,-1-1-120,0-2 128,1 0-40,1 0-16,-1 0-56,0 0 24,0-1 64,-1 0-104,0-1 88,1-2-48,0-6-40,0 7-16,1-8 32,-1 3 40,-1 3-56,0 1 64,1-4-56,0-1-16,0 0-8,0 1 16,0-1 16,0 5-16,-2 0 56,3 0-40,-1-7-48,0 8 0,0-6-24,0 5 40,-1 0 16,0 0-96,2 0-184,-1 1-136,1-1-160,-1 1-72,1 0-120,-2 1 768,0 0-904,1-1-153,2 0-183,-2 2-128,0 0-225,0 0-327,-1 0 1920,0 1-2288,1 0-377,0 0 40,1 0 673,-1 0 648,0 2 536,-1-1 768,0 0-625,1 1-807,0 0-776,-2-2 2208</inkml:trace>
  <inkml:trace contextRef="#ctx0" brushRef="#br0">22182 120005 7289,'0'0'0,"0"0"1632,0 1-1632,0 0 1865,0 2-185,0 0-128,0 6-55,0-7-129,3 1-80,-3-1-1288,0 0 1153,2 6-137,0-6-120,0 7-104,0-7-40,0 7-31,-1-9-721,0 1 640,1 8-120,1-7-128,-1 8-16,0-8-32,0 7 0,-1-9-344,0 2 312,1 6-128,0-5-24,1 5-16,-1-6-8,0 1 8,-2 0-144,2 3 176,0-4-48,0 0-8,0 1 0,0 0-8,1-1-24,-3-2-88,2 0 137,0 0-81,0 0-8,0-2 40,0-1-24,0 0 24,-1 2-88,0-6 88,2 3-56,-1-5-64,0 4 80,0-5-24,0 6 40,-1 1-64,1-5 88,-1 4-136,2-7 40,-1 6 16,0-5-8,0 6 96,-2 3-96,2-8 24,1 6-64,0-8-48,7 7-48,-8-7-64,7 7-153,-8 3 353,0-8-648,9 5-392,-6-6-360,8 5-409,-3-5-647,3 1-1145,-10 8 3601,10-7-4809,4-3 1008,4-1 1081,0 0 1127,-1 0 945,-1 1-344,-14 9 992,9-6-2128,-13 8 2128</inkml:trace>
  <inkml:trace contextRef="#ctx0" brushRef="#br0">29145 120401 5217,'0'0'0,"0"-1"1152,0 1 160,-1 0-8,0 0-1304,1-1 1249,-1 0 7,0 0-32,0 1-48,-1-1-23,2 0-81,-1 1-1072,0 0 992,0 0-96,0 0-87,0 0-97,0-1-104,0 1-40,0 0-568,1 0 472,0 0-88,0 0-72,0 0-32,0 0 24,0 0 0,0 0-304,0 0 376,0 0-63,0 0-57,0 0-48,0 2-32,0 0-40,0 0-136,0-1 168,2 9-16,-2-7-88,2 8 8,-2-3-16,2 2 0,0-3-56,-2-4 56,3 6-16,-1 0-56,0 1-40,0 0 16,0-1 0,0-2 40,-1-4 0,1 6-16,0-1 16,0 1-24,0-6 136,0 7 8,0-8-120,-2-2 144,0 4-16,2-1-184,1 0 24,-2-1 48,2-2 0,-2 0-16,0 0 64,1 0-8,0-1-56,0-2-24,1-1 64,0-7 0,-1 7-40,0 0 56,1-8 16,0-2-112,1-3 24,4-5 48,-5-5-32,2 10 0,-1 5 56,-2-16-48,7-2-48,-8 1 16,2 3 8,0 5-24,-2 10 40,0 3-48,1-8-64,0 5-112,0 1-56,1 8-128,-3-8-208,0 9 616,2 0-881,-2-3-327,0 2-440,0 0-377,0 1-543,0 0-593,0 1 3161,0 0-3425,0 0 817,0 2 879,0 0 777,0 7 480,0-7-496,0 3 968,0 1-1744,0-6 1744</inkml:trace>
  <inkml:trace contextRef="#ctx0" brushRef="#br0">29312 120531 5281,'0'0'0,"0"0"2096,0 0-2096,0 0 2137,0 0-409,0 0-464,0 0-232,0 0-63,0 0-17,0 0-9034,0 0 17124,0 0-8170,0 0-72,0 0-103,0 0-97,0 3-120,0-3-480,0 0 376,0 2-96,0-2-80,2 2-8,0-2-48,0 2-16,-1-2-128,1 0 88,1 0-64,0 0 16,0 0 0,1 0 8,-1 0 16,-3 0-64,3 0 56,0 0-48,0 0-8,0 0 40,1 0-8,-1-1 0,-3 1-32,3-2 40,-1-1-24,0 0-32,0 0 48,0 0-24,1 0 16,-3 2-24,0-1 40,0-1-40,0-2 32,0-4-24,0 6-16,0-1 8,0 4 0,-1-8 8,-3 4-48,1 0 32,0 0 16,0 0-32,0-1 48,2 5-24,-2-3 16,-1 0-32,0 1 16,0 1 0,-1 0 0,1 1 16,4 0-16,-3 0 16,0 0-48,-1 3 32,1 5 16,0-5-16,0 0 40,3-3-40,-3 9 8,1-6-32,-1 5 16,2-6 16,0 8-16,0-7 8,1-3 24,-1 9-24,1-5-56,0 5 32,0-5 0,0 4 8,2-6 16,-2-2 16,2 9-16,1-7-80,1 1-40,-1 6-112,7-9-160,-8 3 392,-2-3-624,9 3-216,-6-1-273,7-2-255,-6 0-240,7 0-353,-8-1 1961,-3 1-2264,12-3-217,-3-1 185,-1-1 680,1 1 615,-1-5 513,0 6 488,-7 3-296,2-4-368,9-4-1200,-12 8 1864</inkml:trace>
  <inkml:trace contextRef="#ctx0" brushRef="#br0">29526 120440 1992,'0'0'0,"0"0"1632,0 0-1120,0 0 257,-1 0 263,0 0-1032,1 0 1224,-1 0-24,1 0-159,0 0-121,0 0-48,0 0-64,0 0-808,0 0 768,0 0-16,0-1-63,0 0-49,0-1-48,0 2-80,2-2-512,-2 2 448,0-2-56,2 0-72,-2 0-40,2-1 24,-2 0-8,2 0-296,-1 2 296,-1-2 32,1 0-55,-1-1-41,3 1 40,-3-2-64,2 2-208,-2 2 224,0-2 16,0-1-80,0 0-8,0 1 0,0 0 0,0-1-152,0 4 144,0-4 24,0 1-32,0 0-16,-1 0 16,0 0-40,0 0-96,1 3 72,-2-2 8,2-1-56,-1 1-24,-1 0 56,1 0-32,1 0-24,-1 2 40,0-2 16,0 1-48,0-1-8,0 1 24,0 0-8,0 1-16,1 0 16,-1 0-8,0 0-8,0 0-24,0 0 8,0 4 48,0-2-32,1-1 24,-1 2 0,0 5-8,-1-5-32,0 5 32,1-5 24,0 5-40,1-5 48,-1 5-8,0 1-40,-1 1-24,1 0 48,0 1-8,0-4-16,1-3 56,-1 6-32,-1 1-64,2 0 0,-2-2 0,2 2 40,0-4 0,0-4 24,0 7-8,0 0-40,0-1-72,0 1-48,0-1-40,0-3 184,0-3-216,0 5-72,2 1-120,1-6-88,-1 8-96,-2-7-160,1 2 752,0-2-865,1-2-175,-2 1-240,2 0-272,-2-1-353,3 0-287,-3-2 2192,0 0-2441,2 0 377,-2 0 623,2 0 553,-2-1 480,2-2 24,-2 1 384,0 1-1320,0 1 1320</inkml:trace>
  <inkml:trace contextRef="#ctx0" brushRef="#br0">29457 120485 3856,'0'0'0,"-1"0"1393,0 0-1393,1 0 1488,-2 0 280,0 0-191,0 0-217,0 0-88,-1 0-64,2 0-1208,0 0 1121,0 0-137,0 0-184,0 0-128,0 0-72,0 0-48,0 0-552,1 0 473,0 0-73,0 0-104,0 0-64,0 0-40,0 0-40,1 0-152,0 0 128,1 0-56,1 0-56,1 0 16,-1 0-32,0-2 32,-1 2-32,-1 0 24,9-1-48,-8 0-56,6 0-56,-6 0-96,8 0-128,-9 1 360,1 0-480,8-1-184,-7 0-185,7 0-143,-7 0-192,6 0-232,-7 0 1416,-1 0-1649,9 1-295,-7-1-225,7-2 17,-7 1 560,7 0 535,-9 1 1057,1 0-576,8-1 328,-7-1-224,5 0-1440,-8 3 1912</inkml:trace>
  <inkml:trace contextRef="#ctx0" brushRef="#br0">29657 120426 3200,'0'0'0,"0"-1"328,0 1 152,0 0 241,0 0-721,0 0 1024,0 0 240,0-1 96,0-1 17,2 2-41,-2-2-88,1 2-1248,1-1 1128,-2-1-111,2 0-121,-2 0-72,2 0-72,-2-1-104,0 2-648,0-1 584,2-2-144,-2 1-95,0 0-81,0 0-16,0 0-16,0 1-232,0 0 200,0-1-8,0 0-72,0 0 8,0 0 8,0-2 32,0 4-168,0-1 144,0-1-48,0-1 0,0 0-24,0 1 16,-1 0 32,0 2-120,1-1 80,-2-1-48,0-1-16,-1 2 8,1-2 16,0 2 0,2 1-40,-2 0 40,0-1-40,1 0-16,0 0 16,-1 0 24,0 1 16,1 1-40,1 0 32,-3-2-48,1 2-40,0 0 48,1 0-16,-1 3 48,2 0-24,-1 3 8,-1-4-32,1 1 16,-2 8 8,3-8 8,-2 9 16,2-11-24,-2 1 40,1 11-80,0-4 16,0 1 16,0 1 8,0-1 32,0-7-32,1 5 0,-1 3-32,0-1-40,1 1 40,0 0 0,0-1 0,0-8 32,0 6-40,0 1-40,0 1-48,0 0 16,2-2-48,-2 1-16,0-7 176,2 4-240,0 3-128,0-6-56,0 8-64,0-7-121,1 6-103,-3-8 712,2-2-880,0 4-168,0-1-264,0 0-225,1 0-311,-2-1-241,-1-2 2089,0 0-2256,3 2 384,-3-2 607,2 0 489,-2 0 440,0 0 8,0-1 328,0-1-1128,0-1 40,0 3 1088</inkml:trace>
  <inkml:trace contextRef="#ctx0" brushRef="#br0">29569 120485 5937,'0'0'0,"0"0"2232,0 0 113,-1 0-657,1 0-1688,-1 0 1312,1 0-199,0 3-25,0-3 0,0 2-24,0-2-63,0 0-1001,0 2 864,0 0-176,0 0-112,0-2-104,0 3-104,0-3-72,0 0-296,2 1 264,0-1-144,0 2-16,1-2-24,0 3-48,6-3 32,-9 0-64,2 2 40,7-2-64,-7 0-16,7 0-72,-8 0-160,10 0-232,-10 0 504,1 0-864,10 0-464,-8-1-449,7 0-679,-8 0-977,9 1-456,-12 0 3889,3 0-2904,8 0 1007,-8 0 897,7 0 480,-8 0-1064,-2 0 1584</inkml:trace>
  <inkml:trace contextRef="#ctx0" brushRef="#br0">16381 118732 4857,'0'0'0,"0"0"472,0 0-264,-1 0 0,1 0 176,0 0-384,-1 0 640,1 0 280,-1-1 312,1 0 145,-1 0-25,0 1-48,1 0-1304,0-1 1185,-1 1-209,1-1-56,-1 1-136,1-1-112,0 1-72,0 0-600,-1 0 512,1 0-135,0 0-33,-1 0-48,1 0-48,-1 0 24,1 0-272,0 0 280,-1 0-64,1 0 24,-1 0 8,1 0-48,0 2 0,0-2-200,0 0 176,0 2-72,0 0-8,0 2 8,0-1-24,0 0 8,0-3-88,0 3 56,0 0-56,0 1 24,0-2 0,0 1 56,0-1 0,0-2-80,0 2 96,0 1-48,0-1-16,0 1 32,2-1-24,0 0 16,-2-2-56,2 2 80,0 0-72,0 0 24,0 0 32,1 0-24,-1-2-40,-2 0 72,3 3-8,0-3-64,0 2 56,0-2-48,0 0 8,-1 0-16,-2 0 56,2 0-16,0 0 0,0 0-16,0 0 33,0-1 15,0-2-72,-2 2 64,0-2 16,3 0-64,-3 0 0,0 0 32,0-1-16,0 1-32,0 3 40,0-3 24,0 0-64,0 0 16,-1 0 24,-3-1 0,1 2-40,3 1 88,-3-2-32,0 0-48,0 1 48,-1-1 0,1 1 40,0 2-96,3-1 96,-3 0-16,-1 0 24,1 0 0,0 1 8,0 0 32,0 0-144,3 0 128,-3 0-16,0 0-16,-1 0-56,1 0 16,0 2 0,0 0-56,2-2 56,-1 2 32,0 1-48,0-1-8,0 0 40,1 0-32,0 0-40,1-2 16,-1 2 40,0 0-56,1 1-16,0-1 72,0 0-16,0-1-40,0 0 32,0 1 40,0 0-72,0-2-56,2 2 56,0-2 24,0 0-24,-2 0 32,2 0 40,0 0-48,0 0-24,1 0 56,-1 0-40,0-1-16,-2 1 16,2-1 40,0-1-72,1-1 48,-1 0-16,0 1 8,-1 0-24,0 1 32,1-2 0,-2 1-8,2 0-8,-2 0 16,0 0-8,0 0-24,0 2 32,0-2 8,0 2-56,0-2 16,-1 2-24,0 0 48,-1 0-24,2 0 0,-2 4 0,0-1-96,0 5-248,-2-6-184,2 1-328,0 5 856,2-6-1208,-2 0-377,0 7-655,0-7-913,0 6-1040,1-5 712,1 3 3481,0-4-2520,0 1 944,0 5 871,3-6-135,-1 1-592,1 0-224,-3-3 1656</inkml:trace>
  <inkml:trace contextRef="#ctx0" brushRef="#br0">16352 118813 4232,'0'0'0,"0"-1"545,0 1-409,0 0-48,0 0-88,0 0 88,0-1-24,3 0 8,-3 0 8,2 0 24,-2 0 24,1 0-128,0 1 192,-1-1 104,2 0 152,-2 0 176,2 0 152,-2 0 160,1 0-936,1 1 993,-2-2 39,0 1 24,0 1-8,0 0 32,0 0-15,0 0-1065,0 0 1000,0 0-128,0 0-120,0 0-48,0 0-47,0 0-41,0 0-5217,0 0 9786,0 0-4665,0 0-56,0 0-16,0 0-16,0 0 16,0 0-7945,0 0 15410,0 0-7577,0 0-47,-2 0-49,1 0 8,0 0-24,1 0-224,-1 0 232,0 0-48,0 0-16,0 0 64,0 0-32,0 0 0,1-1-200,-1 0 224,0 0-72,-1 0-8,0 0 40,0 0 8,0 0 24,2 1-216,-2-1 232,0 0-88,-1 0-16,-1 0 80,0 0-32,0-1 24,3 2-200,-6 0 184,3-2-39,0 1 15,-4 0-8,4 0 40,-6 1-40,9 0-152,-3 0 152,-6 0-48,2 0 0,-2 0 0,0 0 32,1 0-24,7 0-112,-7 0 120,-2 0-48,0 0-8,0 2 56,-1-2-24,0 3 40,11-3-136,-12 0 72,0 2-24,-1 0 48,0-2-24,-1 2 24,0-2 40,12 0-136,-11 2 96,-4-2-16,0 2 40,-2-2-72,1 2 32,-1-2 40,18 0-120,-15 2 80,-2-2-48,-3 3 32,3-1-24,-2 1 56,1 0 0,18-3-96,-18 3 64,-3 0-32,3 6-16,0-7 48,-1 0-8,0 1-8,18-2-48,-14 2 80,-5 0-64,1 0 16,1 0 64,0 0-80,0 0 80,18-2-96,-15 2 48,-3-1-32,1-2 48,1 2-32,0-2-16,2 0 48,15 0-64,-14 0 64,0 0-64,3 0 32,-1-1 16,0-1-64,0-1 128,12 2-112,-11-3 80,1 1-96,0 0 97,0-1-98,0 0 17,0 0 17,10 4-17,-10-4 0,-2 0 0,1-1 0,0 1 0,0 1 0,2 0 0,9 3 0,-9-3 0,-1-1 0,1 1 0,0 1 0,1 1 0,0 0 0,9 1 0,-9-1 0,1 1 0,-1 0 0,5 0 0,-6 0 0,6 0-49,4 0 49,-10 2-128,7 0-160,-1 1-144,0-2-72,0 2-128,1-3-144,3 0 776,-3 2-912,-1 0-321,3 0-263,0 0-368,0 0-425,1 0 2289,0-2-2936,0 2-921,0 1-416,3-1 1040,1-2 1025,4 0 975,-6 0 1233,-2 0-568,8 0-64,-5-2-136,5 1-224,-6-3-408,-2 4 1400</inkml:trace>
  <inkml:trace contextRef="#ctx0" brushRef="#br0">15100 118756 5857,'0'0'0,"-1"0"1640,0 0 16,0 0-1656,0-1 1113,-1 0-409,-1-1-216,1 2-88,0-1 0,0-1-40,1 2-360,0-1 384,-2 0-8,0 0 8,-1 0 33,1 0-1,0 0 64,2 0-480,-1 1 496,-1-1 24,-1 0 48,1 0 16,-1 0 24,0 0 16,0 0-624,-1 1 593,2-2-41,-1 2-56,-5-3-24,6 1-16,-1 0-32,0 1-424,-1 0 432,1-1-96,-6-1-40,5-1-16,-6 1-16,7 0 32,-1 2-296,-2-1 273,-3-1-65,0-2-48,1 1-32,-1-4 8,0 4 32,4 0-168,-2-2 136,-9-3-64,2 0-32,-5-1-16,2 0 32,1 0 16,11 6-72,-5-2 96,-5-3-40,-2-2-56,-1 1 32,0 0-8,0-1 72,11 7-96,-6-4 128,-8-4-96,-2 0-8,1-1-8,1-2 24,-1 1 56,16 10-96,-7-4 120,-8-5-80,-2 0 0,0-1-8,-2 1 64,2-1 32,15 10-128,-9-5 112,-10-5-24,2 1-32,-1 1 16,-1 0 32,-1 1 8,21 7-112,-12-3 72,-9-3-40,-2-2-48,2 0 72,2-1-24,-1 2 40,20 7-72,-11-6 72,-9-4-72,-2-2 0,1 0 56,0 0-24,1 1 8,20 11-40,-13-7 88,-7-4-128,2 1 8,-1 0 32,-1 0 16,1 0 56,20 10-72,-13-6 16,-8-4-8,1 0-48,-1 0 56,0 1 40,1-1-40,20 11-16,-14-8 32,-7-3-48,-1 0-16,1 1 48,0 2 24,0-1-24,22 9-16,-16-7 64,-4-1-96,-1 0-16,-1 0 64,0 1-32,-1 0 80,23 8-64,-16-7 0,-4-1-48,0-1-8,0 1 8,-2 0 96,1 0-16,22 8-32,-16-5 8,-6-3-16,1 2-40,0-2 48,0 1 48,1 1-8,20 6-40,-17-5 56,-3-2-64,-1-1 8,1 2 8,3-2 8,-1 1 32,19 8-48,-13-6 8,-4-3-48,1 2 8,2-1 80,-2 1 24,1 0-32,17 6-40,-15-5 48,0 3-80,-1-8-40,-1 3 120,4 5-80,-2-7 104,14 11-72,-10-3 48,-4-5-96,1 5 64,1-6-64,1 6 40,3-1 32,9 3-24,-8-7 16,-2 7-48,0-2 24,0-6 16,1 7 24,0-2 40,10 3-72,-8-3 16,-1 0-56,1 0-8,1 0 32,4-1-40,-7 2 96,10 3-40,-2-3-24,-7-1-112,7 1 96,-7 0-64,7 1 72,-7-1 80,10 3-48,-2-3 40,-8 1-40,8 0-24,-2 0 24,0 0-32,0-1 48,4 3-16,-4-2 40,1 1-64,-1 0-8,1 1 32,0-1-32,0 1 64,3 0-32,-2 0 32,-1 0-80,0 0 24,1 0 8,0 0-16,0 0 32,2 0 0,-2 0 0,0 0-56,-1 0 24,1 0 8,2 0-24,0 2 48,0-2 0,0 2 0,0 0-24,0 2-24,0-1 64,0 6-16,0-6 0,0-3-16,0 8 64,0-5-80,0 9-24,2-9 56,0 9-16,0-9 16,-2-3 16,2 12 8,0-4-48,-2 2 8,2 0 32,1 4-48,0 0 32,-3-14 16,3 14 16,0 1-80,0 1 8,0 0 56,1 1-16,-1 0 0,-3-16 8,3 20 8,6 0-56,-7-1-32,2-1 40,-1-1 32,5 1 0,-7-18 16,1 21 40,1-2-24,5 0-8,-6 2 48,2 0-24,-2-1-48,-1-20 72,2 23-32,0 1-64,6 1-24,-9-1 24,3 3 24,0-4 0,-3-21 40,4 25-8,-1-1-64,-1 3-8,1 0 48,-1 0-32,0-3 24,-2-24 16,2 28 24,-2-1-112,2 0 40,-2 2 64,2 0-64,-2-3 32,0-25 16,3 29-16,-3 0-16,2 0 48,0-1 0,0 0 40,0-6-72,-2-21 24,2 26 24,0 1-64,0-3-24,1 2 64,-1-1-40,-2-6 16,0-19 0,2 25 32,-2-1-72,2 0 8,-2 1 48,2-1 8,-2-5-24,0-19 64,0 23-56,0 0-16,0 0-64,0-1 8,0 0 48,0-5 16,0-17-40,3 21 72,-3 1-136,2-2 16,-2 2-24,2-1 8,-2-6 104,0-14 0,2 21 0,0-1 16,0-1-32,0 0-8,0-1-8,0-7 32,-1-11 16,0 17 8,3 0-32,-1 2-8,0-1 0,0 1-16,0-8 32,-2-11 16,2 17 0,0 0-48,0-3 32,0 0-72,1 2 88,-2-5-16,-1-12-16,2 16 32,0 1-32,0-2-24,0 0 0,1-2 8,-2-4 32,-1-9 16,1 15 0,0-1-8,0-3-32,1 0-8,-1 0 24,0-5 8,-1-6 24,2 8 8,0 2-32,-1-1-32,1-2 16,0 0 8,0-4 8,-2-4 56,2 8-16,0 1-72,-1 0-8,0-3 0,0 1 8,0-3 32,-1-4 32,1 6-16,0 1-48,0 1 0,0 0 32,-2-1 32,2-3-32,-1-4 40,-1 8-24,0 1-40,0-2-40,0 2 40,0 0 40,0-5-16,0-3 0,0 7 0,0-2-32,0 1-8,0 0 56,0-3 24,0-3-40,0-1-16,0 4 48,-2 0-88,1 1 24,1-1 72,-1-4-8,1 1-32,-1-1 56,0-1-56,1 6-40,-1-7-32,1 7 56,0-7 32,-1 0-16,1-1 40,0 2-64,0 6 8,0-7-32,0 1 40,0 0 80,0-1-72,0-1 8,0 2 24,0-1-72,0 0-8,0 0 32,0 0 64,0-1-48,0 0 56,0 1-72,2 0-8,-2 1-24,2-3 48,-2 1 16,2-1-16,-2 0 16,0 3-72,2-3-16,1 2 0,-2-2 56,2 0 56,-2 0-40,0 0-24,1 0-8,0 0-40,0 0-8,0 0 40,2 0 8,-3 0 32,1 0 16,1 0 0,5 0-64,-5-1 48,5-1-16,-5 0 48,1 1-32,0 0 32,-2-1-48,8-1-40,-7 1 24,6 0 16,-6 0 32,2 1-16,1 0 32,-3-2-32,9 3-48,-9-3 40,10 2-8,-4-1 0,-5 1 16,0 0 40,6-1-48,-1 0-24,1 0 16,0-1-40,-1 1 72,-4 1-16,2 0-16,5-2-40,2 0-8,1-6-8,0 6 32,1-7 48,-8 9-8,2-2 0,10-9-24,3 3-16,0-3-8,-1 2 40,1-1 8,-13 7 0,3-2 0,10-3-16,0-1-40,0 1 16,0-3 8,0 0 16,-14 7 16,6-3 0,9-6-40,1 1-72,1 0-24,-2-1-32,1 0-40,-15 8 208,7-4-216,11-6-72,3 1-33,-1-1-47,-2 0 24,0-3-32,-19 13 376,9-7-336,9-6-8,1 1 0,0-1 24,1 0 40,-2 0 8,-17 13 272,7-6-208,10-7 16,1 2 48,-1 0 8,0-1 96,-2 1 24,-17 11 16,9-6-8,8-4-8,0-1-32,-1 1 8,1 0 32,-2 0 16,-15 10-8,7-4 40,8-5-64,0 0-16,2 1 16,-1-1 24,1 1 24,-18 8-24,9-4 16,6-5-32,-1 1-40,-2 1 16,1-1 16,-2 1 24,-12 9 0,7-6 24,5-3-64,2 1 32,-5 0-16,3 3 8,-1-2 32,-13 8-16,9-5-40,5-2 8,-1-1-8,-1 0 24,0 1 56,0-1-16,-12 8-24,8-5 16,4-2-64,-2-1-8,-1 0-16,1 2 24,-2-2 24,-9 8 24,7-6-48,3-1-16,1-2-16,0 1 40,-1 1 40,1-1 40,-11 9-40,7-5 8,3-4-32,0 1 16,-2 1 32,1 0 8,1 1 16,-11 7-48,8-2 16,1-9-32,2 3-8,0 5 24,0-8 40,3 4 0,-13 6-40,8-6 8,4-3-16,-1 1-8,0-1 32,0 0 32,-1 1 0,-10 8-48,8-7-24,3-1-16,-1-1 8,-1 1 40,1 0 16,-2-1 24,-9 9-48,7-7 24,2-1-56,0-1 32,0 0 0,-1 0 0,-1 2 48,-8 8-48,7-7 0,0-3-24,2 1 0,-2 0 24,2 0 8,-1 0 8,-7 9-16,5-8 8,1-1-16,1 1-8,0-1 40,-1 1-24,-5 1 16,-2 7-16,9-6 24,-7-2-48,5 0 0,-5 1 48,0 4-24,0-6 0,-2 10 0,1-3 32,2 0-64,-1-2 8,0 1 24,0 1-16,-1 0 56,-1 2-40,1-2 32,0 1-56,0 1 16,0-2-8,0 1-16,0 0 16,-2 2 16,2-2-56,0 0-168,0-1-121,-2 3-215,3 0-272,-3-2-296,0 2 1128,0 0-1472,0 0-433,0 0-367,2 0-241,-2 0 569,0 0 639,0 0 1305,0 0-736,0 0 480,0 0-32,0 0-152,0 0-336,0 0-944,0 0 5936,0 0-8432</inkml:trace>
  <inkml:trace contextRef="#ctx0" brushRef="#br0">11318 118382 5073,'0'0'0,"0"0"904,0 0 88,0-1 160,0 0 40,0 0 65,0 0-1257,0 1 1320,0-1-24,0 0-159,2 0-121,-2 0-120,2-1-120,-1 2-776,0 0 760,1-2-104,1 1-63,-1 0-17,0 0-40,0 1 96,-1 0-632,0 0 552,2 0-64,7 0-80,-8 0-128,7 0 48,-6 0-96,4 0-232,-2 0 280,-1 0-7,7 2-65,-1-2 64,-1 3 0,2-3-24,-4 0-248,0 2 256,8-2-32,3 2-56,2 0 0,1-2 24,1 2-8,-12-2-184,1 0 200,10 0-24,2 0-80,-1 0 48,3 0-16,-2 0-24,-12 0-104,1 0 112,9 0-40,1 0-8,-2-1 24,1 0-32,0 0 0,-12 0-56,2 1 88,9 0-40,1-1-40,1 0 24,-1-1-16,1 2 56,-14 0-72,4 0 40,9-2-40,-1 2-8,1 0-56,-2 0 64,1 0 32,-12 0-32,3 0 32,7 0-32,-1 0-32,0 0 16,0 0 0,0 0 16,-9 0 0,2 0 32,7 0-32,-1 0-32,0 0 16,0 0-8,-1 0 8,-9 0 16,3 0 40,6 0-48,-1 0-8,-3-1 32,1 1-16,-2 0 24,-6 0-24,1 0 16,4 0-32,0 0-56,-6 0 0,7 0-32,-9 0-24,1 0 128,0 0-120,1 0-64,0 0-88,-1 0-56,0 0-88,1 0-72,-3 0 488,0 0-600,0 0-104,0 0-161,0 0-143,0 0-184,0 0-248,0 0 7249,0 0-13419,0 0 5282,-2 0-553,1 0-472,-1 0 785,0 0 856,1 0 1712,0 0-1001,-1 0 593,-1 0-104,0 0-328,-1 0-872,4 0 1712</inkml:trace>
  <inkml:trace contextRef="#ctx0" brushRef="#br0">11367 118322 2984,'0'0'0,"0"0"688,0 0-360,0 0-328,0 0 240,0 0-72,1 0 80,-1 0 281,2 0 367,-2 0 440,0 0-1336,2 0 1728,-2 0 9,2 0-105,-2 0-103,0 0-177,0 0-112,0 0-1240,0 0 1112,0 0-208,0 0-95,0 0-89,0 0-96,0 0-40,0 0-5337,0 0 10018,0 0-4889,0 0-40,0 0-56,0 0-24,0 0 9,0 0-7043,0 0 13764,-2 0-6850,2 0-32,-2 0-16,2 0-24,-2 0-64,2 0 88,-2 0-8,0 2-56,0 0 16,0 1 32,0 0 8,0 0 8,2-3-88,-2 3 64,0 0-64,0 0 16,0 0 16,1 5 8,0-8-40,1 0 56,-1 2 40,0 1-128,0 0 8,0 0 80,1-1-56,0 0 0,0-2 80,0 2-48,0 0-32,0 0-32,0-2 64,0 2 24,0-2-56,0 0 56,2 0 40,-2 0-112,2 0 32,0 0-16,0 0-16,0-1 16,-2 1 32,2-1-8,0-2-24,0 0-56,0 0 104,0-5-24,0 6-24,-2 1 56,2-2 16,0-5-104,0 5 8,0-1 48,-2-6-8,1 7-16,0 2 40,-1-8 32,2 5-72,-2-5 32,0 6 32,0-5 40,0 6-104,0 1 128,0-3 40,0 0-40,0 0-88,-2 2 88,2 0-40,-2 1-88,2 0 120,-2 1 32,0 0-136,0 0 40,0 0-8,0 0-24,0 1-24,2 0 64,-2 1-8,0 6-72,0-4 32,0 4 8,0-5-8,0 4-16,2-5 48,-2 1-24,1 5-32,0-5-56,0 6 40,0-7-40,0 4 64,1-4-72,0 0-72,0 6-256,0-6-320,0 1-384,0-1-537,2 4 1641,-2-4-2360,2-2-1137,1 2-1536,5 0 1072,-6-2 1193,6 0 1143,-7-1 1625,0 1-472,1-3-8,6-5-104,-6 5-72,1-9-552,-3 12 1208</inkml:trace>
  <inkml:trace contextRef="#ctx0" brushRef="#br0">12796 118318 4552,'0'0'0,"3"0"4097,-2 0-4097,-1 0 2329,-1-1-721,1-1-504,-1 1-95,1 0 47,0-1 112,0 2-1168,0-1 1152,0 0-55,-2 0-113,2-1-136,-1 1-96,1 0-160,-1 0-592,1 1 504,0-2-104,0 1-71,-2 1-57,1 0-72,1 0-16,0 0-184,0 0 152,-1 0-56,1 3-16,0-1-24,0 2 0,0 8 40,0-12-96,0 2 56,0 8-24,-2-6-32,2 9-32,0-9 16,0 11 16,0-10 0,0 1-24,0 6-144,0-1-136,-1 2-200,0 0-217,1-1-263,0-6 984,0 1-1280,0 6-288,0 0-393,0-2-407,0 0-433,0 0-296,0-10 3097,0 2-2408,0 9 712,0-9 375,0 0-1415,0-3 2736</inkml:trace>
  <inkml:trace contextRef="#ctx0" brushRef="#br0">12755 118384 9001,'0'0'0,"-1"0"3001,0 0-3001,1 0 2305,-4 0-801,-1 0-280,0 0-72,1 0-31,0 3 15,3-3-1136,-2 0 1000,0 0-168,-1 0-112,0 0-127,0 0-73,0 0-24,3 0-496,-2 0 376,1 2-96,1-2-64,-1 0-32,1 3-48,1-3 64,0 0-200,0 0 144,0 0-72,3 0 32,0 2-48,1-2-16,6 0 16,-9 0-56,1 0 32,8 0-32,-8 0-40,12 0 40,-11 0-64,11 0-16,-11 0 80,4 0-216,5 0-224,1 0-168,1 3-200,1-3-241,0 0-351,-11 0 1400,7 0-1856,5 3-705,-1-3-872,1 2-495,2-2 847,0 3 953,-14-3 2128,8 2-1473,4 1-1127,-16-3 2600</inkml:trace>
  <inkml:trace contextRef="#ctx0" brushRef="#br0">12915 119488 12218,'0'0'0,"-1"3"4761,-2-1-2968,0 1-1097,0 0-696,3-3 376,-2 4 32,-1 0 104,1 0 112,0-2 160,1 1-64,0-1-720,1-2 657,-1 3-97,-1 0-144,2-1-112,0 0-8,0 1-48,0 0-248,0-3 216,0 2-16,3 1-88,-1 0-24,9-1 8,-9 1 16,9-3-112,-10 0 56,3 2 16,10-2-80,-5 3-24,3-3 48,0 0-72,-2 0 56,-9 0-128,10 0-160,5 0-304,-1 0-352,2 0-417,0-2-639,-1-1 2000,-14 3-2977,20-4-1280,-1-1-144,-1-5 1169,1 6 1039,-1-9 689,-3 8 1504,-14 5-2032,-3 0 2032</inkml:trace>
  <inkml:trace contextRef="#ctx0" brushRef="#br0">16324 118782 3376,'0'0'0,"0"0"328,0 0-176,0 0-48,0 0-24,0 0 8,0 0 0,0 0 8,0 0-96,0 0 112,0 0 40,0 0 121,0 0 167,0 0 200,0 0 168,0 0-3233,0 0 5722,0 0-2417,0 0 1,0 0-33,-1 0-40,1 0-24,0 0-784,-1 0 744,0 0-64,-1-1-32,1 1-31,0 0-73,-1 0-32,2 0-512,-1 0 472,0 0-80,-1 0-48,1 0-24,0 0-32,-1 0 8,2 0-296,-3 0 232,-1 0-56,0 0-16,0 0 8,0 0 32,-1 2 17,4-2-217,-8 3 200,6 0-96,-3 1-16,-5 0 0,6 0 0,-8 7-16,12-10-72,-3 1 48,-9 8-32,8-7 16,-9 9-8,2-1-8,-3-1 32,15-10-48,-15 11 64,0 2-56,-4 1 16,0 0-8,0 1 0,0 0-16,19-15 32,-21 16 16,1 2-56,0-2 16,1-1 32,0 1-40,0-1 48,19-15-48,-17 15 56,-1 0-48,1 2 16,-1-1 16,0-1-32,1 1 32,17-16-40,-16 16 40,-1 1-40,-1 1-16,0 1 40,1-1-32,0-1 8,17-17 24,-15 17 16,0 0-64,-1 0 24,1 5 8,1-2-48,0 0 40,14-19-8,-13 20 16,1 1-64,0-2 64,0 1-8,-3 4 16,2-3-16,12-21 32,-12 23 0,-2 0 0,0 3 32,0 1 16,0-1-8,2 1-72,12-27 48,-14 28-8,0 0-16,0 0 8,0-2 16,-1 0-24,3-2-24,11-23 40,-14 24-16,1 2-48,-2 2 0,-1 2 24,1-1 8,1-3-8,15-25 40,-17 26 0,3 0-40,-1 0-40,1 1 56,-1-1-32,2-3 16,13-24 40,-14 26-16,-1-1-64,2-1 0,1 1 40,1-3 56,0-2-56,11-20 48,-12 23 16,2-2-48,-2-2-40,2-2 32,-1-1 8,2-1-16,9-15 72,-10 15 8,8 1-56,-10-1 0,9-2-24,-7 0 0,7-3 0,3-10 16,-10 9 24,8 0-56,-2 2 16,-1-1 24,1-1-24,1-1 0,3-9 16,-4 10 8,0-1-64,0-7 16,1 10 24,2-9-8,0 5 8,1-8 32,-1 2 24,-1 1-48,1 6-40,0-8 40,1 2-16,0-1 8,1-2 8,-2 9 32,1-7-40,0 1-16,-2 6 32,1-8 0,1 2-16,0-4 8,-1 11 48,0-8-72,-1 7 0,0-7 48,1 1-8,0-2-24,1-1 0,-1 10 40,-1-9-56,1 2-24,-1-1 72,1 0-24,1-1-8,0-1 24,0 1 16,0 1-48,0 0-32,-1-1 40,1 0 0,1 0 0,0-1 24,-1 2 24,1-1-72,0-2 40,-2 3-16,2-3 0,0 0 40,0 2 0,0-2-32,-1 3-48,1-3 0,-1 2 56,1-2-16,0 0 24,0 3 32,-2-3-16,2 0-56,0 2 16,-1-2 16,0 2-16,1-1 48,-2-1 8,2 3-16,-2-3-32,2 0 16,-1 0 16,0 1-40,1 0 56,-1-1 24,-1 2-72,1-2 8,0 3 8,-1-3 16,2 2-40,-1-1 56,0-1-8,-1 2-32,1-2 8,0 3 16,0-3-16,0 1-24,0 0 40,0-1 0,1 3-40,0-3 16,0 2 0,-1-2 8,0 2-24,1-1 56,-2 2-8,1-1-32,0-2-32,-1 3 48,2-3 16,0 1-48,-1 0 56,1-1 24,-1 2-56,1-2-8,-1 3 48,-1-3 40,2 1-104,-1 1 128,0-2 16,0 2-80,-1-2 24,1 3 17,0-3 31,0 1-136,0 0 152,0-1-48,0 3-64,-1-3-8,0 2 8,0-2 40,0 2-80,1-1 88,0-1-64,-2 3-8,1-3-32,-1 2 40,0-2 8,3 2-32,0-1 40,-3-1-56,2 2-8,-2-2 8,0 3 0,1-3 64,0 0-48,1 0 40,-1 0-16,-1 0 8,1 0-32,-1 0 24,1 0 48,0 0-72,0 0 56,-2 0 24,0 0-40,0 0 0,1 0 48,-1 0-24,1 0-64,1 0 104,-4 0-24,1 0-24,1 0 16,-7 0 8,7 0 32,2-1-112,-1 0 56,-7 1 16,6 0-40,-6 0-8,7-1 64,-9 1-48,10 0-40,0 0 72,-11 0-32,8 0 8,-7 0 16,7 0 8,-8 0-24,10 0-48,1 0 80,-11 0-32,8 0-80,-8 0 64,8 0-24,-8 0-8,9 0 0,-2 0 88,-4 3-72,0-3-48,-1 2 80,-1-2-48,-1 0 8,8 2-8,-2-1 64,-6-1-64,-1 3-16,0-3 16,0 2 40,-4-2 16,11 1-56,-4 1 64,-6-2-40,1 2-24,0 0 16,-1 1 40,2 0 32,8-3-88,-3 2 104,-6 1-32,-1-1 0,0 2-32,1 0-8,1-1 64,9-3-96,-4 2 88,-5 0-40,1 1-8,0 0-8,1-1 24,-2 1 64,10-3-120,-4 2 56,-3 1 16,-1-3-72,2 2 0,0-2 48,1 3 8,6-3-56,-2 0 72,1 0-40,-8 0-16,8 2 0,-7-2 24,8 0 48,0 0-88,-4 0 88,4 0-40,-1 3-32,-5-3-16,7 3 16,-1-3 8,0 0-24,-3 0 33,3 0-1,-1 0-24,-5 0 8,6 0 16,-1 0 16,2 0-48,-4 0 8,4 0 24,-3 0-64,-4 0 32,6 0 32,-1 0-32,2 0 0,-4 0 64,4 2-64,0-2 8,-2 0 8,0 0-16,-1 0 48,5 0-48,-3 0 32,-1 0-16,0 0-32,0 0 16,0 0-16,0 3 48,4-3-32,-3 0 24,-1 0-40,0 0 8,-1 2 16,1-2-8,0 3 32,4-3-32,-2 0 64,-1 2-96,0-2 16,-1 3 48,1-3-48,-2 2 48,6-2-32,-3 0 40,-1 3-72,0-3 24,0 2 16,1-2-8,0 3 64,2-3-64,-1 0 56,0 2-40,-1-2-56,1 0 40,-1 0 0,1 0 16,1 0-16,-1 0 8,0 0-8,-1 0-24,0 0 40,1 0 40,1 0 8,0 0-64,-1 0-32,1 0 64,-2 0-96,2 0 80,0 0 88,-1 0-88,2 0-16,-1 0 48,0 0-64,-2 0-16,2 0 48,-1 0 24,0 0-8,2 0-32,-1 0 48,0 0-48,0 0-32,-1 0 64,1 0-32,0 0 16,1 0-16,-2 0 16,1 0-32,0 0 16,0 0 40,-1 0-40,1 0 80,1 0-80,-1 0 40,0 0-96,-1 0 56,0 0-32,-1 0 16,1-1 64,1 1-48,-1-1 16,-2-2-16,0 1 0,0-1 32,1 1-64,-1-2 88,4 4-56,-5-4 0,0 0-24,0 1 32,-5-3-32,6 1 80,-1 0 8,4 5-64,-8-5 72,5 0-56,-8 0-16,7 0-16,-8 0 0,8-7 48,5 12-32,-12-4 16,7 0 0,-8-7-32,9 7 48,-8 0-48,9-7 32,3 11-16,-12-4 40,9-1-96,-7 0 88,6 0-32,-2 0 16,-4 0 24,10 5-40,-3-4 16,-1 0-48,-2 1-8,1 0 40,0 0 24,0 2-24,5 1 16,-5 0 16,1 0-48,0 0-24,1 0 80,-1 4-56,0 6 16,4-10 32,-4 4-48,-1 8-16,2 0 8,-3 2 8,1 4 16,0 1 0,5-18 32,-5 22-32,1 0 0,0-1-48,0-2 16,0 0 48,-1-1-16,4-19 16,-3 18 40,-2 0-56,1 0 16,0-3 16,0 1 0,-5-4-32,10-11 88,-4 13-40,-1-1-64,0-2 0,0 0-16,0-7 32,0 6 0,4-9 32,-3 1-64,0 2 24,0 0-40,0 0 80,0-2-16,1 1-16,2-3 40,-2 0 40,-1 2-112,0-2 32,0 0-16,0-1 0,0-1 16,3 2 16,-4-4 32,0-6-96,0 6 0,1-9 48,1 2-40,-1-1 40,4 11-16,-6-17 0,2-2-32,1-5 0,-1-1 96,0-2-32,1 6-16,2 19 32,-2-22 0,-1 2-96,0 1 48,1 0 16,0 2 16,0 2-16,2 16 32,-3-16 16,0 2-80,0 4 32,0 1 0,1 8 40,0-6-40,2 7 0,-3 1 48,0-3-64,0 1-16,1 1 80,-2 1-64,0 1 16,5 0 32,-6 0-32,1 0-48,-5 3 24,6-1 24,-1 2 8,-3 5-8,6-7 16,-2 2-16,-1 9-24,-6-10-24,7 14 48,-8-3 32,8-1-32,3-9 16,-13 13-8,4 0-48,5-1 24,-8 1 32,9 0-16,-6-6 0,6-7 40,-1 11-24,-7 0-72,7 0-8,-8 0 48,8-1-16,-4-4 32,6-6 48,0 8 72,-9 0-56,8-1-16,-7-1-8,7-6-24,0 6-16,3-6 0,-9-1 16,8 0-32,-2 1-8,-2 0-8,1 0 32,2-2 0,1-1 32,-3 1-24,1-2 24,0 2-72,1-2-40,-3 0 64,4 0 16,1-1 32,-4-2-16,1-1-48,0-7-72,-1 8-8,1-10 72,1 5 40,1 4 0,-2-8 24,-1-5-24,0-2-8,0 0-24,0 0 32,-2 6 0,4 7 40,-1-12-8,-1 2-16,-6 0-48,8 1 16,-9 1 16,9 7 0,1 3 32,-11-8-16,8 7-16,-6-5-16,7 7 16,-7 1 0,9 0 0,0 2 48,-8-2 0,6 1-80,-8 1 16,7 0 32,-9 3-32,8-1 16,2-1 32,-7 11-16,-1-9-48,0 11-32,-2-2 80,0 3-16,5-5 0,2-5 48,-8 12-48,-1 2-48,-1-1 16,-1-1 8,2 1 80,7-7-56,3-4 0,-9 10 80,1-2-40,2-1-40,0-1 48,1 0-64,4-6 16,2-2 32,-5 6-48,0 1 16,0 0-16,0-2 48,5 0 48,-3-8-80,3 0-16,0 11 40,-8-9-24,8-1 16,-6 7 64,7-7-64,-2-2-16,0 0 56,2 2-64,-5-1-40,5 1 80,0 0-32,-1-1 56,2-2-56,1 0 64,-4 0-48,-4 0-48,6 0 48,0 0-16,-7 0 16,9 0-16,0 0 56,-3 0-40,-5-1-16,6-2 48,-6 1-32,6-1 0,-2 2-16,0 0 32,0-3-32,-8 0 16,4 0 16,-2 0 8,-3 0-8,7 1-32,-1 0 80,-8-2-32,1 1-96,0 0 48,-2 1-16,0 0 0,9 2 16,-3-1 96,-8 0-72,0-1-24,1 1 48,0 1-48,1-1 0,10 2 0,-2-1 48,-8-1-32,1-1-48,1 1 48,-1-1 0,1 1 0,9 1-16,-3 0 64,-6 0-48,-1-2-32,1 2 72,-1 0-40,1-1 48,9 2-64,-3-1 64,-5 0-80,0-1 16,-1 2 0,2 0 16,0 0 16,9 0-32,-4 0 48,-3 0-24,-1 0-24,2 0 16,-1 3-16,1 0 16,6-2-16,-1 0 48,-3-1-32,-2 3-16,7 0 0,-7-3 0,7 2 32,2-2-32,-1 0 0,-2 3 16,0-3 0,0 0-16,0 2 16,1-2 32,2 1-48,0 1-16,0-2-16,-1 0 0,2 0 0,-1 0 32,1 0 16,1 0-16,-1 2 64,-1-2-96,1 0 32,0 0 0,-1 0 0,2 3 16,0-3-16,0 0 16,0 0-32,0 0 0,0 0 0,-1 0 16,1 0 32,0 0-32,0 0 16,-1 0-64,0 2 64,1-2 32,0 0-48,0 0 16,0 0 0,0 0-32,-1 3-16,1-3 64,0 0 0,-1 0-32,0 0 32,1 0-64,0 0-16,0 0 64,0 0-48,-1 0 48,1 0-16,-1 0 48,1 0-80,-1 0 0,-1 0 64,2 0-16,-1 0 32,1 0-48,-1 0 24,-1 0-64,2 0 8,-1 0 0,0 0 96,0 0-8,0 0-56,0 0 16,0 0-72,0 0-8,0 0 64,-1 0-16,1 0 80,1 0-64,-1 0 16,-1 0-48,2 0 16,-1 0 48,1-2 0,0 2-32,0-1 24,0 0-80,-1 0 40,1-1-16,0 1 32,0 0 48,0 0-48,0-1 40,0 0-48,0-2-40,0-1 0,0-6 80,0 8-16,0 1-16,0-6-48,0 4 0,0-8-80,0 7 112,0-8 16,0 9 16,0 2-16,2-12 16,-2 3-48,3-1 32,-3 1 16,3-1 32,-3 1 0,0 10-48,2-10 0,-2-1 0,3-3-32,-1-3 32,1-4 16,-1-1 16,-1 20-32,1-18 48,0-3-64,1 1 0,-1-1 64,-2-1-112,3 0 112,-3 23-48,2-21 48,1-4-128,-3 2 112,3 1-48,-3-1 0,2 3 80,-2 21-64,0-20 0,3 1-16,0-1 0,-3 2 32,2 1-32,0 1 64,-2 15-48,3-14 48,0-1-112,-1 1 96,-2-1-32,3 1-32,-1-1 96,-2 16-64,0-14-16,3-1 0,-3 1 0,0 0 16,0 0 32,0-1 40,0 16-72,0-15-16,0 0-72,0-1-8,0 0-16,0-1 80,0-1 64,0 18-32,-2-17 64,1-1-128,0 0 112,0 2 16,-1-1-64,1 0 80,1 17-80,-1-15 48,0 0-96,-1 0 0,1 2 48,0 0-64,-1 2 80,2 11-16,0-10 80,0 0-96,-1 4 48,1-6-16,-1 8-64,1-6 48,0 10 32,0-4 16,-1-1-80,1-7 32,0 9 0,0-9-32,0 9 32,0 2 48,0-10 0,0 7-80,0-9 0,0 8 0,0-8 0,-1 4 32,1 8 16,0-9 0,0-1-48,-2-1 0,2 1 64,-1-1-48,1 2 16,0 9 16,-1-11 16,-1 1-48,1 0 0,1-1 48,-1 0 0,-1 2-32,2 9 32,-1-9 8,1 0-80,-1 5-24,-1-8 48,2 8 48,0-6-32,-1 9 32,0-1 16,-1-3-64,2 1-48,-1 0 48,0 0-16,1 1 32,0 3 32,-1-4 0,1 0-64,-1 0 16,-1 1-32,2 0 64,0 2-16,0 2 32,0-3-16,0 0-48,0 1-16,0-2 16,0 2 0,0 0 32,0 1-32,0-2 48,0 1-48,0-2 16,0 0 64,0 1-80,0-1 32,0 4 0,0-4 0,0 2-72,0-1 56,0 0 0,0 1 32,0 0-16,0 1 32,3-2 8,-3 1-64,2 1-24,-2 0 32,3-1-48,-3 2 64,0 0-16,2 0 64,-2-1-96,3 1 32,-3 0 0,3 0-16,-1 0 32,-2 0 32,3 0-32,0 0-32,-1 0 0,2 0 24,0 0 16,-2 0-8,-1 0-40,3 0-24,6 3-16,-7-3-56,7 2 104,-7-2 16,4 2 16,-4-2-16,1 0 64,8 3-48,-8-3-32,11 3 48,-3-3-16,-4 0 0,-5 0 0,9 0 32,0 0-112,1 0 32,2 0 40,3 0-8,-3-1 16,-8 0 40,14 0-8,1-2-48,-2 1 0,0 1-40,-3 0 56,-5 0 0,-6 0 16,10 0 8,0 0-24,-1 1-56,-1 0-8,0 0 48,-4 0 16,-6 0 48,9 0 0,0 0-32,-1 0-32,1 0 16,-1 2 0,-3-2 0,-4 0 56,8 3-40,0-1-56,0 1 8,-1-3-32,1 2 80,-4-2-16,-4 0 64,8 3 8,1-3-24,0 3-32,-1-3 16,0 0-64,-4 0 32,-3 0 32,8 0-64,0 0 16,0 0 48,-1-2-32,1 1 48,-6 0-48,-3 1 24,8-2 8,0 1-32,-2 0 16,1-1 0,-2 1-16,-4 0 0,-2 1 48,0-1-32,7 0-48,-7-1 0,7 2 16,-7 0-56,3 0 72,-2 0-48,-1 0-16,7 0-72,-7 0 72,0 0-40,6 0-24,-9 0 128,0 0-136,3 0-72,0 0-72,6 0-32,-7 0-32,1 0-16,-2 0 360,0 0-385,7 0-143,-6 0-128,1 0-152,0 0-160,6-1-96,-9 0 1064,0 1-1385,3-2-287,7 1-497,-9 0-695,2 0-825,6-2 328,-9 1 3361,1 0-2456,1-3 856,7-6 863,-10 7 257,3-10-40,-1 2 16,-2 5 504,0 0-504,0-10-16,0-6-112,0-3-160,0 26 792</inkml:trace>
  <inkml:trace contextRef="#ctx0" brushRef="#br0">11323 121212 7225,'0'0'0,"0"0"0,0 0 1776,0 0-263,-1 0-617,-1 0-104,-2 0 72,0 0 161,4 0-1025,-3 0 1048,1 0-104,-1 0-104,1 0-136,-1 0-88,1 3-63,2-3-553,-3 0 504,1 2-112,-1-2-40,2 3-64,0-3-64,0 2-8,1-2-216,-2 0 192,1 3-128,0-3 32,1 2-24,0-2-32,0 3 104,0-3-144,0 2 64,0-2-24,2 3 48,2 0-24,0-3 32,-1 2 8,-3-2-104,4 3 104,6-3-40,-7 3-24,1-3 24,0 2-64,6-2 24,-10 0-24,3 0 56,7 0-56,-8 0 24,8 0 16,-7 0-40,7 0 24,-10 0-24,2-2 56,9 2-56,-8-3 16,0 0 8,1 1 0,6-2 8,-10 4-32,0-4 80,4 0-48,-2 0 8,1 0 56,0 1-56,-3-1 56,0 4-96,0-4 104,0 0-48,0 1 48,-2-1 16,0 0 72,-2 0-192,4 4 241,-4-4 63,0 1-88,0 1 8,0 0 0,1-1-32,-1 2-192,4 1 208,-4-2-40,0 1-56,0 0-24,1 1-32,-1 0 8,0 0-64,4 0 128,-4 0-24,2 0-48,-1 0 0,1 0-40,-1 0 24,1 2-40,2-2 72,-3 3-32,2 0-24,0-1-40,0 0 48,-1 1 16,1-1-40,1-1 48,-1 1-8,1 1-64,0 0-8,0-1 32,0 1-16,0-1 16,0-2 32,0 3-32,0-1-32,2 1-48,-2-1-64,3-2-96,-3 2 240,0-1-456,2-1-152,1 2-368,-1-2-353,1 3-359,1-3-865,-1 0 2553,-3 0-3720,4 0-513,0 0 968,0 0 1040,-1-3 977,1-2 440,0-3 808,-4 6-2136,0 2 2136</inkml:trace>
  <inkml:trace contextRef="#ctx0" brushRef="#br0">11360 121218 3656,'0'0'0,"0"0"1537,0 0-857,0 0 248,0 0-928,0 0 1248,-1 0 257,0 3 119,0-3 0,-1 3-103,1-3-169,-1 1-1352,2 0 1200,-3-1-208,0 3-119,1-3-105,-1 2-112,2 1-80,0-1-576,1 0 496,-1 2-80,0 7-104,-1-8-40,1 7-16,0-7-32,-1 7-224,2-6 256,-1 8 0,0-1-112,-1 5 9,1 0 7,0 2-24,0-6-136,0-5 208,0 12-16,0 3-80,0-2-16,0 2 16,-1-1-48,1-7-64,1-5 112,-1 13-40,-1-1-56,1 1-8,1-2 24,0-1 24,0-8-56,0-4 24,0 10 8,0-1-72,0-1-8,0 0 80,3-4 8,-3-5-40,0-2 56,2 6-40,-2-6-48,3 7-24,-3-9 48,2 2-24,-2-2 32,0 0 0,3 0-16,-3 1-40,2-1 0,1 1 48,0-1-8,-2-1 16,0 1 0,2 0 56,-1-2-56,1 3 0,-1-3 0,1 0-16,-2 0 16,0 0 16,-1 2-56,3-2-8,-1 3 8,-2-3 32,3 0 32,-3 1-24,0 0 24,2-1-24,-2 3-40,3-3 16,-3 3-8,3-3 48,-3 1-16,0 0 56,2-1-56,-2 3 0,2-3-16,-2 2 8,3-2 56,-3 2-48,0-1 16,3-1 0,-3 2-32,2-2 0,-2 3 16,0-3 32,0 1-32,0 1 24,0 0-24,0-2 16,0 3 16,0-3 24,0 0-56,0 0 80,0 2-48,0-2 8,0 0 0,0 0 0,-1 3 48,0-3-88,-1 0 96,-2 0 0,1 0-8,-2 0 0,-5 2 8,6-2 0,-2 0-96,-1 0 144,2 0-32,-8 0-8,8 3-8,-8-3 48,8 2-24,3-1-120,-8-2 112,4 4-8,-8-3-64,4 2 48,0 1-16,0-1-16,6 0-56,-2-1 72,-5 3-56,7-1-48,-9 1 48,8 0 16,-8 0 24,11-2-56,-1 0 72,-8 1-72,7 1-16,-7 0 8,8 0 16,-2 0 72,3-3-80,-2 2 24,0 1-24,2-1-16,1 1-56,0 0 88,1 0 40,0-3-56,0 2 48,0 7-32,2-10-48,2 4-8,0 0 8,6-1 120,-9-1-88,0 0 56,11 2-56,-8 0-16,10 6-56,-4-10 72,1 4 48,-6-3-48,3 1 40,5 9-40,1-9-56,-1 2 24,-1 0 8,1 6 48,-9-10-24,5 0 32,3 4-32,0 6-16,-1-7 0,0 0 48,-1 1-8,-9-1-24,1 4 48,12-4-32,-10 1-48,8-1 48,-10 7 24,2-7 24,-3-2-64,2 2 72,-1 1-16,1 6-8,-3-7-8,0 0 80,0 1 0,0-1-120,0 4 120,0-4-7,-3 0-33,0 1 24,-1 7 0,-7-8 16,11-1-120,-3 6 120,-10-6-48,3 8-16,-1-6 64,-1 7 32,-1-8-16,10-1-136,-7 6 136,-2-4-72,-2 8-48,0-10 56,0 8 24,1-7-8,10-1-88,-7 6 80,-2-6-96,0 8 0,1-7 48,1 7 40,0-7-8,9-1-64,-3 6 72,-8-5-88,8 7-24,0-8 64,0 2-24,0 0 32,4-2-32,-2 6 32,1-6-80,1 2 48,0 0 0,0 6 48,0-7-32,0-2-16,3 2-16,1 1-16,8 6 16,-8-8 16,9 2 32,-3 0 16,-9-2-48,8 6-16,2-6 0,2 2 0,0 0-16,-1 0 64,1 0 16,-11-4-48,9 4 0,2-1 32,-2 8-64,0-9 48,1 2 32,-2 0-40,-9-3-8,8 8 48,-5-6-80,10 0 32,-10 9-16,0-10 48,6 9 64,-9-10-96,-2 0 32,3 11 24,1-9 8,-3 12 0,0-3 72,0 4-24,0-15-112,0 14 120,-1 2-24,-2 2 24,-1 1 8,-1 0-80,0 1 48,5-20-96,-10 18 72,6 1-40,-1 1 32,-5-1 0,7 0-48,-1 0 112,4-20-128,-3 18 104,-1 1-72,0 1 16,1-1-64,2 0 48,0 0 64,1-18-96,-1 19 64,1 2-48,0-1-16,0-1 32,0 0-64,0 2 80,0-21-48,2 22 48,1 1-112,-1-1 96,1 0 16,-1-1-64,1-2 80,-3-20-64,2 20 48,1 1-96,0-1 48,-1 0-16,1 1-32,-3-2 112,0-19-64,2 19 32,1-1-48,-1-2 48,1-1-64,0-2-16,-1 0 0,-2-13 48,3 10-208,-3 0-216,2-6-216,-2 9-160,3-11-224,-3 2 1024,0-4-1249,0 10-375,0-7-576,0-1-705,0 1-1152,2-1-1144,-2-2 5201,0 0-3945,0 0 1209,0 0 1199,0-4 1089,0-7 24,0 0-48,0-3 472,0 14-480,0-17-48,3-8-224,1-10 272,-4 35 480</inkml:trace>
  <inkml:trace contextRef="#ctx0" brushRef="#br0">11096 123419 6857,'0'0'0,"-1"-2"1808,-2 2 65,-1 0-553,-1 0-240,0 0 0,0 0 9,0 0-57,3 0-1032,0 0 928,-2 0-80,0 0-120,1-1 41,-1 0-25,0-1-48,2 2-696,0-1 680,0 0-80,-1 0-32,0 0-32,2-1-47,0 1-9,1 0-480,-1 1 432,1-2-40,0 1-56,0 0 0,2 0 16,1-1-48,-2 2-304,2 0 328,8 0-80,-7 0-32,9 0 48,-4 0-24,3 0-24,-7 0-216,2 0 209,5 0-73,3 4-64,2 0 32,3 0-32,5 6 24,-16-9-96,6 1 104,8 2-80,-2-1-8,0 7 16,-1-10 0,1 4-16,-14-3-16,7 2 56,8 1-56,0 0-16,-1-2 0,-1 0 16,2-2 16,-15 0-16,8 0 16,6 0-16,0-1-56,-2 0-48,-1-3-16,0 0-16,-12 3 136,5-1-184,5-2-81,-1 1-71,1 0-48,-1 0-24,-1-1-48,-9 3 456,3 0-560,5-2-144,-3 1-104,-6 0-96,6 1-153,-8 0-127,0 1 1184,0 0-1416,2 0-313,-1 0-407,-1 0-513,-2 0-503,0 0 455,0 0 2697,0 0-1880,0 0 695,-1 0 625,-2 0-48,-1 0-976,1 0 112,3 0 1472</inkml:trace>
  <inkml:trace contextRef="#ctx0" brushRef="#br0">11217 123657 7185,'0'0'0,"-3"-1"1976,0 1 113,1 0-609,2 0-1480,-2 0 1240,-1 0-47,1 0-9,-1 0-56,0 0-120,1 0-79,2 0-929,-3 0 872,1 0-96,-1 2-32,1-2-32,-1 0-96,2 0-47,1 0-569,-2 0 440,1 0-72,0 0-16,1 0 24,0 0-8,0 2-16,0-2-352,0 0 312,0 0-96,4 0-24,0 0-8,6 0-96,-8 3 0,-1-3-88,10 0 56,-8 0-56,10 0 16,-9 0 24,10 0 8,-10 0-8,-4 0-40,14 0 88,-10 0-112,10 3 8,-4-3 16,0 0-56,0 0 56,-10 0-32,11 0-160,-1 2-152,0-2-176,0 0-160,0 0-176,0 0-208,-9 0 1064,2 0-1329,11 0-399,-10 0-465,10 0-655,-10 0-705,10 0 160,-14 0 3393,4 0-2440,7 0 863,-9 0 737,9 0 152,-11 0-1672,0 0 2360</inkml:trace>
  <inkml:trace contextRef="#ctx0" brushRef="#br0">11343 123893 14563,'0'0'0,"-2"0"4985,1 3-3193,-2 1-824,-2-1-968,4-3 808,-4 11 65,1-9-113,1 0-80,-1 2-96,1 0-128,1 0-456,1-4 376,-1 4-96,1 0-80,-1-1-64,1 1-32,0 0-48,0-2-56,1-2 40,-2 3 8,1 0-32,1-1-80,0 1-48,0-1-256,0 1 368,0-3-680,0 0-392,3 0-544,-1 0-641,1 0-944,0 0-1408,1-2 4609,-4 1-4320,4-2 1175,0-8 1088,0 8 1017,0-8-120,-2 6-664,-2 5 1824</inkml:trace>
  <inkml:trace contextRef="#ctx0" brushRef="#br0">13133 121435 9289,'0'0'0,"0"0"2601,0 2-2601,0-2 1576,0 3-511,0 1-129,0-1 96,0 8 64,0-8-40,0 7-1056,0-8 993,0 8-105,0 1-144,0 5-136,0 1-24,0 3-120,0-6-464,0-10 392,0 13-71,0 1-129,0-1-40,0-1 0,0-1-48,0-2-104,0-10 96,-1 11 8,1-2-24,-2 0-24,2-1 56,-2-7 0,1 7-112,1-8 40,-1 0 32,0 0-72,1 1-48,-2 0 64,1 0 16,0-2-32,1-2-16,-2 3 32,1-3-104,0 0-40,-1 0 24,1-3-96,0 1 200,1 1-120,-2-10-48,1 7 48,0-10-8,0 3 24,0 0 48,0 0 56,0 8-72,0-14 24,-2-1-48,1 1-1,-1-5 41,2 0 16,0 7 40,1 10-16,-1-14 64,1 1-48,0 2-56,0 0 96,0 2-40,0 5 0,0 5 24,2 0 8,1-9-104,-1 8 32,2-7-16,0 9 72,3-5-16,-4 4 56,0 0-56,6-1 0,-6 0-56,1 0-8,0 0 72,4 2-8,-5 2 32,1-1-8,8-1-24,-9 1-24,10 0 8,-9 1 32,5 0-16,-4 1 40,-1-2-32,10 2-32,-10 0-16,8 0 0,-8 4 64,3-1-24,-2-2 56,-1 9 8,7-7 8,-7 7-7,6-6 71,-8 8 40,1-9-176,-2-2 224,3 13-24,-2-10 8,1 10-24,-3-3 64,0 1-8,0-5-240,0-1 264,-1 8-24,-3-1-56,0 1 16,0 1 8,-1-1 24,2-6-232,1-3 232,-3 8-48,1 0-40,1 0 32,-1-2-40,0-1 24,2-4-160,0-2 160,-1 0-104,2 10-8,0-10-24,-1 6 24,2-7 24,0-1-72,0 0 72,0 2-24,0-1-80,3 1-8,1 0 8,9 0 48,-11-3-16,-1 0 0,11 2-32,-2-3-16,0 2-80,1-2-32,3 0-192,-8 0 352,0 0-504,7 0-200,-1 0-240,4 0-176,0 0-265,0 0-367,-9 0 1752,1 0-2313,8 0-847,-3 0-881,1 0 608,-1 0 1041,-1 0 959,-5 0 1433,-2 0-592,7 0-16,-2 0-664,-6 0-112,-4 0 1384</inkml:trace>
  <inkml:trace contextRef="#ctx0" brushRef="#br0">13787 121704 6377,'0'0'0,"0"0"2440,0 0-247,0-1-945,0 0-392,0 0-856,0-1 840,0-1 41,3-1-41,-3-1 8,2 0-24,-2-6 40,1 10-864,1-1 905,-2-4-17,0 1-88,0 0-96,0 0-104,0 0-112,0 4-488,0-3 432,-1 0-96,-2 0-79,-1 0-17,0 1-32,0 0 0,3 3-208,-1-1 208,-2 1-88,0 0-8,0 0 0,0 0-72,0 3 64,3-3-104,-1 3 64,-2 1-32,0 9-32,0-9 56,0 7-40,0-7 40,4 0-56,-3 7 64,-1-1-120,0 1 48,0 0-8,1 1 32,1 4 24,2-12-40,-1 8 0,0 5 0,1-2-56,0 1 40,0-1 56,2-1-24,-1-11-16,0 6 32,3 4-80,0 0-48,0-2 0,6 1-112,-7-2-72,-2-8 280,2 6-416,1-4-152,-1 8-137,1-10-127,0 8-168,0-10-208,-3 0 1208,1 4-1529,2 0-471,0-2-497,0-2-511,0 3 7,0-3 849,-4 0 2152,4 0-1409,0 0 593,-1-2 112,-1-1-1480,-2 3 2184</inkml:trace>
  <inkml:trace contextRef="#ctx0" brushRef="#br0">13676 121871 15395,'0'0'0,"-1"0"5049,0 0-3185,-2 0-880,0 0-303,1 0-89,0 0-64,0 0-32,2 0-496,-1 0 464,0 0-104,0 0-16,-1-1 40,2-1-128,0 2 56,0 0-312,0-1 280,0 0-103,3 1-9,1-1-48,6 1-96,-6-2 56,-4 2-80,11-1 88,-7 1-104,11-1 32,-4 0-80,3-1-144,3 1-129,-16 1 337,16-1-640,1-1-400,-1 1-488,1 1-641,0-1-943,0 1-1385,-17 0 4497,15 0-4889,0-2 1296,1 1 1248,-2 0 1153,-3 0 560,0 0-1192,-12 1 1824,0 0 0</inkml:trace>
  <inkml:trace contextRef="#ctx0" brushRef="#br0">11718 122094 9217,'0'0'0,"0"0"2473,0 2-921,0 1-575,0 1 79,0-1 144,0 4-1200,0-4 1296,0 0-71,0 8-217,0-7-176,0 12-144,0-6-144,0-3-544,0-3 440,0 8-128,0-1-64,0 1-104,0-1 32,0 0-23,0-4-153,0-2 104,0 6 8,0 1-104,0-1 24,0 1 8,0-2 0,0-4-40,0-2 72,0 0-48,0 10-40,0-12 16,0 9 0,0-11 16,0 2-16,0-1 16,0 2-56,0-1-72,0-2-80,0 0-24,0 0-41,0 0 257,0 0-256,0-4 16,0 1-8,2-9 24,-2 8 40,0-10 24,0 9 160,0 0-160,0-5-32,0-1-56,0-1 8,0 1 48,0-3 48,0 6 144,0 1-112,0-9 0,0 1-16,0 0 0,0 1 56,0 0 48,0 7 24,0 1-56,3-7 24,-3 2-24,2 0 0,-2 1 40,3-1 56,-2 8-40,0 1-16,2-11 32,0 9-64,-1-1 8,2-5 40,-1 8 0,-1 0 0,0 0 40,2-3-40,0-1 8,0 3-8,0-1 24,0 0 16,-2 4-40,0-1 64,1 0 8,1-1 0,0 1 32,0 0 0,-1 1-8,-1 0-96,0 0 120,2 0-32,0 0-56,0 0 64,-1 2 0,-1 1 48,-1-1-144,0 0 208,2 2-56,-3 0 16,3-1 16,-3 8 8,0-9 32,0 2-224,0 2 240,0-3-40,0 7-40,0-8-16,0 8-8,0-7 24,-2 1-160,1 3 176,-3-4 1,1 10-25,-1-9 40,0 9-32,0-9-8,2 2-152,0 2 192,-2 3-40,0-1-24,1 0 8,-1-6 16,0 10 48,3-13-200,-2 1 184,-1 12-72,2-10-40,-1 10-8,1-10 24,1 7 8,0-9-96,0 0 120,0 10-80,1-10-24,0 9 24,0-9 0,0 8 64,1-9-104,1 1 56,1 2-24,8-1-32,-9 1-16,9 0 32,-7-1 40,0-2-56,5 0 40,-5-1-40,10 3-40,-4-3-88,1 0-104,1 0-152,-9 0 384,5-2-576,4 1-264,1 0-345,-1-3-287,1 0-416,-1 0-601,-8 3 2489,6-1-3193,2-2-567,1 0 839,-2 0 961,1 2 839,-1-1 641,-8 2 480,4 0-808,3-2-1504,-10 3 2312</inkml:trace>
  <inkml:trace contextRef="#ctx0" brushRef="#br0">12166 122306 9834,'0'0'0,"0"0"3136,0 0-1031,-2 0-1009,1 0-160,0 0 72,-1 0 49,2 0-1057,-1 0 960,0 0-224,-1 0-136,1 0-88,0 0-56,-2 0-40,3 0-416,-2 0 376,-1 0-79,1 0-81,-1 0 0,1 0-64,-1 0 32,3 0-184,-2 0 104,-1 0-56,1 2 48,0-2-16,1 3-24,0-3 16,1 1-72,-1 1 40,-1-2-80,1 2 48,0 0 8,0 1 0,-1 0 8,2-3-24,-1 2 56,0 1-64,-1-1 8,1 1-16,0-3-40,1 3 40,0-3 16,0 0-24,0 2-64,0-2 64,0 2-32,0-2 0,0 0 40,0 0 16,0 0-56,0 0-24,0 0 0,2 0 24,-2-1-32,3-1 80,-3 1 8,0-1-32,3 0-24,-3-1 16,2-1 16,-2 2 40,3-1-8,-3 3-8,0-3 56,0 1-96,0 0 16,0-1 8,0 0 16,0 1 16,0 2-16,0-1 24,0-1-80,0 1 16,0 0 24,0 0-40,0-1 56,0 2 0,0 0-48,0 0 32,0 0 32,0 0 32,0 0-48,0 0 32,0 3-48,0 1 16,0-1 32,0 1-24,0 6-8,0-10 40,0 3 32,0 9-56,0-9 40,0 10 40,0-9-16,0 9-80,0-12 136,0 9-8,0 0-64,0 2 32,0-1 8,2 0-24,-2 0-80,0-10 144,3 12-48,-3 1-16,2 0-8,-2 0 24,3 0 32,-3-2-128,0-11 128,0 14 40,2-2-40,-2 2-8,0-1 16,0 0-48,3-3-88,-3-10 120,0 12 24,0 0-120,0 0 104,0-1-24,0-1-32,0 0-72,0-10 160,0 11-16,0-3-56,0 2 32,-2-1-8,0-6-8,-1 8-104,2-10 64,-3 2 32,1 7-64,-1-8-16,0 1 72,-7-1-72,8 0-16,3-2 56,-5 2 8,-6-1-64,8-2-64,-2 0-48,-7 0-96,9 0 208,2 0-328,-3-1-152,-7-2-232,7 0-336,-1-1-280,-5 0-473,7 1 1801,2 2-2448,-3-4-945,-1-5-1184,0 6 1008,2-1 1073,-1-5 1039,1 7 1457,2 2-472,-3-4-104,0-6-544,1 8-552,3 3 1672</inkml:trace>
  <inkml:trace contextRef="#ctx0" brushRef="#br0">12075 122308 5649,'0'0'0,"0"0"912,0 0 112,0 0 160,0 0 121,0-1 143,-1 0 64,1 1-1512,-1-1 1441,-2-1-169,1 1-160,-1 1-72,0-1-119,1 1-97,1 0-824,0 0 736,-2 0-120,-1 0-104,0 0-16,0 0-48,-1 0-64,4 0-384,-3 0 352,-1 0-71,0 0-25,0 2 24,0 1-40,0 1 8,4-4-248,-3 4 208,-1 0-64,-1-1-8,2 9-32,-2-10-40,2 8 24,4-8-88,-4-1 112,1 10-72,-1-7 0,0 6 16,2-7-56,0 7 32,2-9-32,-1 0 40,0 10-48,0-9 8,1 2 40,0 0-40,2 0 40,-1-4-40,2 4 16,1-1-32,6 0 32,-8-3-16,9 0 0,-8 0 0,-2 0 0,13-1 40,-11-1-56,11-1 16,-10-2-24,10-1-32,-10-4-48,-4 10 104,14-4-152,-10-1-200,8-5-240,-8 6-248,8 0-417,-8-1-439,-4 5 1696,9-5-2409,-6 0-1079,8 0-649,-9 0 952,1 0 993,-1 0 879,-2 4 1313,0-3-752,0 0-1752,0 4 2504</inkml:trace>
  <inkml:trace contextRef="#ctx0" brushRef="#br0">7833 117970 4392,'0'0'0,"-4"0"665,1 0 87,0 0 264,0 0 264,3 0-1280,-3 0 1393,1 0-41,-1 0-64,1 0-72,-1 0-103,1 0-1113,2 0 1048,-3 0-80,1 0-72,-1 0-64,0 0-23,1 0-49,-1 0-760,3 0 728,-2 0-48,-1 0-128,1 0-80,-1 0-24,2 0-112,-1 0-336,2 0 328,-1 0-103,0 0-97,-1 0-24,1 0 8,1 0 48,0 0-160,0 0 168,0 0 24,0 0-56,0 0-24,0 0 0,0 0-16,0 0-912,4 0 1760,0 0-816,6 3-72,-7-3-16,8 2 0,-7-2 16,9 3-56,-12-3 88,9 0-16,2 3-16,1-3-40,0 2 40,4-2 24,1 2-80,-16-2 72,20 0 16,0 3-16,2-3-64,1 0 64,-1 0 16,-4 0-88,-17 0 40,20 0 16,-1 0-64,-1 0-24,-1 0 64,1 0 8,-3 0-40,-14 0 56,20 0-72,0-1-40,0-1-24,-1 2 32,0-2 80,-4 0-32,-15 2-16,19-3 48,-1 0-32,3 1-32,-1-1 48,0 1-32,-5 0 16,-15 1-40,18-2 64,-2-1-48,-1 1 24,-1 1 40,-1-1-56,-4 1 16,-10 2 0,10-3 16,-2 2-48,-1-1 24,-6 1 64,10 0-32,-12 0-24,-2 1 16,12 0 16,-9 0-120,0 0 56,7 0 48,-10 0 0,4 0-16,-4 0 0,3 0 16,-1 0 0,1 2-32,-1 1 72,1-1-32,-1 0-24,-2-1 0,3 2 16,0-1-16,-1 1-16,1-3 48,0 2-16,-1-2-16,-2 0 0,2 3 0,1-3-48,0 2 8,-1-2 24,-2 3 32,2-3-16,-1 0 16,1 0 24,-2 0-24,3 0-32,-3 0 32,2 0 0,-2 0-16,0 0 24,0 0-8,0 0-56,0 0 64,0 0-8,0 0-56,0 0 112,0 0-32,0 0-56,0 0 32,0 0 0,0 0-144,0 0 296,0 0-152,0 0 0,3 0-48,-3 0 24,0 0 16,0 0-8,0 0 48,0 0 24,0 0-88,0 0-16,2 0 32,-2 0 0,0 0 48,0 0-24,3 0-24,-3 0-56,2 0 56,-2 0 0,0 0 48,3 0 24,-3 0-88,2 0 16,-2 0-48,3 0 40,-3 0 8,0 0 8,3 0 8,-1-2-16,0 0-16,1-2 32,0 0 0,-1 2-16,0 1-16,2-3 0,-1-6-40,1 6 0,0-8 128,0 7-32,-2-3-40,0 3 72,1 0 0,1-7-96,0 6 8,0-6 16,-1 7 0,4-3 0,-3 3 40,-2 0-24,2-8-40,0 8 8,0-8 0,0 8 32,1-2-16,0 1 40,-5 1 8,4-6-64,-1 7-16,1-6 16,0 6 8,-2 2 8,0 1 40,1-3-8,1 0-64,0 1-8,-1 2 8,-1 1 88,0 0-56,-1 0 32,2 0 24,-1 4-56,0 6-56,1-6 40,0 8-16,-2-6 32,0-1 64,2 6-64,-1 4-48,1 2 8,-1 4-16,-2 1 64,2-12-8,-1 0 64,-1 9 16,2 1-64,-2-1 16,3-2-8,-3 1 24,1-9-48,0 0 88,-1 8-48,3-1-40,-1-1 16,1 1 40,-3-2-8,1-8-48,1 0 88,0 6-48,0-2-56,1-6 32,-3 7-40,3-8 48,-2-2-24,0 2 32,-1 0-32,3 0 0,-3-1-48,3-2 40,-1 3 32,-1-3-24,1 0-16,0 0-40,0-1-32,1-3-16,0-1 152,1-5-32,-3 7-16,1 1 0,2-12 0,0 2-72,0-1 8,-1-3 56,9-3-56,-10 8 64,-1-4-16,11-13-80,-8-1-64,10 1 56,-10 3 96,7 2 104,-9 15-96,0-4 120,10-8-24,-8 4-112,6 1-24,-8 3 8,2 2 32,-2 9 0,0-2-24,2-7 24,-1 7-48,1 0 24,-1 0 24,-1 1 24,-1 1-24,1 1 48,0 0-32,1 0-32,0 0 16,-3 0 16,2 2 56,-2-1-72,0 2 56,2 7-16,-2-8 8,3 11-24,-3-9 8,3 13-88,-3-13 56,0 4-64,2 9 40,-2 1-24,3 2 152,-3-1 24,3 3-24,-3-15-104,2 7 88,1 6-16,-1 0-72,0-3 56,1-1 8,0-1 24,-2-11-88,1 6 40,2 3-40,0-1 0,0-8 0,0 9 16,-1-10 16,-1-1-32,0 0 0,2 9-32,0-9-24,-1 1 72,1-1 8,0 1 24,-3-2-48,2-2 56,1 4-72,0-3-8,0 0 24,0 0-16,6-3 32,-10 2-16,2-2 24,2-1-80,0-6 24,6 6 16,-7-9 16,1 3 16,-2 9-16,7-9-40,-7-2-24,8-2-48,-6-1 8,8 0 48,-8 0-48,-2 12 104,7-9-72,-5-4-88,7 2 0,-7 0 48,6 1 8,-7 2 48,-3 10 56,4-3-32,6-7 64,-8 7 56,1 0 8,1-1 24,-1 1-48,-2 3-72,2-1-16,1 0-128,0 0-16,0 2 48,0 0 56,-1 0 80,-2 1-24,2 1 0,0 2-16,-1 0 16,1 6 48,-1-7 8,1 8 16,-3-11-72,2 4 32,1 8-32,-1-8 0,2 12 56,0-5-16,0 0-24,-4-9-16,4 8 16,-1 1-88,8 1 24,-8-1 96,8 2-24,-7 0 48,-3-12-72,12 9 64,-3 2-80,0-1 0,0 0 0,0 0-24,0-1 64,-8-9-24,7 2 32,2 11-64,1-10 32,0 7 0,1-9-8,-1 2 16,-10-4-8,8 4 32,3 0-104,-1-2 32,1-2 8,-1 3-24,2-3 96,-13 0-40,13 0 0,3-1-24,-1-1 24,1 0-16,-1-1 0,1 1 48,-16 2-32,14-3 24,2 2-80,-1 0 24,1-1 24,0 1 16,-2 0 40,-15 1-48,15 0 24,0 0-48,0 0-24,1 0 48,-1 0 0,0 2 48,-14-2-48,13 3 24,2-1-64,-1 1-16,0-1 56,0 1-16,2 1 56,-17-4-40,16 4 16,1-1-72,0 1 24,-1 0 24,3 0 8,3 0 0,-22-4 0,21 3 40,0 1-80,-1 0 8,1-1 64,-1-1-80,1 1 48,-20-3 0,21 2 16,1-2-72,-1 3 40,-2-3 32,-1 0-32,0 3 16,-18-3 56,16 0-24,1 2-64,0-2 16,-2 3 16,-1-3-8,1 2 8,-16-2 24,15 0 8,0 3-80,0-3 8,1 2 40,-1-2 56,0 3-56,-15-3 88,14 2 24,0-2-40,0 3-96,0-3 24,-1 2 0,-1-2 0,-11 0-16,13 3 16,-2-3-56,1 2 8,-1-2 64,-2 3 0,-1-3-16,-8 0 56,9 0-56,-6 0-40,10 0 40,-10 0-32,11 0 48,-6 0-16,-8 0 32,3 0-24,10 0-16,-10 0-24,10 0 16,-10 0 32,8 0-16,-11 0 0,3 0 32,9 0-64,-9 0-8,8 0 112,-9 0-104,9 0 32,-10 0 40,2 0 24,7 0-136,-7 0 56,8 0 56,-8 0-24,5 0-16,-7 0 56,1 0 64,7 0-80,-8 0 0,8 0 80,-7 3-48,6-3-72,-8 0 40,2 2 32,1-2-96,6 3 8,-8-3 56,2 2-24,-1 0-16,-2-1 0,9 1 32,-7-2-16,0 3-32,1-3 56,7 3-48,-9-1 8,-2-2-32,4 0 48,-1 3-64,8-3 24,-9 2 80,2-2-72,-1 2 16,-2-2 48,3 0-48,-1 3-32,1-3 48,0 3-16,0-3 56,-1 2-56,-3-2 0,3 0 48,0 3-48,-1-3-32,1 2 48,1-2-32,-2 2 16,-1-1 56,1-1-24,0 2-16,1-2-32,0 3-32,-1-3 96,0 2-48,-1-1 72,1-1-56,1 2 8,-1-2-48,1 2-48,1-2 96,-3 0-24,0 0 16,1 0-32,2 0 16,-1 0-24,1 0 24,0 0 8,-1 0-8,-3 0 64,4 0-64,0 0-32,0 0 16,0 0 16,-1 0 16,0 0-16,-2 0 16,3-2 16,6 1-64,-7 0 16,-1-1 48,2 1-48,-1 0 16,-2 1 32,3-2-24,0 1-32,0 0-8,-1-1 16,1 1 48,-1 0-32,-2 1 16,3 0 24,-2-1-56,1 1-8,-1-2 24,1 2 16,-2 0-16,1-1 40,0 1-24,1-1-64,-1 1-48,1-1 64,-1-1 16,0 2 16,-1-1 32,1 0 24,1 1-56,-1-2-32,1 1 24,-3 0 8,0 1 0,0-1-32,0 0-8,0-1-8,0 2 32,0-1-24,0 0 40,0 1-64,0-1-64,0-1-88,0 2-72,0-1-72,0 0-136,0 1 496,0 0-688,0-2-264,0 1-345,0 0-319,-2 0-408,1-1-737,0 1 2761,0 1-3713,-3-1-112,0 0 1009,-1-1 1015,-5 1 985,5 1 520,-2 0 296,1 0-408,1 0-120,-8 0-360,8 0-232,5 0 1120</inkml:trace>
  <inkml:trace contextRef="#ctx0" brushRef="#br0">11289 118362 4216,'0'0'0,"0"0"769,0 0-73,-1 0 88,0-1 72,0 0 32,-1-1 48,1 1 9,1 1-945,-1-1 856,-1 0-152,1-1-104,-2 1-72,1-2 0,0 1 32,1 2-560,-1-3 633,-1 1-17,1-1 56,-1 1 48,0-1 8,0 1 56,3 2-784,-4-3 769,0 1-97,0-1-56,1 0-48,-1 1-64,0-1-40,4 3-464,-4-2 408,0 1-120,1-1-64,-1 1-24,0 0-32,2 1-168,1 0 152,-1 0-16,0 0-88,-1 0-32,0 0 8,1 0 8,-1 0-32,3 0 56,-3 2-7,1-2-49,1 3 16,-1 1 24,1-1 0,0 1-40,1-4 96,-1 4 16,-1 8-72,1-10 24,0 8 48,1-7-40,0 8-72,0-11 96,0 4-16,0 8-64,0-10 24,0 8 16,2-7-56,2 6 0,-4-8 48,4 1-16,0 2-32,0 7 0,0-9 24,0 1-8,-1 0-16,-3-3 56,10 3-32,-7 0-48,1-3 8,-1 0 48,1 0 24,0 0-56,-4 0 40,4-2 32,0-2-120,0 1 24,-1-1 48,0-1-8,-1-4-16,-2 7 16,3-1 64,-3-3-64,2-4 0,-2 7 48,0-7-32,0 6-32,0 4 24,-1-12 64,-2 8-72,0-7 8,-1 7 8,-1-7-24,1 7-8,3 4 32,-4-10 24,-5 6-32,7-1 8,-1 0 8,-6-1 0,8 2-40,2 4 16,-4-4 72,-1 0-88,-1 0 40,1 0 32,0 2-48,1 0-24,3 2 56,-4 0 0,1 0-8,0 0-40,1 0 56,-1 0-40,1 2-24,2-1 16,-3 3 24,2-1-80,-1 1 40,2 0 24,1 0-48,0 4 24,0-6 40,0 1-24,0 1-16,0-1 0,2 8 0,2-11 16,-1 2-16,-2-1 0,3 3 16,0 0-16,-1 0 0,1-1 8,6 0 8,-8-1-16,-1-1 0,3 1 32,0 1-64,6-3 16,-7 2 16,1-2 16,-2 0-16,-1 0 16,9 0 0,-7 0-8,1-1-64,-1 0 56,1-3-8,-1 1 8,-2 2 40,3-3 16,0 1-56,0-1-32,-2-1 24,0 1-8,0 1 16,-1 2 24,1-3-8,1 0-32,-3 1 8,3-1-40,-3 0 48,0 1 0,0 2 32,0-2-16,0-1 8,0 1-40,0 0 48,-2 1-32,2 1 0,-1 0 56,-2 0 32,0 0-104,-1 1 16,0 0-32,0 0 24,2 2 8,1-2 72,-2 4-8,1 0-16,-1 6-32,0-7 8,1 1 8,0 2-32,1-1 72,0-2 0,0 7-48,0-8-32,-1 8 64,2-7-32,0 4-24,0-4 32,0 0 24,0 1-96,0 6-8,0-7 112,3 0-56,-1 0-8,0-2 72,1 9 0,1-10-112,0 4 56,0 0 0,0-2 8,-2 0-24,0-1 32,1 1-16,1 1-64,0-3-8,0 2 56,0-2-16,-2 0 16,0 0-16,0 0-56,0-1-72,1 0-168,0-1-128,-1 0-136,0 0 576,-1 0-904,1-2-297,1 1-471,-1-2-648,-2-5-905,3 6-1080,-3-3 4305,0 2-3649,2 0 1065,-2-10 1023,0 3 969,0-2 120,0-1-176,0 7 648,0 1-1704,0 7 1704</inkml:trace>
  <inkml:trace contextRef="#ctx0" brushRef="#br0">11198 118279 4528,'0'0'0,"-4"0"721,2 0 55,0 0 96,1 0 8,-1 0-16,1-1-15,1 1-849,-1-1 792,0 0-104,-1-1-56,1 1-8,0 0 0,-1-1 56,2 2-680,-1-2 729,0 0-41,0-1 32,-1-1-40,1 0-24,0 1-32,1 2-624,0-3 592,0-7-112,0 7-55,0-6-57,0 5-104,0-8-24,0 13-240,0-10 200,0-1-104,0-3 8,2-3-16,1-5-48,7-4 56,-9 25-96,2-27 80,9-3-40,-10 1 8,8-1-8,-7-2 8,1 2 16,-4 31-64,10-28 88,-10-3-56,2 0 16,1 1 64,-1-2-16,1 0-96,-3 32 112,0-33 16,2 1-96,-2 1 8,0-1 8,0-3-48,0 1 0,0 34 64,-1-37-24,0 2-24,0-2-16,-1 2 24,1 4 0,0-1-24,1 32 56,-1-31 24,1 1-72,-2 0 8,2 1 24,0 0-40,0 1 0,0 27 48,0-29-32,0 1-104,0 0 72,0 1-8,0-1 48,0 1-24,0 27 80,0-29-56,0 1-48,0 0-16,0 0 48,0 2-16,0 1 8,0 25 24,0-23 16,0 1-64,0 1-8,3 2 72,-1-1-24,1 3-16,-3 16 24,2-17 32,1 0-96,0 0 0,-1 2 56,0 1-8,2 1-8,-4 14 16,4-14 40,0 1-96,-1 0 24,-1 3 16,1 0 0,-1 6 0,-2 5 24,3-14-24,-3 8 0,2-4-24,-2 6 80,3-6-32,-3 7-24,0 3-16,3-4 40,-3-2-48,2 2 24,-2-2 80,2 1-56,-2 1-24,0 3 72,3-3-48,-3 1-40,2-1-8,-2 1 40,3 1 8,-3 0-24,0 1-24,3-1 104,-3-1-96,2 1 0,-2-1 88,3 2-72,-3 0 0,0 1 8,2-2 48,-2 1-32,3 0 0,-3 0 56,2-1-24,-2 2-56,0 0 64,0-1 32,0 1-56,0 0 56,0 0 40,0 0 48,0 0-184,0 0 217,0 0 15,0 0-64,0 0-72,0 0 24,0 0-32,0 0-1009,0 0 1922,0 0-889,0 0-104,0 0 8,0-1 16,0 1 8,0-2-40,0 2 112,0-1 0,0 1-16,0-1-24,0-1-32,0 1 40,0 0-80,-1 1 104,0-1 8,-3 0-16,0 1-24,0-2-16,0 1 56,2 1-112,1 0 184,-4-1-88,-6-1 80,8 2-96,-2-1-8,-7 0 104,8 1-176,3 0 160,-12 0 0,8 0-32,-7 0-56,6 0 32,-7 0-8,5 0-96,5 0 104,-7 0-32,-1 0-40,-1 0-48,-1 0 32,-1 0 40,5 0-56,4 0 120,-8 0-16,-1 0-16,-1 2-16,1-2-16,1 0 24,3 0-80,5 0 72,-7 0-16,-1 0 9,-1 0-9,0 0 32,0 0 0,5 0-88,4 0 104,-11 0 0,-2 0-8,-4 3-24,1-3 16,0 0 48,9 1-136,4 1 104,-11-2 48,0 2-72,1 0-64,0 1 40,0 0 32,7-3-88,4 0 112,-9 2-56,-1-2 24,-1 3-112,1-3 112,-1 2 8,8-2-88,4 0 64,-11 3-32,-1-3-80,2 0 0,-2 0 48,1 0 16,8 0-16,2 0-16,-10 0 80,1 0-80,-1 0 48,1 0 24,-1 0-24,8-1-32,2 1 80,-10 0-112,2 0 16,0-2-32,1 2 64,-1 0 104,8 0-120,1 0 64,-7 0-48,0 0 0,1 0-48,0-1 80,-1 1 40,8 0-88,-1 0 64,-5 0-16,-1 0-80,7 0 32,-7 0 32,8 0 16,-2 0-48,1 0 72,1 0-40,-7 0-32,7 0-48,-1 0 48,0 0 64,0 0-64,0 0 48,2 0-16,-2 3 0,-5-3-48,7 2 48,-1-2-16,2 1-16,0 1-16,-3-2 56,-1 2-128,1-2 72,0 3 64,1-3-80,2 0 32,0 0 64,-2 0-56,1 0-48,-1 0 56,0 2 0,0-2 24,3 0-40,-1 0 48,-2 0-64,0 0 0,0 0-16,1 3 32,-1-3 48,2 1-48,0 0 32,-2-1-16,0 3-48,0-3 0,0 2 48,-1-2 0,4 2-16,-2-1 48,-2-1-32,0 2-32,0-2 0,2 3-16,-1-3 80,2 1-48,0 0 0,-2-1 0,0 3 16,1-3-32,-1 3 32,0-3 32,2 1-48,0 0 16,-2-1 0,0 3-16,0-3-32,1 2 32,-1-2 48,3 1-48,-1 1 16,0-2 8,-1 2-8,1-2-48,-1 0 48,1 0 16,1 0-32,-1 0 0,0 0-32,-1 0 8,0 0-24,1 0 32,-1 0 88,2 0-72,0 0 16,0 0 0,-1 0-32,1 0-8,0 0 24,-2 0 40,3 0-40,-1 0 32,-2-1-48,1 0 16,0 0-16,0-2 16,1-1 64,0 3-64,0-3 32,0-1-64,0 0 48,-2 0-32,1-5 16,-1 6 80,3 1-80,-2-4 16,-1 2-32,1-8-64,-1 8 112,2-11-16,-2 5 16,2 7-32,0-4 80,-2-6-128,1 0 0,-1-2 64,0-2-16,1 2 32,1 12-32,-1-9 32,0-3-96,-1 0 32,0 2 32,0 0-16,0 2 112,3 9-96,-3-6 16,0-2-16,-1 1 0,2-1-16,-1 6 96,1-5-56,1 9-24,-2-2 48,0 0-96,-1-1-8,0 0 72,2 0-16,0 2 40,1 1-40,-2 0 16,0 0-48,1 0-40,-1 0 88,0 1-16,0 0 16,2 0-16,-2 0 56,-1 2-96,0 2 8,1 0 32,-1 6-16,0-8 32,3 1-16,-2 6-16,-1-5-48,1 10 32,-1-3 32,0 2 112,0 0 8,3-11-120,-3 8 64,-1 3 0,1 0-64,0-1 0,0 1 64,0-1-80,4-11 16,-3 9-16,-1 0-16,0 0 0,2-6 48,-1 10-16,0-10 48,3-4-48,-2 13 0,0-9 0,-1 6 0,0-8-16,1 1 48,-1 1-32,3-4 0,-1 2 16,-1-2-16,1 3-16,0-3 0,0 2-48,-1-2 96,2 0-32,-1 0 32,0 0-64,0-1 32,0-2 0,-2 0-16,0-1 48,3 3-32,-2-9 32,-1 6-112,1-7 48,-1 6 16,-1-9-16,1 3 112,2 10-80,-2-13 16,-1-3-32,0-1 48,-1-1-16,-5-3 16,6 1 16,4 20-48,-11-19 32,5 0-64,-6 1 16,7 0 16,-8 1 0,3 2 64,9 14-64,-9-11 48,0-1-16,0 0-32,5 10 0,-7-8-16,8 10 16,4 2 0,-12-4 16,9 1-64,-3 1 0,-5 1 64,7 1-16,-7 0 0,11 0 80,-6 0 24,-6 3-136,7 9 32,-8-9 0,8 10-32,-8-1 48,13-12-16,-10 13-16,-2 3-40,1 3 8,-2 4 64,1 0 32,1-2-48,11-21 24,-11 21-8,6-4-56,-8 0-40,9-2 64,-1-1 0,0-3 16,5-10 64,-5 9-8,2-6-56,-1 7-24,0-8 8,1 1-16,1-1 32,1-2 32,-1 1 8,0 0-48,-1 1 8,1 0 0,-1-3 24,1 2-24,1-2 80,-1 0-80,-1 0-16,1 0-48,-1-1 24,1-2 64,0 0-24,1 2 32,-3-2 16,1-2-128,-1-6 24,0 7 104,0-8-80,1 7 32,2 5 104,-2-14-40,-3 2-144,2 0 64,-2-1 0,-4-1 32,7 2-16,2 10 48,-4-15 16,-6 1-96,7-1 16,-7 1 16,7-1 32,-6 4-32,8 11 16,-2-13 32,-8 1-80,7 0-32,-8 0 128,8 1-48,-6 3-16,9 9 80,-3-10-16,-6 7-112,7-6 16,-8 9 48,8-3 16,-5 2-32,7 2 0,-3-2 0,-9 1-48,3 0 16,2 1 80,-2 0 0,3 0-48,6 0-32,-9 0 80,-1 0-96,-1 4 32,1 0 64,-5-1-32,4 5-16,10-6 16,-16 1-32,0 8 16,-3-8-48,0 11 48,2-10 48,3 6-48,13-8 16,-20 2 48,2 8-80,0-8-32,0 6 64,1-7-16,4-1 0,12-1 32,-16 9 16,-1-7-80,2-1 16,-1 1 32,1 0-32,4-1 16,10-2 48,-14 3 16,-1-3-80,0 0 0,-1-1-16,-2-2 32,6 0 0,12 2 64,-18-4-16,0-5-32,2 6-48,0-1-16,2-5 64,6 8-16,8 2 32,-13-4 16,0-2 0,-2 1-64,1 1 0,1 1 48,5 0-32,9 2 64,-15-3-32,3 1 0,0 2 0,1 0-96,-1 0 80,6 0-16,6 0 48,-12 0-64,2 0 16,2-2-48,0 2 32,2-1-16,3 1 32,5 0 0,-9-1 16,7-1-64,-9 1-80,9-1 16,-6 0-16,8 2 128,2 0-176,-11-2 24,9 2-120,-8 0 8,7 0-16,-1-1-48,2 1 328,1 1-368,-3-1-184,0-1-112,0 2-160,0 0-41,0 0-103,3 0 968,0 0-1120,-2 0-256,0 0-297,2 0-359,0 0-489,0 0-719,1 2 3240,1-1-3665,-1 2 840,1-1 833,0-2 848,-2 2 711,1-2-55,0 0 488,1 0-512,-2 0-24,1 0-56,1-2-72,0-2-600,0 4 1264</inkml:trace>
  <inkml:trace contextRef="#ctx0" brushRef="#br0">7881 115909 6337,'0'0'0,"0"0"1224,0 0-1224,0 2 1088,0-1-1088,-1 1 1065,-1 1-121,1 0 8,0 7-16,-2-7-104,1 1-151,1-1-681,-1 5 568,0-5-120,-1 7-8,0-7 0,1 7 56,0-8-16,1 0-480,-1 6 432,0-5-64,-1 1-48,0 6-8,2-8-56,0 2-7,0-3-249,0 2 160,0 1-48,0-2 0,-1 1 8,2 0 64,0-3-8,0 0-176,0 0 184,0 0-56,0 0-8,0 0 32,0-2-8,0-2 8,0 3-152,2-8 112,0 5-48,1-6 16,0 5 8,-1-7 24,1 7 8,-3 4-120,0-11 96,2 6-24,-2-6 24,3 8 8,-3-7 0,0 7 16,0 4-120,0-12 128,0 9-16,0-9 32,0 8 64,-1-6 0,-2 6 88,3 4-296,-4-5 296,0 0-39,0 1-9,0 1-8,1-1-8,-2 3 48,4 1-280,-4-2 288,0 2-80,0 0 8,0 0-24,0 0-64,0 3 56,5-3-184,-5 2 128,0 2-56,0 0 8,1 0-8,0-1-24,0 1-8,4-3-40,-3 2 40,-1 1-64,1 0 8,2 0 32,0 0-64,-1-1 8,2-3 40,0 4-88,0-1-208,0-1-168,3 1-288,1-1-409,0 1-391,-4-3 1552,10 2-2144,-8-2-873,10 3-1000,-8-3 576,8 2 913,-8-2 896,-4 0 1632,11 0-801,-7 0-207,6-1-1520,-10 1 2528</inkml:trace>
  <inkml:trace contextRef="#ctx0" brushRef="#br0">9529 115146 3224,'0'0'0,"0"0"2801,0 0-2801,0 0 840,0-2 136,0 1 56,0 0 145,0 0 183,0-1 32,-1 2-1392,1-1 1313,0 0-137,-1 0-160,-1 0-160,1-1-88,0 1-104,0 1-664,0 0 569,0 0-49,0 0-136,-1 0-72,1 0 8,0 0-56,0 3-264,0-2 232,0 2-8,0 1-112,1 8 16,0-9 32,0 9-16,0-9-144,0-2 120,0 14-16,0-5-56,0 2-48,0 3 72,0 0-32,0-2-40,0-9 48,0 13 8,0 1-72,0-1 8,0-1 8,0 0 8,0-6-8,0-6 40,0 10-24,0-2-16,0 0-40,0-1 24,2-7 48,-2 6-32,0-7 24,0-1 56,0 2-72,3 0 8,-3 0 8,3-2-64,-3 0 40,0-1-24,2-1-24,-2 0-64,3 0 8,-3 0 0,3-1 24,-3-2 80,0 2-56,2-9-8,-2 6-24,3-9-8,-3 8 8,2-9 24,-2 6 64,0 5-16,3-9 8,-3-1-48,2-1-8,-2-1 8,3 0 48,-3 4 8,0 7 8,2-12 32,-2 2-40,3 1-24,-1-1 0,1 1 24,-1 4 0,-2 5 8,3-9 24,-1 2-48,1-1-8,1 2 8,0 0 8,-2 7 8,0 1 24,2-11-16,-1 8-8,1-7-48,6 8 48,-10-7 24,2 9-24,0 1 24,2-3 8,0-1-48,-1 0-24,8 0 64,-9 1 16,1 1-40,-2 2 56,3-2-8,6 1-48,-7-1 0,0 2 56,9 0-8,-11 0-48,0 0 96,10 0-32,-9 0-24,2-1-16,6 2 32,-8 0 16,1 0-72,-2 0 72,10 0-8,-9 3 0,2-3-24,0 3 16,0-1 8,-2 0-64,0-1 96,1 1-48,1 1 16,0-1-8,-2 1 8,1 1 48,-2-2-112,0 0 104,-1 1-24,0 1-40,0 0 0,0 0 32,0-1 32,0 3-104,0-1 121,-1-2-33,-1 0-48,-2 1 0,0 6-16,0-7 48,2-1-72,-1-1 80,-2 10-56,0-8 8,0 9-32,0-8 40,-1 7 24,4-9-64,-1 0 88,-1 11-8,-2-9-24,1 11 0,0-5 8,0 0-8,3-4-56,0 0 80,-1 5-24,-1 0-80,0 1 64,0 0-24,0-1-8,3-6-8,0 0 56,0 5-56,-1-6-40,2 10 16,0-10-16,0 7 8,2-9 32,0 0 40,2 2-64,6 6-16,-7-7 24,0-1-40,9 1 0,-10-2 56,0 0-24,10 2-64,-8-3-16,10 2-24,-10-2 48,10 3-16,-12-3 96,0 0-16,12 2-24,-11 1-56,11 0 16,-10-1-24,10 1-73,-12-2 177,0 0-288,10 1-176,-9 2-280,9 0-248,-8 0-312,7 0-481,-9-2 1785,0 0-2424,10 2-689,-9-1-192,9 0 873,-9-1 840,9 1 719,-11-3 873,0 0-576,10 0-632,-9 0-672,-2 0 1880</inkml:trace>
  <inkml:trace contextRef="#ctx0" brushRef="#br0">10071 115385 10650,'0'0'0,"0"0"3088,0 0-1487,0 0-729,0 0-872,0 0 792,0 0 128,0 0 89,0 2-33,0 1-80,0 1-168,0-1-728,0-3 632,0 4-40,0 0-160,0 0-71,2 7 7,-2-8-120,2 5-248,-1-6 232,-1 1-48,3 7-112,-3-8-24,2 9 24,-2-9-40,2 6-32,-1-6 40,-1 1-16,2 7-136,1-6-104,-1 7-216,1-8-425,-1 5 857,-2-5-1368,3 1-808,-1 7-1489,1-9-1072,-1 8 1024,1-7 1033,-1-1 2680,-1 0-1753,1 1-807,-2-3 2560</inkml:trace>
  <inkml:trace contextRef="#ctx0" brushRef="#br0">9088 117160 9353,'0'0'0,"0"0"3929,0 0-3929,0 0 2153,-1 0-1353,-1 0-344,2 0 104,0 3 184,0 1 97,0-2-841,0 0 768,0 1-144,0 9-152,0-8-88,0 8-16,0 0 0,0-6-368,0-1 344,0 10-80,0 2-72,0-1-40,-1 1-8,1 0-24,0-10-120,0 1 152,-1 6-88,1 0-40,0-1 24,0-1-8,0-1 25,0-5-65,0-1 72,0-1-48,0 7-40,0-8 8,0 1 8,0-1-32,0-1 32,0 0 0,0 2-64,0 0-73,0-2-15,0-2-72,0 0-8,0 0 232,0 0-272,0 0-88,0-1-56,0-3 0,0 0 24,0-6 24,0 8 368,0-1-328,0-9-40,0 0 40,0 0 40,0 1 96,0-1 72,0 6 120,0-2-64,0-4 32,0-1-17,2 1 49,-2-1-24,3 0 56,-3 9-32,0-3 49,2-5-25,-2 2 48,3 0-8,-1 5 48,1-8 32,-2 12-144,1-2 136,0-8 8,1 8 8,-1-1 32,0-1 16,2 2 48,-2 1-248,0 0 240,2-2-40,0 1 24,0 2-64,0 0 32,-1 0 32,-1 0-224,0 0 208,2 1-16,0 0 32,0 0-16,6 4 24,-10 0 40,1-3-272,2 2 216,1 7 16,-1-8-15,1 10-1,0-9 72,0 12-32,-4-14-256,2 1 280,1 14-48,-1-6-48,1 0 64,-1 0 8,-2 1 8,1-9-264,1 6 256,-2 2-112,2 0-32,-2 0-48,0-6 48,0 10 48,0-13-160,0 2 128,0 11-24,0-10-96,3 8 64,-3-8-8,2 7-40,-2-10-24,0 1 104,3 9-120,-3-9-8,3 8 48,-3-7 8,2 0-32,-1-2 0,1 2-32,1 1-80,-1-2-192,0 1-88,1-1-200,1-2-264,-3 1 856,2 1-1224,7-2-433,-8 0-391,8 0-633,-7-1-752,7-1-383,-9 2 3816,1-3-2961,8-1 977,-7 0 887,7 0 537,-8 1-568,8-1-752,-8 3 1880,-4 2 0</inkml:trace>
  <inkml:trace contextRef="#ctx0" brushRef="#br0">9473 117412 10922,'0'0'0,"0"0"3137,0 0-3137,0 0 1424,-1 0-704,-1 0 32,1 0 184,0 3 57,0-3-81,0 0-912,1 0 752,-2 0-176,1 0-72,0 0-48,0 0-104,-1 0-8,2 0-344,-1 0 296,1 0-104,0 0 25,0 0-17,0 0-32,0 0 32,0 0-200,0 0 152,0 0-96,0 0 24,3 2-8,-1-2-16,2 0 24,-4 0-80,3 0 104,1 3-104,0-3 8,0 2 24,0-2 8,0 3 40,-4-3-80,3 0 56,1 2-40,0-2 0,0 3 0,-1-3 24,-1 2 16,-2-2-56,2 3 80,1-1-80,-1 2 32,1 0 24,0 0 0,-1 8-56,-2-12 96,3 2 0,0 8-48,-3-7-48,2 7 96,-2-8 32,2 10-128,-2-12 216,0 4 40,0 7-72,0-9 0,0 10-8,0-9 16,0 8-192,0-11 200,0 3-8,0 7-64,0-8-8,0 8 24,0-7 16,0 7-160,0-9 225,0 1-89,0 8-48,0-7-16,0 0-24,0 8 24,0-9-72,0-2 88,0 4-24,0 0-48,0 6 0,0-10-8,0 4 8,0-1-16,0-2 16,0 2 16,0 1-64,3-1 0,0-1 64,-1 1-64,0-1 32,-1-2 0,2 3-72,1-1-168,0 1-129,0-1-135,7 1-168,-9-3 672,-1 0-816,9 3-184,-6-3-408,8 2-417,-8-2-511,10 3-881,-10-3 3217,-4 0-4089,14 2 408,-10-2 1017,10 0 1039,-10 0 897,10 0 160,-11 0 568,-2 0-1072,11-1-568,-12 1 1640</inkml:trace>
  <inkml:trace contextRef="#ctx0" brushRef="#br0">7336 116250 4072,'0'0'0,"0"0"1137,0 0-945,0 0-16,0 0 144,0 0-320,0 0 576,-1 0 264,1 0 184,-1-2 57,1 1 47,-1 1-16,0-1-1112,0 1 1160,0 0 48,0 0 1,0 0-1,1 0 0,0 0-95,0 0-1113,0 0 976,0 0-72,0 0-168,0 0-112,-2 0 48,2 0-112,0 0-560,0 0 545,0 2-49,0 2-152,0 0-40,0 7-24,0-7-56,0 6-224,0-8 200,0 2-32,0 8-96,0-8 0,0 10 0,0-10-16,0 7-56,0-8 72,3 7 0,-3 0-40,2 0-48,1 1 72,-1-1-16,0-2-40,-1-6 48,2 2 8,-1 10-56,0-10-32,1 7 48,1-8 0,-1 4-16,-2-4 0,3-3 56,0 3-72,6 0-8,-8 0 80,8-3-40,-8 0-16,-1 0 40,9-2 8,-7 0-64,6-2 0,-6-7 16,8 7 16,-9-5-16,-2 6 24,10-2 24,-7-7-8,7 7-56,-8-8-8,2 3 40,4 1-16,-6 6 24,1-8 32,1-1-8,0 1-80,-1-1 16,0 1 16,-1 3 0,-1 4 48,1-7 8,1-1-72,-1 1-40,-2-1-56,3 2-8,-3 3 120,0 4-160,2-2-56,-2-5-104,3 6-120,-3-1-96,2 0-200,-2 2 736,0 2-873,0-1-215,0-1-336,0 2-320,3 1-481,-3 0-600,2 0 2825,-2 0-3304,0 4 583,0 6 761,3-8 776,-3 2 615,0 8-119,2-11 688,-2 0-2680,0-1 2680</inkml:trace>
  <inkml:trace contextRef="#ctx0" brushRef="#br0">7676 116409 6545,'0'0'0,"-1"0"1936,0 0-1936,1 0 1913,-3 0-209,1-2-88,0 1-7,1 0-73,-2 0-248,3 0-1288,-1 0 1025,-2 0-201,1 0-200,0 0-112,-1-1-96,0 1-24,1 0-392,0 1 336,-1-1-40,-1 1-96,0 0-16,0 0-32,-1 0-8,3 0-144,-1 0 136,-2 0-39,1 0-41,1 2-16,-1 1 8,0 0-48,2-1 0,0 0 48,-2 1-48,0-1-16,2 1 40,1 1-8,-1-1 8,2-2-24,-1 1 32,1 2-24,0-2-32,0 1 24,3 1 16,0-2-32,-1-1 16,0 1 16,8 0-8,-7 1-16,7-1 32,-7 1-24,7 1 16,-9-3-16,0 0 40,9 2-40,-7 1-16,7-2-8,-7 1 40,7 0 8,-9-1-24,1-1 40,8 3-8,-8 0-32,2 0 40,0-2 40,6 2 0,-10-3-80,0 0 128,4 3-8,-1 0-8,0 0 24,0 0 16,-3 0 8,0-3-160,0 1 120,0 2-16,0 0-80,0 0 48,0 0-16,0-1 16,-1-2-72,0 2 64,-3 1-72,1 0-24,-1 0 16,0-1 32,0 1 24,3-2-40,-1 0-8,-2 1-96,0-1-72,0 1-104,0-1-72,1 1-56,1-3 408,0 0-552,-2 2-121,1-2-135,1 0-104,-1 0-64,2 0-80,1 0 1056,-1-1-1081,-1-1-87,1-2 16,1 0 96,0 0 135,3 0 177,-3 3 744,2-2-576,2 0 112,0-1 152,0 0 112,0 0 72,-1 0 88,-2 4 40,2-2-24,1-1 32,0 1 48,0-1 128,-1 1 200,8-1 200,-11 3-584,2-2 744,2-1 81,0 1 15,6-1-32,-7 1-56,0-1-88,-2 3-664,2-1 560,7-2-104,-7 2-48,1-2-23,-1 1-1,8-1-24,-11 3-360,2-3 344,2 1-56,-1 0 8,9-1 48,-9 0 0,1 1-24,-2 1-320,6-2 328,-6-1-88,2 0 24,0 1 0,6-1-24,-8 0 0,-1 4-240,1-4 152,2 0-47,0 0 31,-1 1 16,0-1 40,0 0 0,-3 4-192,2-4 176,1 0-56,-3 2 32,3-1-24,-3 1 24,0-1 16,0 3-168,0-1 168,0 0-24,-2-1-8,1 1 48,-3 1 0,0 0 56,4 0-240,-3 0 200,-1 3-8,0-1-8,0 2 32,0 6-56,0-7 16,4-2-176,-4 8 128,1-7-96,-1 9 24,0-7-24,0 7 0,2-7 24,1-4-56,-1 10 48,1-7-64,0 7 0,-1-8 16,1 9-48,1-9 64,0-2-16,0 10-24,0-7-112,3 0-24,0 1-72,8 0-128,-9 0-48,-1-4 408,9 4-552,-6-2-192,8-2-96,-9 0-177,12 0-215,-11 0-192,-4 0 1424,13-1-1793,-9-3-535,10 0-473,-10 1-479,10-1 631,-10-6 841,-4 9 1808,14-2-1081,-10-7 617,10 5-32,-10-8-552,7 8-1112,-11 5 2160</inkml:trace>
  <inkml:trace contextRef="#ctx0" brushRef="#br0">8098 116316 9073,'0'0'0,"-1"0"5242,0 2-2258,-2 1-1367,-1 0-265,2 1-88,0-1-1264,1-3 1144,-1 13-279,-1-9-257,1 7-104,-1-7-48,1 11-80,0-4-376,1-10 384,-2 11-24,2 1-144,0 0-32,0 0-40,-1-1-56,1 0-88,1-11 120,-1 10-24,1 1-64,0-2-32,0 0-16,0 0 32,0-6-16,0-4 40,0 14-24,0-10-120,0 9-152,0-11-160,0 9-200,0-10 616,0 0-888,0 3-240,0 0-401,0-1-407,0 1-489,0-1-647,0-3 3072,0 0-3697,0 0 640,0 0 889,0 0 855,0 0 673,0-3-424,0 0 1064,0 2-2280,0 1 2280</inkml:trace>
  <inkml:trace contextRef="#ctx0" brushRef="#br0">8030 116448 10250,'0'0'0,"-1"0"3857,-1 0-697,0 0-1327,-1 0-345,0 0-88,2 0-192,0 0-1208,1 0 985,-2 0-209,2 0-216,-2 0-88,1 0 0,0 0-112,1 0-360,0 0 320,0 0-32,0 0-80,0 0-16,0 0 16,0 0-63,0 0-1506,2 0 2858,2 0-1361,0 0-96,0 0 8,6 0-8,-8 0-40,6 0 0,-6 0 16,2 0-136,9 0-321,-9 0-383,10 0-464,-11 0-608,8 0 1896,-7 0-2809,6 0-1480,0 0-840,0 0 1216,0 0 1233,0-1 1223,-2-2 1457,-5 2-720,7-4-688,0-5-136,-10 10 1544</inkml:trace>
  <inkml:trace contextRef="#ctx0" brushRef="#br0">7789 115969 5857,'0'0'0,"-2"-1"1040,-1 1-232,1 0 8,-1 0-48,1 0-768,1 0 889,-1 0 111,-1 0 24,1 2-24,-1-2-23,1 3-81,-1-3-896,3 0 872,-2 2-80,-1-2-104,1 3-48,-1-3-32,1 2-47,-1 1-561,3-3 544,-1 2-72,-1 1-104,1-1-72,0 1-16,0-1-56,1 1-224,0-3 208,0 2 0,0 1-80,0-1 16,0 1 16,2-3-32,1 2-128,-3-1 120,4-1 0,-1 0-104,8 0 24,-9 0 40,8 0-32,-7-2-48,-3 2 80,11-2-8,-7-4-48,10-5-8,-10 6 48,7-9-8,-8 5-56,-2 8 64,10-9 16,-7 0-80,8-1 16,-9 1 24,7 0 0,-10 1-40,0 8 73,2-9-9,1 0-32,-3 4-8,0-6 32,0 7 8,0-5-64,0 8 56,0-2 40,-3 0-56,-1-2-8,-1 1 48,-5 1-16,7 3-64,2 1 72,-4-1 48,-5 1-48,6 0 24,-9 2 32,8 2-16,-5 4-112,8-5 136,-3 1 32,-8 7-56,7-7 16,-6 9 24,7-9-40,-4 7-112,6-8 152,0 1-24,-9 10-72,9-10 16,-2 10-24,1-10-24,1 6-24,2-6 72,-3-1-32,1 10-24,2-9-40,1 8 32,0-10 24,0 5-32,0-4 56,0 0 0,4 0-40,0 7-48,0-7 32,5 0 16,-7-1-16,-1-2 56,10 0-8,-9 3-48,8-3-16,-7 0 0,7 0 64,-8 0-48,-2 0 40,10 0-24,-7-1-16,7-2-56,-7-1 56,7 0 24,-8 2-24,-1 1 56,2-3 32,1 0-88,6-1 0,-10 0 16,4 0-32,-2 2 16,-1 2 88,1-4-16,-2 1-40,0 0 8,0 0 0,0 1 8,0 0-48,0 2 88,-1-3 8,-2 1-64,1 2-16,-2 0 56,0-1 0,2 2-72,0-1 120,-1 1 8,-1 0-72,0 0-8,0 3 8,0-1-8,3 0-48,0-1 40,-2 3 32,1 0-72,-1-1 0,1 1 32,-1 0-16,2-2-16,1 0 48,-2 8-40,1-7 8,0 0-40,-1 1 24,2 6 40,0-8-40,0-1 32,0 2-16,0 1-32,4 0-32,0 0 64,0 0 32,-2-2-48,0 0 40,8 0-8,-7 1-96,7 0 24,-8-3 56,8 0-64,-8 0 48,-1 0 64,10-2-64,-9 0-48,8-2 80,-7-1-64,1 0 64,-3-1-32,1 1 56,2 2-56,0-3 0,0-4-16,-1 7 16,0-2 64,-3-1-64,0 1 73,0 1-57,0 0-16,-1 0 16,-1-2-8,-1 1 40,1 3-48,0 0 56,-2-1-8,-6-1-80,6 3 32,-1-1 48,-5 2-8,8 0-40,0 0 48,-8 0 16,6 3-40,-7 1 40,7 6 24,-8-8 0,11 0-88,-1 0 80,-9 2-56,7 6 8,-1-7-16,-5 7 16,8-7 8,0-1-40,0-1 16,-3 3 16,1 6-48,0-7 16,0 0 32,0 1-80,3 1 48,0 1 48,-1-3-64,2 0-48,0 9 24,0-10-96,0 2-136,1-2 272,1 0-473,2 8-335,6-8-392,-6 2-520,7 0-721,0 0-1304,-7-3 3745,3 0-5089,7-1 1104,0 0 1065,0 0 1207,2-4 1105,-2-6-128,-9 8 736,3-1-912,6-11-992,-14 14 1904</inkml:trace>
  <inkml:trace contextRef="#ctx0" brushRef="#br0">7772 117996 6329,'0'0'0,"-1"0"1792,0 0 25,-3 0-241,-1 0-168,3 0-1408,-1 0 1369,-2 2-81,0 1-152,0 0-224,0 1-112,0-1-55,2-1-745,0 0 736,-1 2-56,-1 0-48,-1-1-16,1 7-80,0-7-48,3-1-488,-1 0 432,-2 2-119,1 6-57,0-8-72,1 2-48,-1 0 0,3-2-136,-1 0 112,0 2-48,1 0-16,1-1-8,0 1 40,0-1-8,1-2-72,0 0 112,2 2-56,0-3-40,1 0 64,0 0 8,7 0 8,-9-1-96,-1 0 112,9-2-40,-7-1-32,7-1 16,-7 0 16,9-5 8,-11 8-80,1 0 88,8-4-16,-8-4-48,9 7 8,-9-3 24,8-4 0,-9 9-56,1-1 88,2-3 0,0-5-32,-1 6 16,1-2 0,0-4 24,-3 9-96,1-1 128,0-4-40,-2 1-16,0 0 16,0 0 16,0 0 8,0 3-112,0 0 136,0-1-40,-1-1-48,0 0 8,-1 0 16,0 2 48,0 0-120,0 1 144,-2 0-72,0 1 24,0 0-72,0 0 40,0 0-8,3 0-56,-1 0 48,-2 2-7,0 1-82,0 0 49,1 1-8,-1 0 89,3-2-89,-2 0 96,-1 8-96,1-7 8,-1 0-16,1 1 32,0 7 40,3-11-64,-2 2 40,0 2-56,2 0 8,-2-1 8,1 1 8,1 0 24,0-3-32,0 2 32,0 1-16,0 0-16,3-1 32,0 1-8,1-1 24,-3-3-48,2 2 40,1 1-40,-1-1-8,1-2 16,0 3 8,0-3 48,-3 0-64,2 0 56,1 0-56,5 0-40,-9-2 40,4-1 24,0-1 24,-3 3-48,2-3 72,1-1-56,0-6-40,0 8 32,-2-2-8,1-6 32,-3 11-32,2-4 32,1 0-16,-3-7 0,0 8 24,0-2-24,0-5 0,0 7-16,0 3 32,0-4-32,-1-1 56,-3 1 40,0 0 8,0 0 0,3 4-104,-2-4 120,0 3-40,-3 0-8,1 1 56,0 0-24,0 0-16,4 0-88,-3 0 48,-1 2-16,0 2-32,0 0 64,0 0 8,1 0 8,3-3-80,-2 2 16,-1 1-16,1 0-16,0-1 32,1 1 40,0 0-24,2-4-32,-1 4 64,0-1-96,1 1 32,0 0 32,2 0-48,1-1 64,-3-2-48,4 1 32,-1 1-48,8-1 16,-9 1 40,8-1-48,-7-2 32,-2 1-24,8 1 0,-7-2-56,2 0 40,0 0 32,6 0 16,-7 0 24,-3 0-56,4 0 64,-1 0-80,1-1 16,0-1 16,0 1-32,0-1 64,-4 1-48,2-1 32,1-1-48,-3-1 16,0 1 32,0-1-16,0 0 40,0 4-56,0-4 48,0 1-96,-2-1 8,1 0-56,-1 2-104,-1-1-96,3 2 296,-2 0-408,-1-2-280,2 0-160,0 1-361,-1-1-527,1 2-745,1 1 2481,-1-1-3600,-1 0-1554,1-1 674,0 1 1247,1 0 1200,-1-1 1217,0 2 816,0-1-584,0-2-96,0 1-48,0-2-648,1 4 1376</inkml:trace>
  <inkml:trace contextRef="#ctx0" brushRef="#br0">16702 119653 6473,'0'0'0,"0"0"816,0 0-120,0 0 296,-1 0 401,-1 0 215,1 0 80,1 0-1688,-1 0 1561,0 0-233,-2 2-136,1-2-119,-1 3-121,0-3-952,3 0 872,-2 3-128,0-1-184,-1 0-96,0 1-120,1 0-24,-1-1-320,3-2 288,-3 3-31,1 0-65,-1-1 0,1 0 24,-1 1-24,2 0-192,1-3 224,-1 2-16,0 1-80,-1-1-8,1 1 24,0-1-16,-1 1-128,2-3 120,-1 2 24,0 1-104,0 0-8,1 0 24,0 8-16,0-11-40,0 0 104,0 3 8,0 1-80,0 0-8,0 0 32,0 0-40,0-1-16,0-2 32,0 2-8,0 1-24,0-1-16,0-1 80,2 1-56,-2-1-8,0-2 32,3 3 8,-3-3-64,2 0-8,1 0 64,-1 0-32,0 0 0,-1 0 24,1 0 40,1-3-96,-1-1 16,1-1 32,0-5-16,-1 7 0,-2 2 32,3-4 8,0-5-40,-1 6-32,-2-1 80,2-5-32,-2 7-16,0 2 24,3-4 32,-3-5-40,0 6-16,0-1 72,0-5-40,0 6-32,0 4 24,0-4 64,-1-1-56,-3 0 8,0 1 32,0 0 16,1 1-88,2 3 72,-3-4 32,0 1-32,-1 2-72,1 0 88,-2 1-16,4 0-72,1 0 72,-3 0 32,0 0-104,0 0 16,1 2 0,-1 1 16,1-1-32,2-2 24,-2 4 40,0 0-64,1 0-16,1-1 32,0 1 8,0 4-24,1-6 16,-2 1 32,1 1-32,0 0-48,1 6 72,0-7-40,0 4 0,0-3 48,0-2-8,0 8-48,0-7 8,0 7-16,0-7 16,2 0 0,-2-2 24,3 9 8,-1-7-16,0-1-64,1 2 40,1-2 8,-1 0 0,-2-1 0,3 1 56,0-2-56,-1 0-48,1 0 80,0 0-16,-2 0-16,0 0 48,2-1 9,-1-1-73,1-2-17,0 0 9,0 0 40,-3 2-16,0 0 57,2-1-17,0-1-8,-1 0-48,0 0 16,-2 0 32,2 2-32,-1 0 56,-1-2 24,0 1-64,0-1-8,0 0 24,-1 0 16,-1 2-48,2 1 104,-4-2-32,0 1-8,0-1-8,0 2 8,-1-1 8,-1 2-72,2 0 88,0 0 8,-1 0-40,-5 4-56,6 6 48,0-7 8,1 4-56,1-3 48,-3 0 0,0 7-32,0-7-32,1 8 40,0-9 8,2 4-32,0-2 32,0-1 0,0 7-32,1-7-16,1 6 16,0-7 16,0 3-16,0-2 32,3-1-8,0-1-24,1 1-24,0-1 24,7 1 0,-10-3 0,0 0 24,9 0-8,-7 0-32,7 0 16,-8 0 0,8 0 16,-8-1-16,-1 1 32,3-2-16,-1 0-32,8-1 32,-11 1-16,4-1 48,-2 2-48,0-1 40,0 0-56,0-1 8,1 1 8,0-1 24,-3-1 24,1 2-48,0-1 48,-1-2-32,0 0-64,0 1 64,0-1-16,-1 2 32,0 1-32,1 0 56,-2-2-24,1 0-16,-2 0-16,1 1 32,0-1 0,0 2-32,1 1 40,-2-2-24,1 2-40,-1 0 32,0 0 8,1 0-16,2 0 0,-1 0 48,-1 1-64,1 0-16,0 0-8,0 0-128,0 0-152,1 0 320,0 0-544,0 0-353,0 0-415,0 0-504,0 0-809,2 0-1272,-1 0 3897,0 0-4665,2 0 921,-1 0 935,1 0 1121,0 0 791,-3 0-103,1 0 1000,0 0-1064,-1-1-704,0 1 1768</inkml:trace>
  <inkml:trace contextRef="#ctx0" brushRef="#br0">4314 117240 2760,'0'0'0,"0"-1"1872,0-2-1599,0 1-145,-2-2-40,2 0 8,0 0 8,0 2-104,0 0 136,0-2 16,0 0 16,0 0 88,0-1 192,0 1 160,0 3-608,0-1 776,0-1 64,0 0-47,0 0-57,0 0-72,0 0-104,0 2-560,0 0 504,0-1-40,0 1-40,0 0 72,0 1 24,0 0 25,0 0-545,0 0 568,0 2-64,2 1-56,-2 6-16,3-6-56,-3 8 16,1-6-392,0 0 360,-1 4-56,1 5-24,2 2-16,-1 3 0,0 4 17,-1-9-281,0-2 240,2 16-16,-1 2-48,1 4-56,0 2 32,5 2-8,-7-16-144,1-4 136,0 24-16,2 2-96,5 3-16,-7 0 56,1 1-24,2-21-40,-1-4 72,-2 25-32,1 1-80,0-1 56,6-1 0,-8 2-8,1-23-8,0-1 80,6 25-80,-6-1 0,6-2 8,-6 0-16,7-1 16,-6-24-8,2 1-24,-2 21 8,7-2 8,-7 1-8,7-3 40,-7-1-32,1-21 8,1 1 24,-2 16-64,6 1 16,-6 1 40,7-2-32,-8-2 16,2-18 0,1 1 104,-3 12-80,1-1-48,0-1 32,5 0-32,-6-3 16,0-12 8,-1 3 24,8 7-64,-9 3-24,2-3 40,2 1-16,-1-3 64,-3-10-24,2 2 56,0 8-56,0-2 0,0-1-16,0 2 8,0 0-32,-1-13 40,0 4-80,-1 5-16,2-1-104,-2-1-24,2-2 0,-2 1-64,1-8 288,0 2-256,-1 5-32,0-1-65,2-6 17,-2 9-40,0-9-24,0 2 400,0 2-432,0-5-104,0 6-144,0-6-112,0 0-193,0 0-183,0-1 1168,0 0-1336,0 2-200,0-2-81,0-1 225,0 2 352,0-2 344,0 0 696,0 0-409,0 0-151,0 0-1056,0-1-440,0 1 2056</inkml:trace>
  <inkml:trace contextRef="#ctx0" brushRef="#br0">4304 117106 5057,'0'0'0,"0"0"448,0 0-448,0 0 248,-1 0 24,0-1 80,0 0 184,0 0 168,0 0 120,1 1-824,0 0 888,0-1-15,0 1-57,0-1-16,0 1-24,0 0-32,0 0-744,0 0 721,0-1-41,0 1-72,0 0-32,0 0-48,0 0-40,0 0-488,0 0 488,0 0-72,2 0-48,0 0 0,1 0 9,5 0-1,-6 0-376,-1 0 408,2 0-32,5 0-56,-5 2 8,6-2-48,-6 2 32,1-2-312,2 0 296,-2 2-48,7-2-16,-3 2-32,1-2 0,1 2 0,-7-1-200,3 0 184,3 1-32,0 1-32,2 0-32,-1 0 41,2 1 55,-7-2-184,3 4 136,6-4-24,-1 1-40,1 5-8,0-6 64,0 8 16,-8-8-144,6-1 168,7 12-32,0-10-48,-1 7 32,0-7 8,-2 6 24,-10-9-152,5 1 160,5 8-64,0-7-24,2 6-16,-1-6 24,0 6 48,-11-7-128,6 0 112,6 7-40,-1-4-40,0 5-8,-1-6 8,0 6 40,-11-8-72,5 1 56,6 11-32,0-5-24,-1 0 32,0 0 0,0 1-8,-11-7-24,7 5 40,5 1-40,-1 0 0,-1 0 16,1 1 0,-1-6 16,-10 0-32,8 5 72,2-5-72,1 8 0,-1-3 0,1-4 0,0 7 8,-12-10-8,7 1 48,4 9-80,0-8 8,0 9 24,-1-9 8,1 8 8,-12-10-16,8 1 0,2 9-24,1-7-8,0 7 64,0-8-8,0 8 8,-10-10-32,7 1-16,2 9-16,0-8 8,1 7 8,-1-7 32,1 6 0,-11-7-16,7-1 0,4 8-16,0-5-16,0 4 48,2-6 56,0 7-72,-13-8 0,11 1 40,2 8-96,0-8-32,-1 6 120,1-5-64,-1 6 80,-12-9-48,10 3-16,1 6-40,1-7 40,-1 7 16,-1-7 40,1 7 32,-11-9-72,9 2 32,2 7-32,1-7 0,-1 6 32,1-5 40,-1 5-16,-11-8-56,9 3 56,3 5-40,-1-6 8,0 6 24,2-5 8,-2 5 16,-11-7-72,9 2 16,4 5-48,-1-6 32,1 6 32,-1-6 8,0 1 24,-13-2-64,12 6 56,1-4-112,-1-1 40,2 7 16,-1-7-48,0 1 112,-12-3-64,11 3 80,0 5-64,1-6 0,-1 1-16,-1 5-16,1-6 48,-13-1-32,12 1 24,0 2-8,-1 4-32,1-6 32,0 1-40,-1 0 32,-10-3-8,10 3 48,1 0-120,-1 5 88,1-6-8,-2 1-16,0 1 64,-10-4-56,10 8 32,0-8-48,1 3 0,-1 5 32,0-6-64,-2 1 80,-7-3-32,7 3 0,0 6-32,0-7 48,0 1-32,1 0 32,-7 5 40,-2-8-56,13 2 48,-10 1-96,9 0 48,-3 6 0,-6-7 16,9 1-16,-12-3 48,3 3-32,9 5-64,-4-6 16,-5 1 48,7 0-40,-7 5 24,-3-7 40,9 1-24,-5-1-48,6 3 16,-7-1 8,7 0 8,-7 0 0,-3-3 24,10 8 40,-7-8-96,9 3-16,-9 0 24,7 6 24,-7-8 0,-3 0 56,9 0-24,-5 3-48,5-1-32,-6 5 48,7-6 0,-7 0 0,-3-2 48,11 3-8,-8 0-96,6 0-48,-6 5 64,6-8-32,-6 3 72,-3-3-32,10 4 80,-8-1-96,7 0 24,-7 5 48,7-8-40,-6 3 16,-3-3 32,9 3 8,-6 0-48,7 1-8,-7-2 32,6 1-16,-6 0 0,-3-3-16,9 4 40,-6-1-64,7 0-48,-8 0 120,8 0-32,-7 0 0,-3-3 0,3 3 72,5 0-120,-6 0 8,1 0 72,-1 0-32,0 0 0,-2-2 0,3 1 56,0 1-112,0-2 8,0 1 64,0 1-16,-2-2 0,0 0 0,1 1 40,1 0-64,-1 0 24,0 0 0,1 0 0,-1 0 0,-2-2 0,2 2 16,0 0-16,0 0-64,0 1 112,1-2-64,-2 1 16,-1-1 16,2 1 72,1 0-136,-1 0 8,0 0 8,0-1 0,-1 1 32,0-1 0,1 1 48,-2 1-80,0 0 8,0-1 32,0 1 8,0-1-16,0-2 48,0 3-8,0 0-64,0 0-40,0 1 64,0-1 0,0-1 0,0-1 48,-1 2 24,-1 0-88,0 0 16,0 0 16,-1 0-32,0 0 16,3-3 40,-3 3-24,-2 0-32,1 6 32,-4-8-40,5 3 24,0 2 0,2-4 24,-8 0 24,4 6-40,-5-5-16,2 6-8,-2-5-16,1 5 32,6-5 56,-11 5-40,-1 1-32,0 2 8,1-1-56,0 0 136,6-4-72,3-4 104,-8 8-16,0-1-32,0 0-64,-1 1-8,1-1-56,2-4 72,6-3 0,-10 6-72,0 1 8,-3-1 80,0 1-32,1 0 48,6-3-32,5-3 40,-12 6 24,1 1-80,-1 1 16,1-1-32,-1 2 16,7-5 16,5-4 64,-14 10-40,1-1-8,-1 0-16,1 1-16,-3 0 32,9-6-16,5-2 56,-14 7-8,0 0-48,1 2-16,1-2 32,-1 0 0,10-5-16,3-3 24,-13 9-8,0 1-32,-1 1 8,0-2 48,2 2 16,8-8-56,3-2 120,-12 7 16,0 2-80,0-1 16,-1 0-24,0 1-8,10-7-40,3-2 48,-15 10-32,2-2-96,0 0-8,-1 2 88,3-1 32,9-7-32,1-2 56,-10 9 8,0-3-80,0 2 0,0-1 80,1 0-56,8-5-8,2-3 65,-10 9-138,-1-2 9,1 1 32,-1-2-8,2 0 128,8-5-88,1-1 56,-7 6 25,0-2-41,3 0-8,-1-1 24,0 0 8,6-3-64,1-1 40,-6-1 8,-1 7-48,3-7 32,0 5 24,-1-5 8,8 2-64,-1-1 88,-4-1-48,-1 6-40,-1-6 64,0 6-8,0-5 8,5 1-64,0 0 104,-6-2-40,1 7-56,0-7 40,-1 9 16,0-9-48,6 1-16,0 1 104,-6-2-104,0 6 0,0-6 40,1 6 8,0-5 0,7 0-48,-2 0 72,-3-2-24,-2 1-96,2 0 112,0 5-48,0-6-16,5-1 0,0 0 56,-5 2-56,5-1-24,-6 0 32,6 1 40,-6 0-16,8-3-32,0 2 64,-9 0-40,8 1-80,-6-1 72,6 0 16,-7 0-24,8-1-8,-1 0 64,-6 1-64,6 0-16,-6 0 16,6 0 16,-7 0 16,9-1-32,0 0 72,-9 1-80,7 0-24,-7 0 16,6 1-16,-6-2 96,8 0-64,-1 0 40,-7 2-24,2-1-48,0 0 24,4 0 32,-8 0 24,11-1-48,-2 1 32,-7 1-48,6-1-16,-5 1 0,5-1 64,-5 0 0,8-1-32,-1 1 32,-2 0-16,0 0-64,0 1 64,0-2 16,-1 1 0,4-1-32,-1 1 8,-3 0-32,1 0-8,1 0 16,0 0 48,0 0 8,2-2-40,-1 0 32,-1 2-32,0-2-40,0 2 40,0 0 8,1-2-8,1 1 0,0 0 16,-1-1-56,-1 2-72,1 1 96,0-1-56,0-1-80,2 0 152,-2 0-184,0 1-184,1-2-80,0 2-16,0 0-113,0-2-23,1 1 600,-1 0-704,1 2-200,0-1-152,0-2-201,0 2-287,0 0-376,0-2 1920,0 2-2433,0-2-687,0 2-577,0-2 864,0 0 857,0 0 815,1 0 1161,0 0-416,-1-1-64,0-2-96,0-1-88,0-5-304,0 5-352,0 4 1320</inkml:trace>
  <inkml:trace contextRef="#ctx0" brushRef="#br0">4684 117790 4400,'0'0'0,"0"0"256,0 0-31,0 0 159,0-1 312,0 0 360,0 0-1056,0 1 1384,0-2 105,0 2-73,0-2-80,0 2-104,0-1-95,0 0-1137,0 0 1024,0 0-200,0 0-184,0 0-112,0 1-96,0 0-23,0 0-409,0 0 368,0 0-48,0 0-32,0 0 24,0 0-8,0 0 8,0 0-2216,0 2 4080,2 1-1984,-2-2-64,2 3-8,-2-1-16,2 5 40,-2-7-144,0 0 112,2 7-72,-2-5 0,2 7-24,-2-7-16,2 8 48,-1-8-48,1 3 40,0 3-80,-2 1 16,2-1-32,0 0-8,-2-1-16,0-5 80,2 2-112,-2 4-96,2-1-112,-2 0-64,2 0-136,-2 1-96,0-7 616,2 4-720,-2-3-193,0 8-199,0-8-224,2 8-297,-2-8-263,0-1 1896,0 4-2160,2-4 15,-2 0 529,0 0 488,2 0 479,-2-2-39,0 0 688,0 0-2688,0 0 2688</inkml:trace>
  <inkml:trace contextRef="#ctx0" brushRef="#br0">4673 117882 3896,'0'0'0,"0"0"921,0 0-513,-1 0 256,0-1 344,0 0 368,1 1-1376,-2-1 1569,2 0-25,-1 0-96,0 0-127,1 0-137,0 0-128,0 1-1056,-1-1 880,1 0-152,0 1-104,0 0-103,0 0-97,0 0-64,0 0-360,0 0 312,0 0-64,0 0 24,0 0 8,0 0 0,0 0 8,0 0-1968,0 0 3632,0 0-1752,0 0-32,0 0 32,2 0-40,-2 0 40,0 0-200,1 0 168,2 0-80,-1 0 0,0 0 8,0 0-40,1 0 81,-3 0-137,3 0 96,0 0-72,0 0 16,0 0-24,0 0 8,1 0 16,-4 0-40,2-1 56,8 1-56,-8-1-40,6 0 16,-6 0-48,6 0-64,-8 1 136,3-1-257,8 0-215,-8-1-184,8 0-152,-8-1-224,8 1-184,-11 2 1216,4-1-1585,7-2-463,-3 1-449,-5 2-375,9-2 399,-10 1 2473,-2 1-1776,11-1 639,-7 0 377,6 0-552,-7 0-816,-3 1 2128</inkml:trace>
  <inkml:trace contextRef="#ctx0" brushRef="#br0">3520 118069 3888,'0'0'0,"-1"0"512,0 0-296,-1 0-47,0 0 71,0 0 208,0 0 216,0 0-664,2 0 920,-2 0 192,0 0 8,-1 0 1,1 0-9,0 0-48,0 0-1064,1 0 1024,-2 0-23,0 0-89,0 0-48,0 0-80,0 0-64,1 0-720,1 0 680,-2 0-87,0 0-73,0 0-88,1 0-16,-2 0-48,2 0-368,1 0 360,-1 0-48,0 0-40,0 0-8,0 0-16,0 1 48,1-1-296,0 0 280,-2 0 24,1 2-55,0-2-33,0 0-8,0 3-16,0-3-192,2 0 216,-2 0-48,-1 0-32,3 0-80,-2 0-32,2 0 32,-2 1-56,2 0 56,-1-1 32,1 0-48,0 2-8,0-2 24,0 0-56,0 0 80,0 0 16,3 0-40,-1 0-24,7 0 8,-7 0 48,3 0-88,-2 0 128,-1 0-8,7 0-56,-6 0-40,9 0 32,-9 0 0,4 0-56,-3 0 104,-1 0-8,8-2-64,-8 2 24,9-2 0,-4 2-16,-3-1-40,-2 0 88,6 0-40,1 0-64,-1 0 16,0 0 24,0-1 8,-2 2-32,-3-1 16,6-1 0,2 0-64,2 0 24,2 0 64,-1 0 16,-7 1-56,-2 0 32,9-1 8,3 0-64,-1 0-24,0-1 48,0 1 0,-7 1 0,-3 0 48,11-2-48,-2 1-32,0 0 32,-1 1 72,-1 0 16,-5 1-88,-3-1 72,7 0-48,0 1-96,-1 0 0,0 0 48,0 0 8,-5 0 16,-1 0 0,6 0 32,0 0-48,-3 0-16,2 0 64,-2 2-8,-4-2-24,0 0 48,4 2-32,-1-2-48,0 0-56,0 0 72,0 2 8,-3-2 8,-1 0 24,4 0-8,0 0-48,0 0 24,-4 0 16,5 0 8,-8 0-16,1 0 32,7 0-48,-6-2-16,6 1 24,-6-1-24,9 1 48,-11-1-16,1 1-32,9-1-24,-8 0-32,6 0-40,-6 0 72,7 0-88,-9 1 144,1 0-72,6-1-56,-6 0-40,1 0 80,0 0-40,5-1 32,-7 3 96,0-2-80,2 0-64,1 0-8,4 1 40,-6-2 40,0 1 48,-1 1 24,0 1-16,1-3-24,0 2-32,0 0-8,0 0 32,0 0 0,-2 1 48,0-1-32,2 0-24,-2 0-24,2 0 8,-2 1-24,2 0 16,-2 0 80,0 0-112,0 0-48,0 0-32,2 0-1,-2 0 33,3 0 24,-3 0 136,0 0-120,2 0-24,-2 0-56,1 0 0,-1 0 16,3 0 8,-3 0 176,0 0-144,2 0-32,-2 0-32,2 0 0,-2 0 24,2 0 16,-2 0 168,0 0-152,2 0-24,-2 0-40,2 0 48,-2 0 48,2 0 32,-2 0 88,0 0-80,0 2-40,2-2-56,-2 0 16,0 2-24,0-2-40,1 1 224,0 0-280,-1-1-129,0 2-135,0-2-176,2 3-200,-2-3-192,1 0 1112,0 0-1337,-1 0-255,2 0-152,-2 0-193,2 0 177,-2 0 480,0 0 1280,0 0-881,2 0 425,-2 0 184,2 0-160,-2 0-592,2 0-952,-2 0 1976</inkml:trace>
  <inkml:trace contextRef="#ctx0" brushRef="#br0">4215 117980 3552,'0'0'0,"-1"0"728,1 0-728,-1 0 296,-1 0 177,-1 0 239,2 0 336,-1 0 232,-1 0 65,1 0-1,2 0-1344,-2 0 1264,0 0-40,0 0-71,1 0-81,0 0-136,0 0-936,1 0 840,-1 0-128,0 0-144,0 0-71,0 0-49,0 0-48,1 0-24,0 0-376,0 0 352,0 0-96,0 0 0,0 0-8,0 0-56,0 0-1496,0 0 2792,2 0-1336,1 2-72,0-2 0,0 2 0,0-2 8,0 2-88,-2-2 120,2 0-8,0 2-48,0-2-24,0 3 40,5-3-16,-6 1-64,-2-1 96,3 0-8,0 0-32,6 0-32,-8 0 64,3 0-40,-1 0-48,-3 0 80,8 0 32,-6 0-96,1 0-16,0 0 24,5 0-24,-6-1 0,-2 1 40,4 0-15,-2-2-74,7 1-23,-7 0-32,1 0-88,0 0 192,-3 1-304,3-1-152,0 0-192,0 0-192,0 0-112,1 0-225,-2 1 1177,-1 0-1504,2 0-416,-1 0-553,0 0-503,0 0 431,0 0 697,-1 0 1848,0 0-1177,1 0 441,-2 0-496,2-1-672,-2 1 1904</inkml:trace>
  <inkml:trace contextRef="#ctx0" brushRef="#br0">4404 118859 3224,'0'0'0,"0"0"616,0 0-400,0 0-40,0 0 80,0 0 185,0 0 207,0 0 232,0 0-880,0 0 960,0 0-16,0 0-56,-1 0-31,0 0-57,1 0 0,0 0-800,-1 0 760,0 0-72,-1 0-8,2 0-39,-1 0-33,0 0-32,1 0-576,-1 0 488,0-1-96,-1 0-32,0 0-24,0 0-48,0 0-288,2 1 320,-3 0-48,0-1-80,0 1 8,-1-2-8,-4 2 17,5 0-209,3 0 184,-4 0 8,-6 0-64,6-2-16,-6 2 32,6 0-16,-8 0-128,12 0 184,-10 0-48,1 0-56,0 0-24,0-2 8,-2 1 0,0 1-64,11 0 112,-13-2-16,-3 2-72,1-1-16,-4-1 16,2 1 8,1 0-32,16 1 64,-18-1 0,2 1-40,-1 0-16,1 0 24,1 0-8,0 0-24,14 0 48,-13 0-8,-1 0-40,2 0-16,1 0 32,-1 1 0,2 1-16,10-2 64,-10 3 0,0-1-80,0-1 16,1 1 0,-1 0 16,2 0-16,8-1 8,-8-1 32,0 2-64,6 0 8,-7-2 40,7 2 8,-4-2-32,6 0 32,-1 2 8,-1-2-80,-1 2 8,0-2 40,1 2-8,0-2 0,3 0 0,-3 2 40,1-2-80,0 2 32,0-2-8,2 2 0,-2-2 16,2 0 16,-1 2-64,0-2 32,1 3-24,0-3 32,0 1 40,0 0-32,0 0 16,0-1-56,0 3 16,0-3 40,0 0-16,0 0-16,0 0 56,0 0-80,0 0-8,0 0 56,0 0 48,0 0-96,0 0 80,0 0-56,0 0-24,0 2 56,0-2-32,0 0 16,0 0 40,0 0 0,0 2-40,0-2 8,0 2 8,0-2-16,0 0 24,0 2-8,0-2-8,0 2-32,0-2 24,0 0-8,0 2 40,0-2-40,0 0-8,0 0 16,0 0 40,0 0 0,0 0-64,0 0-32,0 0 144,0 0-112,-1 0-64,0 0 40,1 0-32,-1 0 80,0 0 0,1 0 24,0 0 0,-1 0-24,1 0-32,-1 0-8,1 0-24,0 0 64,0 0-80,0 0 8,0 0-136,0 0-72,0 0-64,0 0-192,0 0 2056,0 0-3672,0 0 1279,0 0-311,0 0-344,0 0-369,0 0-439,0 0 12306,0 0-22533,0 0 10531,2 0 584,-2 0 559,2 0 321,-2 0-704,2 0 1272,-2 0-1832,0 0 1832</inkml:trace>
  <inkml:trace contextRef="#ctx0" brushRef="#br0">3839 118914 2736,'0'0'0,"0"0"2329,0 0-1569,-1-1 136,-1 0 80,0 0-96,1 1-880,0-1 776,-1 0-103,0 0-41,0 0 8,-1 0 8,1 0 64,1 1-712,-1-1 760,-1 0 9,-1 0 31,1 0-16,0 1-24,0 0-56,3 0-704,-3 0 640,0 0-80,0 0-23,0 0-41,0 0-32,0 0-56,3 0-408,-3 0 344,0 0-88,-1 0-48,1 0 0,0 0-80,0 0 0,3 0-128,-3 0 128,1 0-104,0 2 32,0 1-16,0 0 24,1 0-24,1-3-40,-1 4 56,0-2-48,0 2-48,-1-2 80,2 2-48,0-1 40,0-3-32,0 3 40,0 0-64,0 0 48,0 0-24,0 0 16,3 0 8,-3-3-24,2 3 56,1 0-80,0-2-8,0 1 48,0 1-16,0-1 40,-3-2-40,3 2 24,0-2-48,1 2 0,-1-2 8,0 2 16,-1-2 56,-2 0-56,2 0 8,0 0-8,0 0 16,0 0-16,0 0 8,0 0 24,-2 0-32,0 0 8,2-1-48,-2 0 16,2-1 40,-2-2-8,2 1-8,-2 3 40,0-3 16,2 0-56,-2 0-16,0 0 16,0 0 0,0 0 0,0 3 16,0-4 24,0 0-40,0 0 0,0 0 40,0-1-16,0 2-24,0 3 56,0-5-16,-1 2-32,0-1-16,0 1 32,0 0 16,0 0-40,1 3 64,-2-3 16,1 0-80,0-1-8,0 2 32,-1-2 0,1 2-24,1 2 80,-1-2-8,0 0-64,0 0 24,0 1 8,0 0 16,0 0-56,1 1-16,-1-1 72,0 0-72,0 0-8,-1 1 88,2 0-8,-1 0-56,1 0 48,-1 0 8,0 0-72,0 0-24,-1 0 72,2 0-24,-2 2-8,2-2 32,0 0 8,0 2-80,0 0 8,0 0 80,0 0-48,0 0 0,0-2-16,0 2 56,0 1-64,0-2-8,0 1 104,0 1-72,0-2 0,0 0 24,0-1-64,0 2 0,2-2 24,-2 0 16,2 0 0,-2 0-24,2 0-8,-2 0 72,2 0-24,-2 0-16,0 0-40,2 0 64,-2-1-72,0 0 8,2 0 80,-2 0-72,0 0 32,0 1 0,0-2 16,0 2-32,0-2 16,0 2 72,0 0-64,0 0-8,0 0 32,0 0-104,0 0 32,-1 0 40,0 0 0,1 0-24,-2 0 8,2 0-64,-1 0-64,0 0 8,-1 0-120,0 0 256,2 0-408,-2 0-168,2 0-256,-2 0-272,1 0-233,0 0-463,1 0 1800,-1 0-2288,0 0-489,0 0-176,0-1 737,1-1 752,0 1 655,0 1 809,0-1-504,0 0-536,0 1-992,0 0 2032</inkml:trace>
  <inkml:trace contextRef="#ctx0" brushRef="#br0">3759 118909 5649,'0'0'0,"0"0"1536,-1 0-16,0 0-1520,1 0 1361,-1 0-473,0 0-280,0 0-112,0 0-64,0 0-40,1 0-392,0 0 400,0 2 32,0 0 65,0 1 95,0-2 96,0 3 24,0-3-712,0 1 680,0 7-64,0-6-96,0 7-32,0-1-23,0-1-89,0-4-376,0 1 384,2 5-72,0 2-64,0 3 16,0-1-56,0 4-56,0-10-152,-1 2 168,8 11-56,-7-1-24,1-1-8,0 4 8,5 1 32,-7-12-120,0 2 88,2 12-48,0 2-88,5 0 24,-8 1-16,3 1-64,1-17 104,1 4 40,-5 13-72,3 0 32,0 1 80,0-2-56,0 0 16,-2-17-40,1 4 56,6 10-32,-8 1-48,3 0 24,0-1 40,0 0 48,-1-15-88,0 2 80,1 11-16,0-1-48,-1-2-16,0 0 40,-2-2-8,0-10-32,2 3 72,-2 8-64,2 0-8,-2-1 16,2-1 0,-2-2 24,0-9-40,0 4 32,0 4-16,2 0-32,-2 1 16,0-2 80,2 1-8,-1-10-72,0 4 80,1 5-40,-2-1-80,2-2 8,0 0 32,0 2 16,-1-9-16,0 4 24,1 4-24,1 1-40,-1-3 16,0-1 40,-2-6 24,0 1-40,2 4 48,-2-5-48,2 5-64,-2-6 40,2 1 32,-2 5 32,0-7-40,2 0 40,-2 2-64,0 0-32,0 0 16,0 1 40,0-2 40,0-2-40,0 2 40,0 0-48,0-2-64,0 2 24,0-2-64,0 0 8,0 0 104,0 0-112,0 0-128,0 0-48,0 0 8,0 0-56,0 0-16,0 0 1960,0-2-3560,0 2 1504,2-2-24,-2 0 48,0 0-33,0 0 49,0 1 408,0-1-416,0 0-56,2 0-32,-2 0 8,0 0-40,0 0-32,0 2 568,0-2-632,2 1-121,-2 0-63,2 0-32,-2 0-56,2 0-48,-2 1 952,0-1-1049,2 0-143,-2 0 40,2 0 240,-2 0 264,2 0 304,-2 0 344,0 1-193,2 0 49,-2 0-8,2 0-32,-2 0-264,2-1-2168,-2 1 2616</inkml:trace>
  <inkml:trace contextRef="#ctx0" brushRef="#br0">3941 120187 3488,'0'0'0,"0"0"744,0 0-512,-1 0-48,0 0 65,1 0-249,-1 0 424,0 0 208,0 0 224,0 0 152,-2 2 16,1-2-55,2 0-969,-2 0 896,0 2-96,0-2-56,0 0-32,0 2-48,0-2-664,2 0 625,-2 0-41,0 0-136,0 2-32,0-2-24,0 0-40,0 0-24,2 0-328,-2 0 288,0 0-96,0 0-16,0 0-8,0 2-32,-1-2-136,3 0 144,-2 0-48,2 0-64,-2 3-8,1-3 40,0 2-16,0-2-48,1 0 96,-1 1 8,0-1-32,1 3 40,0-3 40,0 2 9,0-2-161,0 0 192,0 2-16,0 1-96,0 0 0,2 0 0,0 0-16,0 0-64,-1-3 112,1 4-24,1-2-64,0 1 0,5-1 24,-6 0 16,1-1-64,-3 0 64,3 1 48,5-2-64,-6 2 16,1-2 64,1 0-16,-2 0-112,-1 0 152,2 0 0,0 0-64,0 0-24,0-2 24,0 0 0,-1-1-88,-2 2 56,2-1 56,0-1-56,-2-6-32,0 6 104,0-1-88,0-3-40,0 6 88,0-3 8,-1-4-64,-1 4 8,-1-6 0,0 6 0,0-5-40,2 8 40,-7-2 0,5-7-56,-2 7-8,-3-6 72,5 6-8,0-4-40,2 6 72,-7-2 16,6-1-48,-1-1 0,-1 3 88,0-2-48,0 3-80,3 0 136,-2-1-8,0 1-112,0 1 8,0 0 8,0 0 16,0 0-48,3 0 72,-2 0 8,0 3-40,0 0-16,0 7 16,1-7 16,0 4-56,1-5 40,-1 1 40,0 8-56,1-8-24,0 7 40,0-7-8,0 4-32,0-5 56,0 1-8,2 5-32,1-6-16,0 1 41,0 6-17,-1-8-24,-1 0 32,2 0 32,6 2-64,-7-3 16,7 0-16,-7 0 16,4 0-16,-3 0 64,0-1-8,6-2-40,-6 0-16,6-7 0,-7 7-16,4-4 16,-3 4 40,-1-1-16,6-6-24,-6 6 0,1-7 0,0 7-24,-1-3 24,-1 4-16,3-1 8,-2-6-24,1 8 32,-3-8 40,0 7 32,0 0-72,0 2 112,-1-7-8,-3 6-32,1-1 8,-5 1 0,5 0 16,-3 1-96,4 1 168,-2 0-96,-7 0-48,7 0-8,-6 3 0,6 5 8,-3-7-24,4 0 56,0 2-24,-7 0-104,7 6-24,-6-7 8,6 7 8,0-8 80,2 0-40,-7 7-96,7-6-112,-3 6-112,2-6-121,2 1-111,0-1 592,0-1-792,0 2-232,0 1-328,2-2-481,7 2-503,-7-2-625,4-2 2961,-3 0-3233,0 0 777,8 0 784,-2-1 711,-1-2 449,0-1-344,-3-1 856,-2 1-2120,-3 4 2120</inkml:trace>
  <inkml:trace contextRef="#ctx0" brushRef="#br0">3937 120174 4817,'0'0'0,"0"0"496,0 0 168,-1 0 320,0 0 288,0 2 225,1-2-1497,-2 0 1408,2 2-232,-2-2-112,2 2-167,-2-2-137,2 2-16,0-2-744,0 0 696,0 2-80,0-2 0,0 0-32,0 0-55,0 0 23,0 0-552,2 0 560,0 0-112,2 0 40,4 0-56,-5 0-40,6 0 24,-8 0-416,1 0 384,10 0-80,-4-1-8,2-1 0,4-1-55,3 0 7,-17 3-248,19-9 232,4 1-104,0-1-32,0 1 56,-1 5-56,-1-5 24,-20 7-120,20 0 144,-1-2-128,0 0 24,1 0 32,0 3-32,2-2 40,-23 2-80,24 0 88,0-2-120,1 0 48,1 1 24,0-1-48,-2 1 88,-24 1-80,25-2 56,1 0-72,-2 0 16,0 0 0,0 0 0,-1 0 0,-23 2 32,22-2 24,0 0-96,0 0-8,-1 0 40,0 0-24,-1 0 32,-20 2 56,21-3-16,0 1-40,-1-2-24,1 2 8,-1 0-8,-2 0 24,-17 2 24,15-2 8,0 0-48,-1 0-40,0 1 56,-1 0 24,-3 0-24,-10 1 32,10-1 8,1 0-80,-1 0 0,0 0 40,-2 0-16,0 0 16,-8 1 56,2 0-40,9-1-32,-9 0 16,8 1-32,-9-1 64,6 0-32,-7 1 16,1-1 24,1 0-72,5 0 8,-6 0 48,0 0 8,1 0-32,-3 1 72,2-1-16,1 0-56,-2-1 0,1 2 40,0-2 0,0 0-40,-2 2 32,2-3 56,1 1-104,-3 0 16,0-1 80,0 0-48,0 0-32,0 3 72,0-3-16,0 0-40,0-1-16,0 0 56,0 0-40,-1-3-16,1 5 72,-2 0-16,2-7-88,-2 5 32,2-7 16,-2 4-32,2-1 16,0 6 32,-2-7-24,2 0-32,0-1 8,0 1 48,0-2-24,0 1-8,0 8 48,0-11-8,2 1-56,0 0 8,2-1-24,-1 1 48,-1 3-16,-1 7 0,2-10 16,5 1-16,-6 1-32,1 0 16,0-1 16,4 4 0,-5 5 0,-1-7-16,3 0 32,-1-1-32,5 2 32,-6 0 0,0 2-16,-1 4 16,2-3 8,6-2-8,-9 3-32,2 0 16,2 0 0,-2 2 0,-1 1-24,2-2 40,0 0-32,0 2 0,0 0 32,0 0 0,-2 1-16,0 0 24,1 0 24,0 0-40,1 2-16,0 1 32,0 6-40,-1-7 16,0-1 64,1 11-40,0-4-24,0 1 0,0 0-24,6 4 64,-7-3-40,-1-6 72,10 13 16,-2 1-48,-1-1-8,-5 1-16,8-1 24,-9-4-40,-1-7 104,11 12-48,-4 1-24,-5-1-32,8 2-16,-8-1 32,4-7-16,-3-5 0,-1 11 40,7 0-40,-7-2-32,7 1 80,-7-3-80,3-5 32,-2-4 56,-1 8-40,6-3-56,-6-1 40,6-6 0,-6 8 24,3-9-24,-2-1 64,-2 8-40,6-9-64,-6 3-8,1-1 40,0 0-8,2-2 16,-2 0 40,-1 0-40,1 0-24,0 0 8,7-1-16,-8-2 104,3-2-72,-2 1 32,-1 1-16,6-8-48,-6 2-40,1-2 56,6-2 32,-8 4-16,0 3 32,8-14-8,-6-6-64,8-5-8,-8 0 24,5-1 24,-6 14 0,-2 4 24,4-16-8,-1 1-16,0 0 0,0 3 16,5 3-16,-7 11 0,0 1 40,7-9-64,-6 0-24,7 2 24,-8 4 24,3 1 0,0 7 0,0 1 56,-2-6-72,1 3-24,0 0 56,0 5-16,0-5 24,-1 6-24,-1 2 48,3-3-64,-2 0-32,0-1 40,0 4 16,0-2 40,-1 2-48,0-1 40,1 1-40,0 0-16,0 0 16,0 3 48,0-1-8,-1-1-40,0 0 48,1 8-48,0-7-16,1 7 16,0-6 0,0 9 56,-1-7-56,0 0 48,6 7-8,-4 1-8,6 1-32,-7 2 40,8-1-24,-10-8-16,1 1 56,9 8 24,-8 1-72,8-2 56,-8 1-24,9-2-8,-11-8-32,0 2 72,11 7-56,-9-2 24,7 0-8,-7 1 0,8-2-16,-10-7-16,1 2 16,9 5-8,-8-2-32,8 0 40,-8-8-8,7 9 8,-10-11-16,2 2 64,6 1-64,-6 0-32,1 0-16,0-1 40,6 0 16,-8-2-8,0 0 32,7 0 16,-5 0-80,5 0 32,-6-2 16,6-1-16,-7 1 0,0 1 40,7-8-56,-6 6 32,2-7-32,4 2 48,-6 0 16,-1 4-48,1-2 24,1-6-24,6-2-56,-7-1 24,1-2 8,0-1 32,0 12-8,2-6 16,-5-6 0,3 0-48,-1 1 8,1 0 40,-1 2-32,-1 10 16,1-6 16,1-2-32,0 0-48,0 2 40,-1 1 8,2 6 16,-4 1 0,1-3 40,1 4-48,0-1-40,1 0 32,-1 0-16,-1 1 112,0 2-80,1 0 56,0-2-72,0 2 0,0 0-24,0 0 8,0 0 80,-1 0-48,0 0 16,1 2-16,0 2 0,0 4 0,0-6 8,1 7 56,-3-8-64,2 1 16,2 9-64,-2-7 48,2 9 16,-1-4 16,0 1 40,-2-8-72,1 5 16,6 3-32,-6-1-48,6 2 40,-6-1 80,9 0-24,-10-8-32,1 6 32,10 3-32,-4 0-32,1-1-16,1 0 96,0 1-16,-8-9-32,6 6 0,3 1-16,1 0-32,-1 1 64,-1-2 32,1-5-24,-9-1-24,6 7 0,2-6-24,0 7-72,1-8 96,-1 6 64,1-6-64,-10-2 0,8 3 40,0 0-80,0 0-8,-1-1 80,1 0-48,-2 1 32,-5-3-16,5 1 0,1-1-48,1 2 8,1-2 40,-1 2 0,0-2 16,-8 1-16,7 0 40,2-1-56,0 2-8,0-2 40,1 2-48,-1-2 64,-9 0-32,10 0-16,2 0-56,2 2 72,-1-2-32,0 0 32,1 0 56,-13 0-56,10 0 0,4 0 32,0 0 8,2 0-40,-2 0 48,1-2-48,-15 2 0,13-2 48,3 0-64,3 0-32,-2 0 64,0 0-48,-2 1 48,-15 0-16,12-1 32,3 0-104,-1 1 56,1 0 16,-1 0-32,1 0 64,-16 1-32,13-1 24,3 0-64,-2 0 8,0 0 32,-1-1-56,-1 0 88,-12 1-32,11 0 24,2-1-48,-2 0 24,0-1 8,-1-1-32,-1 1 64,-10 3-40,10-3 64,1-1-128,-1 0 64,0 1 0,0 0-16,1-1 48,-11 4-32,8-4 16,0 1-48,0-1-8,-5 2 40,9-2 0,-9 1 24,-3 3-24,11-3 64,-8 1-64,9 0-16,-10 0 16,7-1-32,-5 1 32,-4 2 0,9-2 32,-6-1-64,7 0 8,-8 0 8,8 1 16,-7-1 24,-3 3-24,3-2 48,5 0-64,-6 0 0,1 0 0,0-1 16,0 0 0,-3 3 80,4-3-96,-2 0 0,2 0-32,-2-1 8,2-4 72,-1 5-32,-3 2 24,3-3 48,0-6-112,0 6 72,0-8-32,0 1-32,0-1 32,-3 11 32,3-14-64,0-1 0,-1-1 48,-2 0-16,0 0 16,0 0-16,0 15 0,0-16-16,0-1-24,0-2 8,-2-2 32,-1-1-32,-4 0 32,6 22-32,-1-26 32,-1-1-96,-1-1 32,0-1 136,-5-1-40,9 3-32,0 26 72,-4-28 8,2-1-176,-1 2 40,1 1 104,0 3-40,1 3-8,1 20 80,-2-23-56,1 1-112,0-1 64,1 0 8,0 0 0,0 4 16,0 19 40,0-22 24,0 2-80,0-1-16,0 1 16,0-1-8,0 4 24,0 16-48,0-21 64,0 1-32,0 0-40,0-1 72,0 2-64,0 3 48,0 15-16,-1-19 64,0-1-48,-1 1 0,0-1 16,0 0-16,0 6 0,1 13 0,-2-18 40,0 0-96,-1 1 8,2 0 48,-2 1-24,2 6 24,2 12 16,-4-15 24,1-2-40,1 1-72,-1 3 88,1 2-32,0 3 16,2 9 0,-2-10 72,0 0-72,0 2-32,0 1 64,0 0-48,1 3 16,1 4 16,-1-6 16,-2 1-64,2 4 0,1-7 48,-2 3 16,2 6-32,-1 0 32,1-8 8,-2 6-72,2-6-24,-2 5 16,2-5 40,-2 8 0,2 1 0,0-8 24,0 6-8,0-6-32,0 6 16,0-7 16,0 8-16,0 1 16,0-8-16,0 6 0,0-1-32,0-4-8,0 6 56,0 0-16,0 0 8,0-1 40,0 1-48,0 1-48,0-2 64,0 1 16,0 1-32,0 0 40,0 0 8,0 1-32,0 0 8,0 0-24,0 0 16,0 0 0,-1 0 0,0 0-64,0 0 40,0 0-24,1 0 32,-1 0 40,0 0 24,0 0-48,0 2-48,0 0 48,0 0-32,1 0 16,-1-2 16,0 0 0,0 2-64,0 0 16,0-2 24,0 2 64,0-2-56,1 0 48,-1 2-8,0-2-72,0 3 8,0-3 48,0 2-32,-1-2 8,2 0 112,-2 2-80,-1-2-48,0 2 32,0-2-16,0 2 48,1-2-48,0 0 41,-6 2 7,5-2-24,-7 2-24,6-2 88,-6 2-24,8-2-64,0 0 40,-8 2 24,6-2-80,-8 2 0,9-2 16,-9 2 64,10-2-64,0 0 40,-8 0 24,5 0-48,-5 0-32,2 0 16,0 0 24,6 0-24,0 0 64,-8 0-48,5 0 16,-5 0-48,6 0 40,-6 0 8,8 0-32,0 0 0,-6 0-32,5 0 32,-7 0-8,7 0 16,-6 0 72,7 0-80,1 0 32,-4 0 24,-3 0-72,5 0 0,-1 0 16,-4 0-16,7 0 16,0 0 48,-2 0-16,-1 0-64,-1 0 32,3-1 16,-2 0 16,3 1-32,0-1 56,-3 0-112,2 1 24,1-1 0,0 1 32,0-1 64,1 1-64,-1 0 16,0-1-8,0 1-48,0-1 40,0 1-16,1-1 0,0 1 16,0 0 48,0-1-96,0 1 16,2 0 32,-2 0 80,2 0-64,1 0-16,0 0-32,6 0 0,-8 0 0,3 0 32,1 0 0,-2 0 0,7 0-24,-7-1 24,10 0 8,-5 0 8,-5 1-16,3-1 64,6 0-48,1 0-64,4-1 32,0-1-16,3-1 48,-11 3-16,5-1 64,8-1-48,3-2-16,0 1-16,0 0 16,-1 1 40,-16 1-40,7 0 16,9-2 16,1 2-64,-2-1 16,0-1 48,0 2-16,-15 2-16,6-2 64,9 0-56,-1 2-16,0-2 8,-1 1 8,1 0 24,-16 1-32,8-1 64,6 0-80,1 0-48,-1 0 48,2 0 8,-1 0 32,-14 1-24,8-1 96,6 0-96,0-1-32,-1 0 32,1 0-16,-2 0 16,-12 1 0,6-1 0,6-1-16,0 1 0,-1-1 0,1 1 16,-1-2 64,-13 4-64,8-2 56,3-1-64,1 1-24,-4 0 0,1 0 16,0 0 64,-11 1-48,5 0 40,3-1-80,-1 1 8,-1 0 32,0 0-32,0 0 32,-8 0 0,1 1 32,10-1-80,-10 0 48,7 0-40,-7 1-128,6 0-56,-7 0 224,0 0-344,2 0-129,0 0-55,1 0-152,-3 0-168,2 0-136,-3 0 984,2 0-1248,-2 0-297,2 0-327,-2 0-465,0 2-631,0 1-657,0-2 3625,0 1-3289,-2 1 953,0 0 871,-1 0 857,0 0 288,-6 0-32,8-3 352,-1 1-416,-6 1-72,5-2-136,-7 0-608,10 0 1232</inkml:trace>
  <inkml:trace contextRef="#ctx0" brushRef="#br0">3832 120160 4040,'0'0'0,"0"0"1593,0 0-625,-1 0 336,0-2 297,0 2 15,0-2-144,1 2-200,-1 0-239,1 0-161,0 0-224,0 0-648,0 0 560,0 0-64,0 0-56,0 0 0,0 0-23,0 2 23,0 1-440,0-2 448,0 1-32,0 9-56,0-8-88,0 8-24,0-3-16,2 0-232,-2-4 240,3 8-40,0 1-24,0 2-72,0 1-8,5 2 48,-6-6-144,-1-7 120,1 13 40,2-1-72,-1 0-88,0-2 40,0-1-24,-2-4-16,0-5 40,2 9 40,0 0-80,-1-2 0,0-1 8,0 0 24,0-3-32,-2-4 40,2 6 8,0 1-16,2-3-48,-2 2 40,1-1 8,-2-4-32,0-2 40,1 0-16,0 8-64,0-9 16,0 1 24,-2 5 24,1-7-24,0 0 40,1 2-40,-2 0 0,2 5-40,0-6 56,0 0 8,-1 0-24,0-2 40,1 2-8,0 0-80,0 1 40,0-1 16,0 0 8,0-1-16,-2 0 32,2 1-8,1 0-80,-1 0 40,0-2 32,0 0 0,-2 0-16,0 0 64,2 0-48,-2 0-40,2 0 8,-2 0 40,2 0 48,-2 0-72,0 0 88,2 0 24,-2 0-15,0 2 7,0-2 24,0 0 32,0 0-160,0 0 152,0 0-16,0 2-24,0-2-8,-1 0 64,-1 2 16,0-2-184,1 0 176,-2 0-16,-5 0-80,4 2-8,0-2 56,-4 2-48,6-2-80,0 0 128,-8 2-40,6-2-32,-9 2 40,3-2 8,-1 2 24,6-2-128,-2 0 192,-4 2 0,0 0-80,1 0 16,-1 0-24,1 2-32,5-3-72,0 1 120,-4 1-48,-1 0-32,1 0 88,1 5-24,0-6-32,6-1-72,0 1 176,-9 1-128,7 6-48,-5-7 56,6 0-88,0 2 64,1-1-32,1 2 48,-2-5-24,1 3-48,0 0 24,2 0 24,-1 0-8,1-1-16,0-1 48,0 3-64,0-2 0,1 2 16,3-2 32,-1 2-8,-2-3-24,1 0 16,7 1-16,-6 0-56,7 0 56,-1 0 16,-1 0 24,-5-1-40,3 0 48,4-1-48,1 2-48,1-2 8,1 2 112,1-2 56,-9 1-128,4 0 153,5-1-49,1 2-120,-2-2-16,0 2 32,1 1 32,-10-3-32,4 2 0,4 0-48,0 0-41,-2 0 17,0 0 88,-2 0 32,-5-1-48,3 1 57,-4 1 31,6 0-32,-6 0 24,1 0 40,0 0-16,-2-2-104,1 2 136,0-1-64,0 1 48,-2 1-16,3-1 0,-3 0 64,0-2-168,0 1 152,0 1-64,0 0-24,-3 0-8,0 0 40,0 6 8,2-9-104,-2 2 112,-5 1-72,5-1-40,-7 7 48,1-7 0,-1 6 40,6-7-88,-5 1 144,-5 8-128,1-8-16,0 9 0,0-7-96,1 7 96,9-8 0,-6-3 48,-4 12-128,1-4 48,1 0 16,0 0-40,0 0 96,8-5-40,-4 4 80,-1 1-96,0 1 0,4-1 16,-4 3-16,5-2 96,2-7-80,-1 5 64,-1 1-96,0 1-16,2-7 16,0 10-16,1-9 64,0-1-16,0 5 32,0-4-64,3 6-8,0-6 40,0 7 40,5-8-24,-7-2-16,0 3 16,8 5-64,-6-8-8,8 3 72,-1 0-80,1 0 144,-10-2-80,6 2 120,3-1-88,-1-1 120,0 1-88,1 1-80,-2-3 64,-7 0-48,6 2 0,1-2-64,0 1 32,1-1 0,-1 3 128,0-3-64,-7 0-32,1 2 24,9-2-48,-9 2-72,7 0 160,-7 0-80,1 0 48,-3-1-32,2 0 40,0 1-96,0 0 96,0 0-40,-2 1 48,0-1 16,0-1-64,0 2 32,0 0 0,0 6-32,-1-7 48,-1 7-32,-1-6 72,3-2-88,-3 9 80,-1-2-64,-5 1 32,7 1 8,-3 0-80,-3 4 112,8-13-88,-3 11 80,-1 2-96,0-1 96,0 0-48,1 0 40,0-1 56,2-11-128,-1 10 144,0 2-96,-1 1-48,2-1 48,0 1-64,0-1 72,1-12-56,-1 11 80,1 1-64,0-1 0,0 0 32,0 1-48,0-1 16,0-12-16,0 11 32,2 0-48,0 1 16,1-1 32,-1 0 0,0 1-16,-2-12-16,2 11 16,0 0-16,0 1-32,0-2 48,0 1-16,0-1-16,-2-10 16,0 12 32,2-2-112,-2 0 64,2 2 48,-2-2-32,2 0 64,-2-10-64,0 9-16,2 1-128,-2-2-72,2-5-88,-2 8-80,2-9 384,-2-2-544,0 3-160,2 0-280,-2 0-249,0 1-143,2-2-240,-2 0 1616,0-1-1913,2-1-415,-2 2-745,3-2-832,1 0 105,-1-1 1031,0-2 2769,-3 2-1776,3-3 959,0-4 449,0 4-48,-1-5-48,0 6-64,0-6 528,-2 9-784,2-4-664,-2 4 1448</inkml:trace>
  <inkml:trace contextRef="#ctx0" brushRef="#br0">3781 121727 4921,'0'0'0,"-1"0"352,0 0 216,-1 0-568,1 0 976,-4 0 488,1 0 393,0-1 143,0 0-112,0 1-239,1 0-1649,2 0 1456,-7 0-160,5 0-167,-2 0-73,1 0-32,-4 0-64,7 0-960,0 0 929,-2 0-137,-1 0-128,-1 0-72,2 0-48,-2 0-72,4 0-472,-1 0 400,0 0-136,-2 0-56,1 0-16,1 0-16,0 0 16,1 0-192,1 0 129,-1 0-49,1 0-40,0 0 32,0 0 40,2 0 0,0 0-112,-1 0 120,7 0-24,-4 0-40,5 0 24,0 0 8,-1 0 0,-3 0-88,-1 0 80,4 0-40,2 0-40,1 0 48,3 0-32,0-1-32,-7 1 16,0-1 168,8-2-96,-1 0 24,3 0 40,0-1-136,-1-1 104,-7 2-104,-1-1 32,7 2-16,0-2-48,-1 0-72,-1 0 72,1 0-32,-8 2 64,0 0-56,6-2-88,0 0-80,-1 0-64,-1 0-56,0 2-40,-5 0 384,0 1-449,4-3-47,-1 1-72,0 1-48,-5 0-64,7 1-24,-9 1 704,1-1-848,1 0-169,5 1-167,-6 0-216,0 0-185,0 0-391,-1 0 1976,0 0-2320,-1 0-409,2 0-112,-2 2 729,0 1 712,0 0 615,0 1 785,0 2-344,-1-5-144,-2 8-608,-1-7-1008,4-2 2104</inkml:trace>
  <inkml:trace contextRef="#ctx0" brushRef="#br0">3847 121882 7505,'0'0'0,"-1"0"2617,0 0-305,-2 0-968,-1 0-423,0 2 15,3-2-936,-2 0 944,-1 1-72,1-1-40,0 2-135,0-2 15,-1 2 32,4-2-744,-2 0 720,0 0-72,0 0-40,1 0-88,0 0-23,0 0 47,1 0-544,0 0 456,0 0-24,0 0-56,0 0-56,2 0 8,0 0-40,-1 0-288,1 0 240,2 0-112,-1 0-8,6 0 80,-7-2 0,6 2 48,-6-1-248,-2 0 224,9 0-192,-5 1-32,5-2 24,-6 2-48,8-2 64,-8 2-40,-3-1 16,13 0-64,-5 0 40,0 0 8,-5 0-16,9 0-88,-11 1 104,1-1-208,11 0-224,-10 0-128,9 1-112,-9 0-168,9 0-208,-12 0 1048,3 0-1353,8 0-383,-8 0-545,8 0-591,-8 0-617,9 0 232,-10 0 3257,-1 0-2360,10 2 840,-8-2 727,6 2 193,-7-2-616,1 2-696,-2-1 1912,-2-2 0</inkml:trace>
  <inkml:trace contextRef="#ctx0" brushRef="#br0">3993 122056 15379,'0'0'0,"0"0"5521,0 0-3809,-3 0-1032,0 0-215,-1 0 71,4 0-536,-3 2 552,0-2-104,-1 2-96,2-2-112,0 2-80,-1-2-8,3 0-152,0 2 144,-2-2-96,2 2-8,-2-2 0,1 2 8,0-2 8,1 0-56,-1 0 16,1 0-72,0 0-88,0 0-88,0 0-208,0 0-248,0 0 688,0 0-1072,0 0-569,2 0-647,1 0-945,-1 0-880,0 0 360,-2 0 3753,1-1-2696,1-1 975,0-1 753,1-1-256,-3-4-784,0 8 2008</inkml:trace>
  <inkml:trace contextRef="#ctx0" brushRef="#br0">5445 120277 8937,'0'0'0,"0"0"2249,0 0-1049,0 0-440,0 0 137,0 0-897,0 0 1112,0 0 96,0 3-48,0 0-160,0 0-127,2 5-89,-2-7-784,0 0 672,2 10-120,-2-9-112,2 12-56,-2-5-40,2 0-40,-2-6-304,0 5 272,2 2-72,-2 1-39,2 1-25,-2-2 40,0 0 8,0-6-184,0 2 120,0 5 0,0-1-64,0-1 0,0 0 32,0 0 16,0-5-104,0 2 128,0 2-88,0 0-8,0 0 8,0-5-40,0 8 80,0-10-80,-1 1 72,0 1-40,0 5-48,0-8 0,0 2 16,0 0 32,0-2-32,0 0 24,-1 0-24,0 0-40,0 0 24,0-2-8,0-1 48,1 1-24,0-4-40,-1 3-32,0-6-8,0 4-8,0-5 48,0 6 16,2 1 24,0-4-32,-2 3-24,1-8-8,1 5 64,0-2 0,0 1 8,0 7-8,0-2 16,3-8-88,-1 7 16,0-6 72,1 6-32,0-6 32,-3 9-16,3-3-24,6-7-72,-7 3 24,6 0 56,-6 0 16,9 4 32,-9 2-32,-2-7-32,12 5-32,-9-6 8,7 6 0,-7-6 40,8 6 64,-8 4-48,-2-9-48,8 6 24,-6-5-32,6 5 16,-6-1 64,7 0-24,-10 3 0,1-2 16,8-2-56,-7 2 0,1 1 64,0 1 8,0 1 32,-2 0-64,0 0 32,-1 0-8,0 3 56,0 0 16,0 0 56,0-2-152,-1 8 168,0-6-56,-2 6 56,0-6 0,0 8 56,0-2-32,3-8-192,-3 7 240,0 1-72,0 0-24,0 1 88,-1-1-104,1 0 72,3-8-200,-3 7 184,0 2-80,1-2 24,0 0-8,0 0-80,1 0 64,1-7-104,-1 7 56,0-5-88,1 8 80,0-8-32,0 7 8,2-7 64,-2-2-88,2 7 64,0-6-80,0 1 32,1 0-16,0 0-32,5 0 64,-7-3-32,1 2 40,6-2-72,-5 2 24,7-2 8,-7 2-16,9-2 0,-12 0 16,3 0-72,8 0-152,-8-1-80,8 0-112,-7 0-80,7-1-88,-11 2 584,8-2-712,0 0-160,0 0-233,1 0-207,-1 0-344,0 0-457,-8 2 2113,8-2-2784,0-1-801,-4 1 320,7 0 969,-8 0 863,8 0 833,-11 2 600,3-2-432,6 0-240,-6 1-1384,-3 1 2056</inkml:trace>
  <inkml:trace contextRef="#ctx0" brushRef="#br0">5869 120416 6777,'0'0'0,"0"0"2128,0 0-55,-1 0-2073,1 0 1224,0 0-280,-1-1-31,1 0 71,0 0-16,-1 0-128,1 0-840,0 0 720,-1-1-120,1 0-120,-1 0-79,0-1-17,-1 0-48,2 1-336,0 1 280,-1-2-48,0-2-72,0-3-8,-1 5-8,1-1 8,1-1-152,0 2 192,-2 0-56,2-1-16,-2-5 8,1 7 16,0-1 24,0 1-168,0 0 160,-1-1-80,0 0-16,0 0-40,0 2 40,0 0 40,1 1-104,0 0 80,-1 0-8,0 0-72,0 3 24,0 5 0,0-5 8,1 3-32,-1-1 32,1 3 0,-1 1-48,-1 3 16,1 3 40,-2-1-24,3-5-16,0 0 40,-1 7-72,1 0 8,0 2 8,0-2 16,1 1 72,0-9-72,0 0 64,0 8 16,0-1-64,2-2-48,0 0 8,0-2-32,-1-6 56,0 0-24,2 5 8,-1-2-104,-1-5-8,3 6-112,-1-6-176,-3-2 416,2 1-440,0 6-168,0-6-168,0 1-112,0-1-289,0 1-319,-1-2 1496,0 0-1760,1-1-265,0 1-271,0-1-81,-2 0 529,2 0 536,-2 0 1312,0-1-769,2-2 401,-2-1-120,0 1-1680,0 3 2168</inkml:trace>
  <inkml:trace contextRef="#ctx0" brushRef="#br0">5804 120590 4392,'0'0'0,"-1"0"729,0 0 263,-1 0 392,1 0-1384,0 0 1744,-1 0 73,0 0-57,0 0-111,0 0-169,0 0-136,1 0-1344,0 0 1192,-2-1-151,2 0-193,0 0-136,0 0-144,-1 0-88,2 0-480,-1 1 424,1-1-104,0 0-40,0 0-23,0-1-41,0 2 48,0-1-264,1 0 192,2-1-96,-1-1-16,2 1-40,-1 0 16,0 0 32,-2 1-88,1 0 80,7-1-80,-7 0 0,7 1-72,-8-1-24,8 1-24,-9 0 120,3 1-264,6-1-160,-6 0-273,6 0-111,-6 0-272,9 0-200,-12 0 1280,3 1-1521,8-1-559,-8 0-505,9 1-391,-9 0 111,8 0 825,-10 0 2040,1 0-1305,9 0 585,-7 0 112,7 0-1736,-11 0 2344</inkml:trace>
  <inkml:trace contextRef="#ctx0" brushRef="#br0">6027 120699 4953,'0'0'0,"0"0"848,0 0 56,0 0-72,-1-1-832,1 1 824,-1-2 96,0 2 153,0-2 103,0 2 144,-1-3 9,1 2-1329,0 0 1344,-1 0-64,1 0-152,-2 0-79,3 0-97,-1 0-144,0 1-808,1-1 712,-2 0-144,0 1-136,0 0-88,0 0-8,0 0 33,1 0-369,0 0 320,0 0-32,-1 2-8,1 1-64,-1 0-8,1 1 48,0 0-256,1 0 192,-2-1-32,1 5-80,0-6 8,0 6-8,0-5 48,0 2-128,1-1 120,-1 0-48,0 5-72,0-6-48,0 5 64,0-6 16,0 2-32,1 0 40,-1-1-40,0 5-16,-1-6 0,2 6 32,0-6-16,0 0 0,0-1 32,0 7-104,0-8 0,0 3 40,0-1-24,0 1 0,0-3 56,0 0-56,0 0-32,0 0-24,0-3 72,0 1 0,0-3 40,0 2 0,0-3 24,0 3-24,0-6-56,0 5 16,0-7 56,0 7-16,2 0 0,-1-2 40,-1 2-24,2-6-88,-2 6 56,2-8 48,-2 4-8,0 5-24,2-2 88,0-4-192,0 1-16,0 0-8,0 0 32,0-1 120,-1 7-24,0-4 0,1 2 16,0-6-88,0 6 48,2-6 32,-2 6-16,0 0 8,0-3 56,0 3-48,2-6-8,-1 6-8,0-5 8,5 6 24,-7 0-24,0-4 0,2 4 0,0-1-16,6-4 48,-7 6 24,0-1 96,0 1-152,0 0 96,1-1-8,0 2 8,0 0-48,0 0 48,0 1 32,-2 0-128,1 0 168,0 0-24,0 0 0,0 2 32,-2-1-8,2 3 24,-2-3-192,0 1 216,0 1-72,0 0-24,0 0 40,0 5 0,0-6-16,0 1-144,0 2 152,-1-2-48,-2 5-64,0-6 33,0 6 7,-5-6 8,8 0-88,-2 4 88,-2-4-72,-4 7-16,6-7 56,-2 1-24,0 0 56,3-2-88,-6 6 96,5-7-160,-1 3 32,-1 0 16,0-1 8,0 0 16,3-1-8,-2 0-56,-1-1-96,-1 2-8,1-2-17,0 2-47,0-2-8,3 0 232,-2 2-368,-1-2-56,0 2-48,0-2-72,0 3-72,0-3-192,2 0 808,-1 2-1025,-1-2-279,0 1-296,1 2-369,0-1-599,0 0-857,2-2 3425,-2 2-3657,1 0 961,-2 0 903,1-2 905,-1 2 520,0-2-192,4 0 560,-3 2-1040,0-2-328,3 0 1368</inkml:trace>
  <inkml:trace contextRef="#ctx0" brushRef="#br0">4151 120855 3528,'0'0'0,"0"0"872,0 0-407,0 0-465,0 0 752,0 0 384,0 0 384,0 0 209,0 0-25,0 0-184,0 0-9881,0 0 18027,0 0-8594,0 0-232,0 2-152,0 1-88,0 0-48,2 2-552,-2-1 489,0-1-49,2 6-72,-2 0-56,0-1 0,0 1 8,0-4-320,0-1 288,2 7-56,-2-1-24,2 0-40,-2 0 40,0 2 24,0-6-232,0-1 208,0 6-64,2 0-40,-2-1-32,0 0 16,0 0 48,0-6-136,0 1 104,0 3-40,0 0-48,0-5 0,0 8-8,0-7 32,0-3-40,0 1 40,0 6-24,0-8-40,0 2-8,0 0 32,0-2-8,0 0 8,2 0-56,-2 0-24,0-1 16,3-2-16,-3-5 24,1 6 56,0 1-48,-1-10-48,1 2-8,-1-1 8,3-3 32,-3-2 40,1 6 24,0-1-16,1-10 32,1-1-56,0 2 40,-1 1 0,0 1-64,0 11 64,-1-2 64,1-5-56,0 3-16,0-1 96,0 8-56,1-7 16,-3 8-48,2 0 80,0-7-40,0 6-24,0-5 24,0 5 0,0-7-32,-1 9-8,0 0 72,2-9-64,-1 8-16,0-1 40,0-1 0,1 0 16,-2 2-48,1 0 56,1-1-40,1 1-48,4 0 48,-6-1-16,6 1 40,-5 2-40,-4-2 40,9 1-40,-6 0 0,1 0 16,7 1 8,-8 0 32,-1 0-56,1 0 88,0 0 0,7 0-24,-7 2 72,1 1 24,0-1 73,-2-1-233,1 1 272,1 2 0,0 4 8,1-6-24,-2 6 56,0-5-8,-2 1-304,2 3 328,-2-3-56,0 7-32,0-8 0,-2 9 8,1-3 0,0-5-248,-1 2 256,-2 3-48,1 0 0,0 0-24,0 1 0,0-1 33,2-6-217,-1 3 168,-1 3-32,0 1-24,0-2 0,0 0 8,-1 0 0,4-5-120,-2 3 128,-2 2-64,2 0-32,0 0 0,0-5-8,0 9 56,2-12-80,-2 2 72,1 7-56,0-7-16,0 1 16,0 5 0,1-8 32,0 1-48,0 1 40,0 1-56,0-1-8,0 0 32,3-2-8,0 2 16,-2-2-16,1 0 16,1 3-56,1-3 8,-1 0 32,0 0 32,0 0-32,-3 0 0,3 0-64,0 0-136,5 0-96,-6 0-8,1 0-80,0 0-89,-1 0 473,5 0-616,-5-2-168,1 2-40,0-1-80,6 0-72,-7 1-113,-1 0 1089,6 0-1336,-5-1-176,1 1-281,7 0-239,-8 0-265,6 0-223,-8 0 2520,2 0-2577,6 0 569,-6 0 640,1 0 575,0 0 497,6-1 16,-8 1 280,0 0-480,2-1-616,0 1-728,-3 0 1824</inkml:trace>
  <inkml:trace contextRef="#ctx0" brushRef="#br0">4509 121037 4112,'0'0'0,"0"0"264,0 0 0,0 0 201,0 0-465,0 0 784,0-1 336,0 0 296,0 1 65,0-2-73,0 0-120,0 2-1288,0-2 1176,0 0-87,0 0-89,0 0-64,0 0-88,0 0-96,0 1-752,0 1 625,0-1-105,0-1-88,0 0-40,0 0-16,0 0-56,0 1-320,0 1 248,0-1-56,-2-1-8,2 2-8,-2-2 0,1 2-48,1-1-128,-2 0 104,0 1-32,0 0 8,0 0 32,1 0-32,-1 0 40,2 0-120,-2 0 40,0 0-24,0 2 24,0 0-16,0 2 16,0-1 0,1-3-40,0 3 16,-1 5-16,0-6 0,-1 2 24,1-2-8,2 6 0,0-7-16,-2 1 24,2 0-64,-2 2 24,1-1 48,0 0-32,0 0 40,1-3-40,0 3 24,0 0-72,0-1 16,0 0 48,0 0-56,0 0 64,0-1-24,0 1 16,0-2-96,2 2 48,1-2 32,-1 0-48,0 0 32,-2 0 16,2 0-16,0 0-64,0 0 40,0 0 0,0-2 0,0-1 40,-2 3 0,2-3 16,0 0-80,0 0 8,0 0 16,0 0-40,0 0 80,-2 3 0,2-3-8,0 0-64,0 0 24,0-1 32,1 1-24,-1 1 40,-2 1 0,2-1 16,0 0-80,-2 1 24,2-2 48,-2 2-32,2 0 64,-2 1-40,0-1 16,0 0-72,0 0 56,0 1-16,0 0 32,0 0 24,0 0-40,0 2-40,0 0 0,0 2 56,0 3 8,0-5-24,0-2 56,0 9-8,0-7-56,0 8 8,0-7 32,0 9 48,0-10-80,0-2 136,0 12-16,0-4-40,-1 0 24,0 1 40,0 0 24,0-1-168,1-7 224,-2 8-7,2 1-41,-2 2 16,2-1 56,-2 0-16,2 0-232,0-11 248,-2 12-8,1-2-32,-1 0-40,0 1 40,1-1 24,0-1-232,1-9 240,-1 9 32,0 0-88,0-1 32,0-5 32,-1 8-80,0-8-168,2-3 240,-1 10-112,0-8-88,0 2 24,-1-2 8,0 2 0,0-1-72,2-3 136,-2 3-80,-1-1-72,-1-2 16,2 2-32,-2-2 48,2 2-16,1-2 16,-2 0 48,0 0-96,0 0 0,0 0 32,0 0-88,0 0 88,3 0-104,-3 0-88,0 0-128,0 0-56,1 0-24,-1 0-112,2 0 512,0 0-584,-1 0-176,0 0-280,1-1-193,0 0-215,0-1-296,0 0 1744,1 2-2081,0-3-463,0 0-521,0-1 16,2 1 825,1-6 783,4 7 1441,-5 1-736,0-8 416,1 5-200,6-7-616,-7 8-520,-2 3 1656</inkml:trace>
  <inkml:trace contextRef="#ctx0" brushRef="#br0">4640 121102 8281,'0'0'0,"0"1"0,0 0 2369,0-1-529,0 2-736,0-2-127,0 2 55,0-2 64,0 2-1096,0-2 1080,0 3-87,2-1-145,-2 2-128,2-1-96,-2 0-56,1-1-568,0-1 536,-1 7-64,2-6-80,-2 1-48,2 5 9,-2-6-49,1 4-304,0-3 288,-1-1-64,2 6-104,-2-6-48,2 6-8,-2-6 24,2 4-88,-2-4 72,0 1-8,0-1-16,0 7-80,0-7 88,0 1-40,2-1-16,-2-1 16,0 2-8,0 0-88,0-1-16,0 0 40,0 0 0,0-1 56,0 0-56,0-1-32,0 0-48,0 0-40,0-1 32,0-2 40,0 1 104,0 1-112,0-3 16,0-5-56,0 6 32,0-7 24,0 5 72,-1-1 24,0 2-32,0 0-9,0-6-7,0 6-40,1-7 64,0 7 0,0-1 24,0 0 8,0 1-8,0-6-40,0 6-8,0-7 8,0 7 0,0-2 40,0 2-72,0 0-24,0-6-8,0 6 8,0-7 56,0 8 56,1-2-16,0 1-16,-1 1 16,3-7-40,-3 7 16,2-1 24,-2-4 0,1 7 0,0-1 24,1-1 8,0-1-32,0 0 8,0 0 24,0 0 16,-1 2-48,0 0 96,1-1 8,0 0-24,0 0 32,0 0 24,1 0 8,-1 2-144,-1 0 177,2 0-41,0 0-8,0 0 16,1 0 48,-1 0 32,-2 1-224,1 0 280,1 0-16,5 0-32,-8 0 48,3 2-24,0-2-16,-1 1-240,-1 0 256,2-1-40,0 2-8,0-2 16,0 2 40,0 0 32,-2-1-296,0 0 304,1 2-40,0-1-39,-2 1 47,2 0-8,-2 0-8,0 1-256,0 1 256,0-3-56,0 6-24,0-6 24,-1 6 0,-2-5-16,1 1-184,1 1 168,-4-1-40,-3 5-72,5-6 24,-1 6-16,-4-7 0,7 1-64,-1 3 88,-2-4-40,-5 6-48,7-7 16,-2 3 16,0-1-32,2-2 0,0 1 32,-2 1-96,0 0-152,1 0-32,0-1-168,0 1-160,1-3 576,1 0-816,-2 0-241,1 0-303,0 0-248,0-2-361,1 0-599,1 1 2568,-1-1-3625,1-2-1304,0-4 1128,0 5 1169,0-1 1143,0-5 1097,0 9 392,0-2-432,0-3-104,0-3-288,0 5-512,0 3 1336</inkml:trace>
  <inkml:trace contextRef="#ctx0" brushRef="#br0">3338 118105 6313,'0'0'0,"0"0"1576,0 0 241,0 0-1817,0 0 1632,-1 0-160,1 0-159,0 0-201,0 0-248,0 0-184,0 0-680,0 0 536,0 0-128,0 0-40,0 0 16,0 0 9,0 0 47,0 0-2969,0 0 5530,0 0-2561,0 0 0,0 0 24,0 0-40,0 0-8,0 0-5601,0 0 10754,0 0-5321,0 0-32,0 0-32,0 0-24,0 0 56,0 0-6809,0 0 13363,0 0-6634,0-1-24,2 0 0,0 1-8,0-1 24,-1 1-128,0-1 56,1 0-8,0 0-16,0 0 8,2 0 40,-1 0-48,-3 1-32,8-2 96,-6-1-80,6 0-16,-6 0 40,7-5-40,-8 4 80,1 4-80,5-4 56,-5-4-16,1 5 8,5-1-8,-6-5 56,1 7 0,-2 1-96,1-3 88,1 0-48,-1 0-24,1 0 40,-1 1 24,-2 0 80,0 3-160,0-3 128,0 0-48,0 0 24,0 1-24,0 0 8,0 1 40,0 1-128,-2-2 72,2 2-48,-3 0 8,0 0 0,0 0 8,0 4 16,3-4-56,-3 3 48,0 0-24,-1 5 8,0-6 40,0 6-16,0-6 32,3-1-88,-3 7 40,1-6-40,0 6 16,0-6 24,0 6 32,0-6-24,3-1-48,-2 6 40,0-5-64,0 2-8,1 4 64,0-6-64,0 1 88,1-3-56,-1 3 48,0 0-48,1 0 56,0 0-40,0-1 40,0 0 0,0-2-56,0 2 48,0 0-96,0-2 40,0 0 32,2 0-8,0 0 40,-2 0-56,2 0 64,0-1-96,0-1 64,0-1 24,0 0-72,0 0 48,-2 3-32,3-3 0,0 0-16,1 0 16,-2 0 56,1 0-24,1-1 40,-4 4-72,3-4 88,0-1-88,-1 2 16,0-1-16,0 1 16,0-1 24,-2 4-40,0-3 72,0 0-40,0 0 0,0-1 40,0 2-40,0-1 56,0 3-88,-1-4 105,-2 1-89,0 1 40,0 1 0,0 1-8,0-2-48,3 2 136,-5 0-32,1 0-104,0 0 16,0 2 8,0 1 8,0 0-32,4-3 104,-4 9-8,0-7-112,1 6 16,0-6 24,-1 6-8,1-6-16,3-2 64,-3 8-24,1-6-40,1 7-40,0-7 56,0 1-16,1 0 0,0-3 40,0 3-8,2 0-64,1 0 16,0-1 48,6-2 32,-8 0-64,0 0 72,2 0 8,5 0-80,-6-1 0,6-2 40,-6 0 24,6 0-64,-8 3 136,2-3-48,7 0-136,-7 0 48,1 0-8,0 0 16,0 0-8,-3 3 96,3-4-24,-1 1-88,0 0 48,-2 0 48,0 0-24,0 1-56,0 2 16,-1-2 32,0 0-96,-2 0-24,-1 0 56,0 1-104,-3 0 120,6 1-184,-3-1-176,0 0-224,-4-1-145,5 2-167,-1 0-136,-3 0 1032,6 0-1232,-2 0-265,-1 3-415,-1-1-432,1 1-665,0 0-832,1 0 3841,2-3-3449,-3 8 993,1-6 911,-1 6 905,0-5 264,1 0-152,0 3 528,3-4-896,-3 0-888,3-2 1784</inkml:trace>
  <inkml:trace contextRef="#ctx0" brushRef="#br0">2929 118364 6169,'0'0'0,"0"0"1312,0 0 224,0 0-1536,0 0 1569,0-1-65,0 0-32,0 0-63,0 0-73,0 0-120,0 0-1216,0 1 1096,0-1-143,0 0-217,0 0-104,0 0-48,0 0-16,0 0-568,0 1 560,0 0-56,0 0-95,0 0-25,2 0 0,-2 0-56,1 1-328,0 0 336,-1 2-80,2 0-104,0 6 48,0-7-32,0 6 16,-1-6-184,0-2 168,1 11-136,1-8 40,0 7-16,0-7 16,0 6 72,-1-7-144,-1-1 88,2 9-32,0-7-24,1 6-24,-1-7 24,0 6 40,1-7-72,0 0 88,-2 2-16,1 6-88,0-7 0,0 0 64,1 0-8,-3-1-40,0 0 104,3-1-72,-2 0-32,2 0 24,-1 0 64,0 0 48,-1-1-136,-1 1 144,2-3-56,0 0-16,0-2 16,0-3 32,0 5 40,-1-1-160,-1-1 137,1 1 7,0-6-48,0 5-24,0-7 16,-2 3-24,2 5-64,-2-1 104,0-4-64,0-1-24,0-1 32,0-1-64,0 0 80,0 6-64,0-1 8,0-6-8,0 2-24,0 0 8,0 1 16,0-1-88,0 7 88,0-1-112,0-3-80,0 5-120,0-6-25,0 7-63,0-2-152,0 3 552,0 0-696,0-3-184,0 2-288,0 0-201,3 1-263,-3 1-304,0 0 1936,2 0-2433,-2 0-600,2 3-615,-2-1 839,2 2 889,-2 5 815,1-8 1105,0 0-384,-1 7-136,2-6-416,-2 6-1080,0-8 2016</inkml:trace>
  <inkml:trace contextRef="#ctx0" brushRef="#br0">3214 118449 7753,'0'0'0,"0"0"2137,0 0-25,-1 0-600,0 0-55,1 0-1457,-2 0 1344,2 0-168,0 0-184,-1 0-215,0 0-145,0 0-32,1 0-600,-2 0 424,2 2-120,-1 0 48,0 1-104,0 0 16,0 0-16,1-2-248,-2 7 176,2-6-64,-2 6-56,2-6 24,0 8-24,0-7 32,0-2-88,0 10 56,0-8-72,0 8 8,0-8 16,0 8 64,0-7-8,0-4-64,0 11 40,0-8 0,0 6-8,0-6-8,0 5-24,0-6-64,0-1 64,2 1-152,-2 2-72,3-1 8,-3-1 56,2 0 40,-2-2 16,0 0 104,1 0-88,-1 0-56,0 0 8,0-1 64,0-2-8,0 0 40,0 2 40,0-2-40,0-6-24,0 7 24,0-9 80,0 3-40,0-1 88,0 7-88,0-6 96,0-1-160,0 0 48,0 0-64,0-1 32,-1 1 88,1 8-40,-1-7 8,0-1-32,1-1 0,0 1 8,0 0 0,0 0 120,0 8-104,0-7 80,0 0-56,0 0-32,0 0-72,0 4-40,0-7 88,0 11 32,2-3 32,-1-8-64,3 7 56,5-6-24,-7 6-16,6-6 56,-7 9-40,0-3 24,7-5-32,-5 6-8,0 0 16,0 0 16,5 0 32,-8 3-48,2-2 104,1 1 16,0 1 48,0 0 72,0 0-8,0 3 48,-3-3-280,3 3 280,-1 0-88,-2 6 24,0-6 9,0 6-17,0-5 40,0-4-248,0 11 232,-2-8-64,-2 8-48,1-8 32,-1 9-24,-4-10 24,8-1-152,-4 10 144,-6-3-80,6-5 40,-7 8-24,8-8-48,-6 8-32,9-11 56,-3 3-32,-6 5-80,5-6 88,0 1-32,0 5-16,0-8 16,4 0-16,-4 2-112,1-2-208,1 2-120,0-2-80,1 0-121,0 0 657,1 0-680,0 0-64,0 0-104,2-2 8,1-1-104,0 0-161,5 0 1105,-8 3-1240,2-3-208,7 0-201,-6 0-87,8-1-24,-8 0 71,7 0 1689,-9 4-1448,2-5 416,9 2 368,-9-2 336,8 1 240,-8 0 56,7 0 32,-9 4 32,2-4 0,9 0-16,-9 0 0,6 0-16,-6-1 16,5 2-16,-7 2 48,2-3 16,5 0 0,-6 0 40,6 0 160,-6 1 344,1 0-608,-3 3 976,8-3 384,-6 0 201,0 0 7,2-1-40,-2 1-71,0 1-1457,-2 1 1400,0-1-56,2 0-184,-2 1-167,2 0-129,-2 0-160,0 0-704,0 1 600,0-1-48,0 1-144,0 0-32,-1 0-23,0 2-57,-1 1-296,2-3 280,-2 9 8,0-8-96,-1 3-24,1 4 0,0-6 0,1 0-168,1-1 136,-1 7 32,0-6-40,0 1-72,0 0 72,1 5-72,0-6-56,0-1 40,0 1 24,0 1-56,0 0-16,2 0 64,0-1-32,1-2-24,-3 0 32,9 0 24,-7 0-56,1 0 16,6 0 24,-7 0 0,4-1-40,-4 1 32,0-2 24,7-1-56,-7 0 0,6 0 32,-6-1-24,0-3-8,-1 6 72,7-3 0,-8 0-40,3-4 0,0 5 8,-1-5 16,-2 6-56,0 0 72,0-1 0,0-6-56,-1 6-32,-2-1 0,-1 0 32,1 1-16,2 2 48,-7-3-40,5-1-48,-1 2-120,-5 1-96,6-2-72,1 2 328,0 2-440,-6-3-192,5 1-256,-1 1-289,-4 0-279,6 0-368,-1 0 1824,2 1-2281,-3 0-511,1 0-425,0 0 312,0 0 833,2 0 808,1 0 1264,0 0-561,0 0 249,0 0-200,2 0-632,0 0-904,-2 0 2048</inkml:trace>
  <inkml:trace contextRef="#ctx0" brushRef="#br0">3500 118219 6873,'0'0'0,"0"0"1976,0 0 265,0 0-2241,0 0 1904,0 0-167,0 0-209,0 0-240,0 2-280,2-2-175,-2 2-833,0-1 720,2 2-128,0 0-56,1 0-56,-1 6 16,0-7-32,-1 3-464,0-1 376,2-1-80,-1 7-143,1-7-25,0 9 0,-1-4 8,-1-3-136,1-1 96,1 6-40,0-1-56,0 0-40,0 0 8,1 1-32,-3-6 64,0 1-192,2 4-217,0-1-263,0 0-312,-1 1-248,0-6-424,-1 2 1656,0 1-2241,1-3-760,0 9-575,0-10 759,0 8 905,0-7 799,-1-2 1113,0 1-608,-1 6-984,0-8-112,0 0 1704</inkml:trace>
  <inkml:trace contextRef="#ctx0" brushRef="#br0">3512 118396 15747,'0'0'0,"-1"0"3809,0 0-2345,-1 0-376,1 0-1088,0 0 1088,-1 0-7,-1-1-137,2 0-136,0 0-120,0 0-48,1 0-640,-1 1 584,0-1-119,0 0-105,0 1-88,0-1-32,1-1 0,0 2-240,0 0 232,0-2-64,0 2-48,2-1-16,1-1-8,7 0-8,-9 2-88,1-1 80,8-2-96,-7 0-32,9 0-8,-3 0-24,0-1-24,-6 1 104,3-2-232,5 2-272,1-7-200,3 6-217,0-7-263,1 7-280,-11 0 1464,4-3-1977,4 4-647,2-8-1233,-2 7-1152,0-5 1216,-1 6 1137,-9 1 2656,5 0-1473,4-7 969,-2 7-184,-2-1-1232,-8 3 1920</inkml:trace>
  <inkml:trace contextRef="#ctx0" brushRef="#br0">2986 117200 7457,'0'0'0,"0"0"2121,0 0-41,-1-2-504,0 2-1576,1 0 1409,-1-2-137,1 0-256,0 1-240,0-1-80,0 0-119,0-1-577,0 2 544,0-2-40,0 0-136,0 0-40,0 0-24,0 0-8,2 0-296,-2 3 224,2-4-8,0 0-96,1 0-40,5 0 80,-6-1-56,1 2-104,-3 2 88,10-3 8,-8 0-112,6 0 16,-5 0 80,6 1-40,-6 0-40,-3 3 24,10-4 72,-7 1-72,6 0 8,-7 1 72,6 1-88,-6 0-16,-2 1 8,9-1 48,-7 0-80,0 1 48,2 0 0,-1 0 8,-1 2-32,-1-2 40,1 2-16,0 0-8,-2 1-56,0 6 80,0-7-56,-1 4 16,1-4 0,-3 0 16,-1 6-56,0-4 0,-5 5 104,6-5-24,0 4-40,2-5 120,-7 0 48,5 9-160,-1-10 24,0 9-72,0-7-8,0 4 48,4-5 48,-5 0-8,1 9-40,1-10-32,0 8 24,0-7 32,2 3-24,0-4 16,0 0 33,1 6-17,0-6-8,0 1 56,0 0-8,2 3-72,-2-3 80,3-3-24,5 3-72,-6 0-24,6 0 0,-5-1 40,3-2 0,-3 0 24,0 2 16,8-2-8,-8 2-72,9 0 64,-9 0-24,4-2 0,-3 0 16,-1 2 24,8 1-80,-9-2 24,8 1 40,-7 1 32,2-2-56,-2 0 128,-1 2-8,1 0 16,0 0 48,-1 0 80,0 0 8,-2 3-272,0-3 280,0-1-8,0 8-80,-2-7 8,-1 6 16,0-6-32,1 3-184,0-2 176,-6-1 8,5 9-80,-7-10 8,0 10 8,1-9-24,3 4-96,3-3 88,-8-1-24,3 7-96,-2-6-40,1 4 40,0-6-8,3-1 40,2 0-16,-5 1-56,1 0-104,0-2-80,4 0-160,-7 0-96,9 0 512,1 0-704,-8-1-192,7-2-137,-1 0-191,0 0-112,0-1-144,2-1 1480,-1 2-1801,2-1-359,0 0-369,0-4-303,0 5 495,3-1 697,1 0 1640,0 0-993,-2 1 569,1-2 0,0-3-416,6 6-1448,-9 2 2288</inkml:trace>
  <inkml:trace contextRef="#ctx0" brushRef="#br0">3255 117153 4328,'0'0'0,"2"0"409,-2 0-233,0 0 32,0-1 240,0 0 376,0 1 408,0 0-1232,0 0 1568,0 0 105,0 0-137,0 0-160,0 0-175,0 0-145,0 0-9466,0 0 17748,0 0-8506,0 0-56,0 0 1,0 1-49,0 2-16,0-2-712,0 2 640,0 0-160,0 5-56,0-6-16,0 6-80,0-6 33,0-1-361,2 9 216,-2-7-24,2 8-16,-2-8 8,2 8 64,0-8-72,-2-2-176,2 10 184,0-8-32,0 8 0,0-8 48,0 7-8,0-7-32,-1-2-160,2 8 128,0-6-16,0 5-40,0-6 24,0 6 32,0-6-24,-2-1-104,1 1 96,1 1-24,0 0-8,0-1 32,0 1 24,0-3 8,-2 0-128,2 0 128,-1 0-56,0 0 0,1-1 48,0-1-88,-1-1 80,-2 2-112,2-3 120,0-4-104,0 5 72,0-6-64,0 5-8,0-6 48,-1 9-64,0-3 72,-1-8-56,2 3-16,-2-1 40,2 2-24,-2-2 40,0 9-56,2-7 80,-2-3-96,3 2 16,-3-1 16,2 0-104,-2 0 96,0 10-8,2-9 32,-2 0-88,0 0 96,0-1-112,2 2-72,-2 0-48,0 7 192,0-2-320,2-6-248,-2 6-168,2 0-160,-2-1-272,2 0-177,-2 4 1345,0-2-1600,2 0-432,-2 0-489,2 2-576,-2 0-407,2 0 879,-2 0 2625,0 4-1760,0 4 711,0-5 593,0 6-224,0-6-1800,0-3 2480</inkml:trace>
  <inkml:trace contextRef="#ctx0" brushRef="#br0">3522 117023 10306,'0'0'0,"-3"0"2776,1 0-1327,-1 0-633,1 0-72,0 0 48,0-1-80,0 0-712,2 1 616,-2-1-111,-1 0-97,1 0 0,1 0-8,0 0-64,0 0-336,1 1 320,-1-1-56,0 0-72,1 0-24,0 0-40,0 0-40,2-1-88,-2 2 96,3-2-32,7 0-24,-7-1-32,6 1 48,-6-1-8,5 1-48,-6 1 40,1-2 16,9 1-96,-9 0 8,8 0 8,-8 0 24,5 1 0,-5 0 24,0-1 8,8 1-24,-8 0-32,5 0-24,-6 1 48,4 0 0,-4 0 32,0 0 0,0 2 32,0 0-56,-2 1 72,0 0-8,0 3-72,0-4 88,0 0 8,-1 8-64,-1-7 48,-1 7 0,-1-7 40,-2 5-120,4-5 160,-1 0-16,-1 9-24,-5-9-24,7 8 0,-7-8 8,7 5-104,1-5 152,-3 1-15,-4 7-41,5-8-16,-1 7-24,-4-7 8,6 3-64,1-2 96,-2-2-8,-1 6-40,1-6-16,0 1-16,0 5 24,2-7-40,1 0 24,0 2 56,0-1-120,0 0 40,0 1-8,3-2 8,2-1 0,-2 0 24,-1 3-40,7-3-8,-7 2-16,9-2 48,-8 0 40,4 0-48,-3 0 0,-1 0 24,10 0-96,-4 0 24,0 0 56,0 0 8,-3 0-16,-2 0 56,5 0-56,0 2-16,0-2 0,1 2 32,-2-2 56,-2 1-72,-2 0 64,4-1-24,0 2 112,-4 0 104,5 0 120,-7 0 128,0-1-504,-1 0 544,2 1 16,0 0-64,-3 0-64,0 0 41,0 0-97,-1 0-376,1-1 344,-3 3-88,-1-1-72,-5 0-32,4 5 24,-7-6 72,6 3-248,1-1 168,-11 5-80,-1-1-56,-2 3-80,2-1 96,0 0 32,8-6-80,1 0 48,-7 6-48,-1-1-80,2 0-24,1 0-96,-1 1-104,8-6 304,0 0-552,-4 4-312,2-5-385,5 7-519,-2-8-721,2 1-1191,2-2 3680,0 0-5410,0 1 953,1-2 1257,0 0 1231,0-1 1297,3-2 48,-1-2 624,-1 0-736,9-4-904,-10 9 1640</inkml:trace>
  <inkml:trace contextRef="#ctx0" brushRef="#br0">6863 117298 4512,'0'0'0,"0"0"777,0 0-777,0 0 952,0 0 392,0-1 320,0 0 201,0 0 15,0 0-119,0 0-193,0 1-1568,0-1 1352,0-1-207,0 0-121,0 0-64,0 0-104,0 0-856,0 2 776,0-2-64,0 0-159,0 0-33,0 0-24,0-1-64,0 1-432,0 2 440,0-1-56,-1-2-104,0 1 0,-1 0-24,2 0-56,-3 0-200,3 2 224,-3-1-40,-2 0-48,-3 0-48,5 0 0,-1 0 32,-3 1-120,6 0 88,-2 0 16,-7 0-47,7 0-57,-6 2 120,6 0-64,-6 1-56,9-3 120,-4 4-16,-4-2-104,5 1 16,0 0-16,-1-1 16,1 0-16,2-2 48,-2 2-8,0 0-24,1 0-48,1 0 64,1 0-32,0-1 0,0 0 0,0 1 64,3 0-128,5 0 48,-6-2 48,7 2-16,-7-2-16,-1 0 32,7 2 8,-4-2-112,7 2 40,-8-2 48,10 3-64,-6-3 48,-6 0 80,7 1-24,0-1-72,0 2 0,1 1 16,-1-1-8,-1 0 8,-6-2 24,7 2 40,-5 0-64,9 1-16,-9 0 48,7 6 8,-8-7-40,-1-2 48,8 8 56,-7-6-104,6 7 48,-5-7-8,-1 6 56,-1-6-96,0-2 72,1 8 8,-2-6-8,0 6-40,0-5 104,0 5-48,0-7-88,0 0 96,-4 7-8,2-6-56,-8 7-32,7-8 64,-6 8-8,6-8-56,2-1 16,-10 4 48,3 4-64,-1-6-32,0 1 48,0 0-32,2-1 16,4-1-104,-6 2-24,0-1-208,0 0-112,1 1-96,-1-3-137,6 0 681,2 0-776,-9 0-104,7 0-192,0 0-184,-2-2-249,2 0-255,2 0 1760,1 1-2145,-2-2-439,0 0-497,2-5-271,0 5 815,0-6 865,2 6 1672,-1 1-889,1-9 609,1 3-64,-1-1-248,2-1-1576,-4 10 2168</inkml:trace>
  <inkml:trace contextRef="#ctx0" brushRef="#br0">6851 117263 9105,'0'0'0,"0"0"3201,0 0-288,0 0-1129,-2 0-408,2-1-1376,-1 0 1265,1 0-105,0 0-224,0 0-104,0 0-72,0 0-87,0 1-673,0-1 656,0-1-64,0 0-104,0 0-48,3 0 8,-1 0-72,-1 1-376,-1 0 320,4-1-56,-1 0-128,6 0-48,-6 0 0,6-1-32,-7 3-56,-1-2 80,11 1-23,-9-3-73,10 1-1,-4 0-7,0 0-24,-3 1 48,-2 1-104,5-2-128,0 0-152,0 0-168,1 0-64,-2 0-120,-4 1 736,0 0-880,4-1-136,0 1-225,1-2-151,-1 2-144,-5 0-289,3 1 1825,-1 0-2192,-1-1-417,5 1-367,-5 0 543,5 0 745,-6 0 695,2 1 993,-2 0-432,-1 0-32,2 0-696,-1 0-920,-3 0 2080</inkml:trace>
  <inkml:trace contextRef="#ctx0" brushRef="#br0">7100 117232 3440,'0'0'0,"-1"0"0,1 0 1120,0 2-863,0 0 15,0 0 256,0 0 360,0 1 360,0-2-1248,0 1 1576,0 1 65,0 0-89,0 0-31,0 5-81,2-6-120,-2 0-1320,0 0 1216,2 6-135,-2-6-89,0 6-80,2-5-96,-2 6-64,1-7-752,0-1 680,-1 11-95,2-9-65,-2 8-48,2-8 16,-2 9-64,1-8-424,0 1 400,1 3-40,0 0-88,-2 1-24,2 0-32,0 1-24,0-6-192,-2 1 144,3 4-56,-2-1 0,1 1 16,1-1-16,0-5 16,-2 2-104,1 1 121,1-3-105,0 7 40,0-8-8,0 1-32,0 0 88,-2-2-104,1 1 32,2 0 40,-2-2-16,2 0-40,-2 0 48,7 0-24,-8-1-40,0-1 80,2-1-48,0-6 8,5 6-24,-6-9 48,2 4 24,-4 5-88,2-3 88,7-5-24,-7 0-8,1-1 8,0 0-8,0-1 80,-2 9-136,1-4 112,1-4-56,0 0-40,0 1 32,0 0 0,1 0 24,-4 8-72,1-4 64,2-3-80,-1 1 0,1-1 16,-1 1 0,1 0 64,-3 6-64,2-3 40,1-2-40,0-1-24,-1 5-24,0-5 48,0 6 16,-1 2-16,0-2 32,1 0-48,0-1-128,1 1 56,-1 1-48,-2-1 32,0 3 104,1-1-184,-1 1-104,3-2-40,-3 1-80,2 1-17,-2 0-63,0 0 488,2 0-592,-2 0-144,0 3-96,0-2-72,0 3-129,0-1-127,0-3 1160,0 3-1408,0 6-336,0-7-481,0 6-576,0-6-639,0 6 519,0-7 2921,0 1-2024,0 6 783,-2-6 753,2 6 88,-2-6-192,2 6-840,-1-7 1432,1 0-1304,0-1 1304</inkml:trace>
  <inkml:trace contextRef="#ctx0" brushRef="#br0">12772 115487 5865,'0'0'0,"0"-1"2032,0 1-343,0 0-1689,0 0 976,0 0-248,0 0 24,0 0 184,0 2 193,0 0-9,0-1-1120,0 1 1056,0 7-144,0-6-192,0 6-104,0 0-71,0-1-49,0-3-496,0 1 424,0 7-104,0 1-24,0 0-72,-2 1-32,2-1 104,-1-7-296,0 0 208,-2 7-8,2-1-24,-2-1-120,1 1 64,0-1 0,0-7-120,0 1 88,-1 6 16,0-2-72,0 0-8,-1-1 16,1 1 0,1-7-40,0 2 64,-1 3-64,-1-5-16,2 6-32,-2-7-16,2 0-8,0 0 72,1 0-24,-1 0-72,0-2-48,0 0 40,-1 0-40,1-2 40,1 2 104,0-2-104,-1-2 16,0-5-8,0 1 8,0-1 64,0-2 8,1 6 16,0-2 40,-1-6-120,1-5-24,0-2 16,1-4 0,0 1 136,0 16-48,0-6 56,0-6-16,0 1-72,2 3 32,2 0 16,4 2 24,-7 8-40,0-3 48,7-6-32,-6 2-40,8 0 8,-7 0 40,5 1 0,-4 7-24,1-2 56,3-5-56,1 1-24,-1 0 8,0 1 0,0-1 88,-5 8-72,4-5 64,4-1-32,-1 0-16,-1 5 0,0-5 32,0 6-8,-7 1-40,4-1 80,2-3-56,1 2-48,1 0 64,-2 0-32,2 1 48,-8 2-56,4-1 48,-3 0-56,9 1-8,-9 0 16,8 0 24,-8 0 40,0 1-64,3 1 72,-4 1-32,1 0 0,5 6 32,-8-6 8,3 7 24,-3-10-104,1 3 112,-1 8-48,0-1 16,0-1 48,0 0 48,0 1 56,-1-7-232,-1 5 224,-1 7-31,-7-1 7,7 2 48,-7 2-16,6-1 72,0-12-304,-4 7 264,-2 3-56,1 1 32,0-1 0,0-2 8,0 1 24,7-11-272,-4 6 232,-2 3 40,4 0-16,-6-2 8,6 0 0,-4 0-96,8-10-168,-2 3 152,-1 8-80,0-8-16,0 8 32,1-10 0,1 2 0,1-2-88,-1 2 80,1 0-80,0 0 16,2-1 25,0 0 7,1 0 8,-1-2-56,4 2 16,-3-2-48,8 0 0,-3 0 8,1 0 24,2 0-16,-8 0 16,7 0-57,2 0-127,2-1-104,1-2-136,-1 0-144,3 0-192,-15 2 760,13-2-888,4-1-272,-2 0-193,-1 1-191,-1 0-296,1 0-361,-14 3 2201,11-3-2937,2 1-903,-1 0 663,0 1 936,-1 0 889,-1 0 840,-10 1 512,6 0-560,2 0-912,-10 0 1472</inkml:trace>
  <inkml:trace contextRef="#ctx0" brushRef="#br0">13271 115754 15947,'0'0'0,"0"0"0,0 0 3289,0 2-2001,-2 0-528,-2 0-40,2 1-32,-2 0 8,4-3-696,-3 9 665,0-6-153,0 7-104,1-7-8,0 8-104,0-8-296,2-3 256,-2 11-24,0-8-192,0 9 8,1-9 8,0 8-56,0-8 0,1-3 40,-1 12-24,1-8-128,0 8-104,0-9-224,0 8-288,3-8 728,-3-3-1080,3 12-345,0-9-423,6 7-377,-5-7-663,5 0-1153,1 0 4041,-10-3-3689,9 2 1025,2-2 927,2 0 905,-1-2-208,0-7-288,-12 9 1328</inkml:trace>
  <inkml:trace contextRef="#ctx0" brushRef="#br0">13533 115545 12834,'0'0'0,"-1"0"0,0 0 5409,-1 0-3320,1 0-1041,-1 0-280,-1 0 16,1 0-87,1 0-697,1 0 648,-1 0-112,0 0-168,0 0-144,0 0-56,1 0-40,0 0-128,0 0 96,0 0 32,0 0-96,0-1-32,3 1 40,6-1-48,-8 0 8,1 1 0,6-1-16,-4 0-128,6 0-152,-7 0-240,8 0-280,-8 1 816,-2 0-1185,11 0-367,-3 0-400,0 0-457,1 0-672,-1 0-815,-2 0 3896,-5 0-3273,7 0 984,-1 0 881,1 0 720,-6 0-440,7 0-144,-10 0 1272</inkml:trace>
  <inkml:trace contextRef="#ctx0" brushRef="#br0">13616 115635 16603,'0'0'0,"-1"0"0,1 0 3441,-3 2-1897,0 0-496,-7 0-63,7 0-41,-6 0-136,7-1-808,1 0 656,-8 1-112,6 1-184,-7-1-56,7 1-8,-1-1-88,2 0-208,0-2 216,-2 2-63,1 0-81,0 0 48,1 0-48,2 1 8,0-2-80,0 0 72,2 1-120,1-2-24,5 2 24,-5-2-8,4 0 56,-2 0-208,4 0-233,2 0-335,2 0-304,6-2-224,1-1-249,-6-2 1553,-4 1-2008,13 1-393,0-6-647,-3 5-961,1-5 272,-3 5 1041,-8 0 2696,-2-1-1705,8 2 889,0-6 264,-2 6-1192,-14 3 1744</inkml:trace>
  <inkml:trace contextRef="#ctx0" brushRef="#br0">14013 115345 8825,'0'0'0,"0"-1"3513,0 0-1184,0 1-2329,0 0 1200,0 0-376,0 0-48,0 2 96,0 1 41,0 0-9,0 1-904,0 1 840,0-2-72,0 9-120,0-3-24,0 0-55,0 5-89,0-8-480,0 3 424,0 9-144,0 2-112,0 2-40,0-1-72,0 2 0,0-15-56,0 4 40,0 8-56,2-3-8,-2 1-24,2-2-32,0 0-16,-1-11 96,0 5-336,1 3-256,0 1-377,0-4-351,1 0-168,-1-1-345,0-5 1833,0 1-2224,7-2-769,-7 6-896,6-7 793,-6 0 959,1 0 865,0-1 1272,3 0-576,-4-1-856,-2 0 1432</inkml:trace>
  <inkml:trace contextRef="#ctx0" brushRef="#br0">14278 115378 3184,'0'0'0,"0"0"1424,0 0-151,0 0 255,0 0-48,0 0-1480,0 0 1289,0 0-153,2 0-64,-2 0-40,2 2-63,-2 0-17,0-2-952,2 2 872,-2 1-72,2 7-88,-2-8-80,2 9-79,-2-3-97,0-7-456,0 6 328,0 3-112,0 2-56,0 1-24,-1 3-24,0 2 8,1-15-120,-3 11 48,-1 4-72,0-2 0,0 1 8,0-3 40,2 0-8,1-11-16,-2 8 24,0 2-72,0-1 56,1 0-8,0-2-64,1-1-24,1-7 88,-1-1-224,0 9-112,0-8-64,0 1-88,1 0-161,0 0-103,0-3 752,0 3-936,0-1-224,0-2-185,0 0-215,0 0-168,0 0 31,0 0 1697,0-2-1616,0-1 200,2 0 360,0 0 287,0-1 321,0-4 232,-2 7 216,2-2-80,0-1 40,1-4 40,-2 5 16,2-5 0,-1 5 40,-2 3-56,2-9 64,0 5-8,0-5 40,0 6 80,0-5 120,1 5 257,-3 2-553,3-7 808,0 5 208,0-1 176,0-4 48,0 5 9,-1-1-17,-1 4-1232,1-8 1168,2 6-152,-2-1-103,0-2-113,1 2-128,-1 0-48,-2 3-624,2-3 560,0 0-104,0 1-16,0 0-24,0 0-15,0 1 15,-2 1-416,2-1 416,0 0-64,0 0-8,0 1-40,0 0-24,0 0 24,-2 0-304,2 0 272,0 2-24,-2 1-24,3 0-16,-3 0 8,1 0-8,-1-3-208,0 9 176,2-7-72,-2 7-8,3-7-24,-3 6 16,2-6-88,-2-2 96,0 9 1,2-6-97,-2 7 0,2-7 24,1 6-8,0-7-16,-3-2 152,3 8 8,0-6-80,0 6-48,0-5-88,1 5-16,3-6 72,-6-2-64,1 8-8,1-6-152,6 1-185,-6 0-215,7 0-304,-7 0 928,-2-3-1280,10 4-353,-8-2-551,8-2-865,-2 0-719,-1 0 639,1-1 3129,-8 0-2169,8 1 929,0-4 744,0 1-16,1-1-1232,-10 4 1744</inkml:trace>
  <inkml:trace contextRef="#ctx0" brushRef="#br0">14623 115626 10818,'0'0'0,"-1"0"4841,-1 0-2097,-1 2-1487,-1 0-1257,4-2 784,-4 3-136,-1-3-144,2 2-56,0-2-56,0 2-72,1-2-320,1 0 312,-1 2-72,1-2-79,0 2-25,0-2 0,1 0 32,0 0-168,0 0 160,0 0-32,2 0-88,1 0-32,6 0 24,-7 0-8,4 0-24,-4 0 88,0-1-24,9-1-64,-8-1-8,8-1-24,-8 1 48,5 1-16,-5 1 40,1-2-16,6 0-32,-7 0-80,6 0 8,-5 0-16,2 1 96,-3 1-56,-1-2-40,6-1-40,-6 0 0,1 0 40,5 1 56,-8 1 40,0 1 16,2-2-8,1 0-48,-1 0 0,-2 0 0,0 0 56,0 1-16,0 1 48,0-2 0,0 0-40,0 0-48,0-1 24,0 1 16,-1 1 0,0 1 56,1-2 0,-2 1-80,1 0-16,0 0 8,0 0-8,1 1 40,-1 0-16,0-1 16,0 0-80,1 0 40,0 0 16,0 0 8,0 1 16,0 0 0,0-1-16,0 0-25,2-2-39,0 2 96,0-1-16,0 2 0,-2 0 24,3-1-8,6 0-56,-7 0 8,1 0 32,6 0 48,-8 1-48,0 0 40,7-1-32,-6 0-16,7 0-8,-7 0 73,7 0-33,-8 1-24,0 0 80,7 0 0,-6 0-64,6 0 24,-6 0 40,6-1 16,-6 2-96,-1 0 136,2 0 8,0 0-48,5 0 24,-8 0 32,3 0 32,-1 2-184,-1-1 208,1 1 0,0 1-24,0 0 40,-2 0-32,0 6 56,0-8-248,0 0 240,0 8-56,0-6-56,0 7-8,0-7-24,-1 8-8,1-10-88,-1 1 104,0 10-48,0-10-56,0 10 16,0-9 0,0 8 8,1-9-24,-1-1 88,0 11-56,0-9 0,1 8-8,0-8 48,0 7 16,0-8-88,0-1 88,0 9-16,0-7-96,0 6-24,2-6 32,0 5 16,-1-7 0,0 0 32,2 8-32,6-7-32,-7 1-40,6 0 48,-5 0-80,1-2 104,1 1-120,-2 0-112,8 0-240,-8-2-144,11 0-200,-5 0-232,-4 0 1048,0 0-1201,3-1-279,2-2-408,-1 0-481,1 0-1024,0-5-816,-5 7 4209,1-1-3320,4-6 1071,1 4 1041,-2-5 840,-1 6 40,-5-7-144,0 10 472,3-2-1328,-6 2 1328</inkml:trace>
  <inkml:trace contextRef="#ctx0" brushRef="#br0">12611 116512 11058,'0'0'0,"-2"-1"3601,1 1-2201,1 0-1400,0 0 584,-2 0-144,2 0 104,-2 0 168,1 0 137,1 0 95,0 0-944,0 0 864,0 3-128,0-1-72,0 1-80,-1 5-119,0-5-49,1-3-416,-1 9 376,0-6-168,0 10-56,0-4 0,0 0-96,0 1 56,1-9-112,-1 9 112,-1 0-128,0 1 32,0 0 8,-1 0-48,0-1 80,3-9-56,-2 8 40,0 0-80,-1 0 48,2-6-48,-1 6-40,-1-7 48,3-2 32,0 3-72,-2-1-80,2 0-24,-2-2-64,2 0-8,0-1 8,0 1 240,0-3-272,0-1-1,0-6 33,0 6 48,0-8 96,2 3 48,-2 9 48,2-9 0,1 0-56,-1-1 32,-1 1 48,3 0-64,-1 0 80,-3 8-40,3-8 16,5 0-56,-6 1 40,1 0 40,7 0-40,-7-2-16,-3 10 16,10-9 40,-7 0-96,8 1 32,-8-2 48,8 1-24,-7 0 0,-4 9 40,12-9-8,-4-1-48,1 1-8,1 0 32,-1 1 8,2-1-16,-11 9 56,12-8-32,-3 0-48,2 4 8,-2-4 16,1 6 24,-3-1-24,-7 3 40,9-4 16,-6 1-40,7 2 24,-6 0 40,-2 1 24,6 0-104,-7 0 136,1 0 57,0 2-57,0 0 24,-2 1 48,0 7-48,0-8-160,0-1 168,-1 8 8,-2-1-64,-2 1 0,-6 5 24,2 0 16,0-1-152,8-11 200,-12 13 40,2 0-56,0-2 0,1-1 40,1-1-24,1-1-200,7-8 216,-7 8 16,4 0-32,-7 0-24,9 1 24,-7-2-56,9-1-144,-1-7 152,-1 9-24,0-2-112,1-5 0,0 8-16,1-8-16,0 5 16,0-7 0,0 1 16,3 1-88,0 1-8,0-1 8,6 0-72,-6-1 144,-2-2-216,9 2-160,-1-2-272,2 0-184,2 0-120,1 0-161,1-1 1113,-11 1-1296,16-2-232,1-2-345,-2-1-383,0 1-577,-3 0-711,-3 2 3544,-9 1-3001,11-2 905,-1 1 815,0 1 777,-3 0 80,-1 0-376,-2 1 800,-6 0-1552,-2 0 1552</inkml:trace>
  <inkml:trace contextRef="#ctx0" brushRef="#br0">13066 116711 11178,'0'0'0,"0"0"4777,0 0-2353,0 0-1567,0 0-409,0 0-448,0 0 408,0-2 48,0 2 56,2-2-48,1 1-48,0 0-104,2 0-312,-2 0 264,-1-1-64,1 0-104,7 0-32,-7-1 16,8 0 32,-9 1-112,-2 1 144,12-2-24,-9 0-23,8 0-25,-8 0 16,10-1 0,-8 3-88,-2 0 120,0-1-104,8 0-64,-8 0 48,8 1-24,-7 0 96,1 1-72,-1-1 96,-2 0-16,1 1-40,0 0 16,0 2 40,-1 1 0,-1-1-96,0-1 136,-1 10 32,0-8-32,-2 8 64,-1-2-8,-5 2 8,6-5-200,0-1 168,-9 6-16,7 1-24,-6-1-56,6-1 88,-6 0-48,8-4-112,1-2 128,-7 5-56,4 0-72,2-1 40,-3 1-40,2-7 56,2 4-56,0-1 32,0-3-48,0 6-24,0-8-16,1 3 8,0 0 8,0-1 40,0-1-32,3 1-8,0 1-128,6-3-104,-5 0-112,6 0-176,-6 0 560,0 0-744,4-3-273,1 0-255,1 0-272,-1 0-225,2-5-367,-4 6 2136,-1 0-2801,8-7-671,1 5 335,3-7 912,-1 7 897,1-7 768,-10 7 560,0 0-408,8-1-432,-1-7-584,-15 12 1424</inkml:trace>
  <inkml:trace contextRef="#ctx0" brushRef="#br0">13628 116526 16771,'0'0'0,"-1"-1"0,1 1 3209,-1 0-2249,-1 0-648,1 0-136,0 0 72,0 0 104,1 0-352,0 0 480,0 0-32,0 0-56,2 0-63,1 0-97,0 0-40,0 0-192,2 0 104,-3 0-64,7-1-24,-6 0-32,6 0 16,-6 0-8,0 0 8,5 1-128,-5-1-256,9 0-361,-3-1-455,0 2-584,0-2-689,-6 1 2473,3-1-3705,4 0-743,-1-1 1119,0 0 1088,0 0 1057,1 1 608,-8 1 576,4 0-1784,-6 1 1784</inkml:trace>
  <inkml:trace contextRef="#ctx0" brushRef="#br0">13635 116666 13218,'0'0'0,"-1"0"5930,-3 2-3658,-5 0-1416,5 0-360,-7 1-32,7-1 41,4-2-505,-9 2 440,6 0-112,0-2-64,0 2-80,0-2-16,0 2-16,3-1-152,0-2 128,-2 1-56,2 0 8,0 0 8,4 0 8,5 0 8,-7 0-104,-1-1 24,11-1-24,-4-1-40,3-1-48,1-5-104,4 5-216,-14 4 408,17-11-768,5 2-449,1 0-383,1 0-448,0 1-497,-2 0-712,-20 8 3257,16-4-3992,4-6 743,-2 5 1024,0-4 945,-3 6 720,0-6-248,-17 8 808,14-1-1472,-16 2 1472</inkml:trace>
  <inkml:trace contextRef="#ctx0" brushRef="#br0">14116 116306 5569,'0'0'0,"2"0"856,-2 0-304,0-1 208,0 0 296,0 0 249,2 0 207,-2 1-1512,0-1 1624,2 0-63,-2 0-185,2 0-176,-2 0-216,2 0-127,-2 1-857,2-1 808,0 1-144,0 0-8,0 0-8,0 0 0,0 0-8,-2 0-640,2 3 617,0 5-169,0-5-72,0 7-56,1 0-40,-2-1-280,-1-9 256,3 13-16,-1 3-136,0 2-8,1 1 8,-1 3-40,0-1 24,-2-21-88,2 19 48,0 0-64,0-2 0,0 0 16,1-1-32,0 0-24,-3-16 56,3 16-152,0-1-232,0 1-152,-1-1-216,2-1-208,-1 0 960,-3-14-1185,2 12-279,0 0-384,0 0-369,0-2-504,0 0-391,-2-2 3112,0-8-2497,2 8 633,-2 1 552,2-6 191,-2 5-1879,0-8 3000</inkml:trace>
  <inkml:trace contextRef="#ctx0" brushRef="#br0">14402 116633 7753,'0'0'0,"0"0"1641,0 0-49,-1 0-96,0 0 0,0 0 9,0 0-1505,1 0 1472,-1 0-72,0 0-207,0 0-233,0 0-192,1 0-160,0 0-608,0 0 472,0 0-72,0 0-120,0 0-80,0 0-23,0-4 15,0 2-192,0 1 208,0-8-8,0 6-64,2-8-40,0 2 0,0 1 8,0 1-104,-1 4 136,2-8-24,0-3-56,6 0-32,-7-2-8,6-1 56,-7 5-72,0 8 80,7-13 8,-6 2-64,1 0-48,6-2 32,-7 1 40,4 4-48,-3 7 40,-1-11-16,1 0-48,6 2-16,-7 1 24,1 0-16,-1 6 32,-1 4-40,2-1 16,1-5-24,-3 7-8,2-1 88,-1 0-16,-1 1-16,0 1 24,-1 1 16,2-2-96,0 2 32,-2 0-16,2 2 96,-2 0-56,0-1 112,2 7-32,-2-6-8,2 8-112,-2-7 48,2 10 8,-2-6-16,0-3 40,2 9-24,0 2-40,0 4-48,0-1 16,0 1 40,-2-8 16,0-5-24,2 11 32,-2-2-48,2-1 24,1 0 16,-1-3 0,-1-4 0,-1-2 56,3 5-40,-1-1-40,0-6 8,0 6 40,0-6 8,-1-2-32,0 0 56,1 3-32,0-2-32,0 0 16,0-2 24,0 0 40,0 0-72,-1 0 64,2 0-48,0-1 0,1-2 0,-2-6 8,7 5 32,-8-1-56,0 0 32,7-4-32,-6 0-16,6-3-24,-5-2 40,10-3 0,-9 7 0,1 0 24,4-9-24,-1 1-24,-5 0-8,7 3 16,-6 0 32,0 7-16,0 1 0,-2-7 16,1 1-48,6 0 24,-7 2 48,-1 2-16,1 7-24,0 0 56,-1-8-64,2 8-24,-1-1 16,0 1 16,0 1 32,-2 1-32,0-1 40,2 1-56,-2 0-24,2 0 40,0 3 16,0 7 0,-1-9-16,0 1 56,1 8-72,0-1-16,0 0 24,0 3-24,2-1 16,-3-4 16,0 1-24,8 8-16,-7 0-48,7 4-40,-6-1-80,8-1-184,-7-10 392,1 2-520,4 6-273,-1 0-215,1-1-152,0 0-248,-1-1-209,-5-8 1617,2 1-1816,3 6-409,0-2-375,0-1 127,1 0 561,-6 0 584,1-9 1328,2 1-864,-4 8-33,1-10-1967,-3 0 2864</inkml:trace>
  <inkml:trace contextRef="#ctx0" brushRef="#br0">14953 116421 7897,'0'0'0,"-3"0"2921,1 0-1265,0 0-560,0 0-231,1 0-41,1 0-824,-1 0 840,0 2 0,0 0-32,0 0-80,1 0-87,0 0-49,0-1-592,0 1 512,0-1-72,2 1-96,1 0-8,5-2-48,-5 2-48,-1-2-240,4 0 216,-2 2-96,6-2-32,-2 0 16,1 0 8,0 0-24,-7 0-88,5 0 80,2 0-64,0 0-16,1 0 24,-1 0-8,-1 0 8,-6 0-24,4 0 40,2-2-56,1-1-8,-1 1 48,0 0 8,-5-2-8,-2 4-24,9-3 0,-6 0-40,5 0 16,-7 0 8,1-1 56,0 0 0,-2 2-40,0-4 16,-1 2-32,0 0-8,0-5 32,0 6 8,-1-7 8,1 9-24,-3-2 32,-1-8-64,-5 7 32,5-6 0,-4 6 32,3-6 32,4 8-64,-8-1 56,5-7-40,-6 7-8,6-6 24,-7 6 8,7-6 8,3 8-48,-8-1 40,5-7-48,-6 6-8,7-1 16,-5 0 24,5 0 16,3 4-40,-3-4 32,0 0-48,1 0-24,1 1 40,0-1 0,1 1 40,0 3-40,0-3 16,3-2-48,6 1 8,-6 1 8,8-1 8,-3 1 32,-7 2-24,7-1 16,2-2-48,2 1 24,3-1 16,-1 1-8,1 0 40,-14 3-40,12-2 32,1 1-104,-1 0 24,-1 1-8,0 0-40,1 0 136,-13 0-40,11 2 40,1 1-40,-1 0 56,0 6-16,0-7 0,1 1 72,-12-3-112,11 10 129,0-7-33,0 6 16,-1-6 40,0 7-8,-1-7 48,-9-3-192,8 12 224,-5-4 24,7 0-24,-8 1 56,0-6 0,0 10-40,-2-13-240,2 9 296,-2 0-80,0 2 0,0-1 40,0 0-24,-1 1-232,1-11 264,-1 10 0,-1 0-104,0-1-16,0 1-24,-1-1-32,3-1-16,0-8-72,-2 8 64,2 1-64,-1-1 0,1-5 8,0 8-8,0-8 0,0-3 49,0 9-9,1-7-80,1 1-9,2 1 9,6-1-120,-7 0 160,-3-3-312,11 3-272,0-1-440,1 0-376,3-2-465,4 0-615,1-1 2480,-19 1-3489,23-2-1024,0-1 896,2-1 937,-1-6 991,-1 2 857,-5 0 832,-17 7-968,19-10-376,-2-1 304,-19 12 1040</inkml:trace>
  <inkml:trace contextRef="#ctx0" brushRef="#br0">12664 114294 4344,'0'0'0,"0"0"288,0 0-39,0 0 87,0 0 176,0 0-512,0 0 712,0 0 176,0 0 136,0 0 49,0 0 47,0 0 8,0 0-7073,0 0 12986,0 2-6009,0 0-127,0 1-169,0-1-64,0 7-96,0-7-576,0-1 504,0 8-48,0 0-80,1-2-72,-1 5-16,3 0-39,-3-2-249,0-5 224,2 9-32,-2 2-64,2 1-56,-2 0 24,2 0-16,-2-4-80,0-7 96,0 12 32,0-1-48,0-1 32,0-1 8,0 0-72,0-6-48,0-3 88,0 8 0,-1 0-88,-1-1 24,0-1 16,0 0-40,0-5 0,2-2 72,-2 5-32,0-2-40,0 0-24,2-5 24,-2 6 16,2-9-16,0 0 24,-2 3-40,1-1-24,0 0 16,0-2-24,1 0 24,0 0 24,-1 0-104,0 0-56,1-1-96,0-2-24,0-7 16,0 8-32,0-5 296,0 2-232,0-4 7,0-2-39,0-1 8,0-1 48,0-3 24,1 4 184,0 3-208,1-15 56,1-1-8,5 1 16,-5 1 120,0 3-8,1 10 32,1 1 0,-3-8-24,7 2-8,-6 0 0,7 2 32,-7 0 8,1 7-8,1 0 48,-2-5-64,6 1 8,-6 1 8,7 5 8,-8-5 40,2 8-48,0-1 56,-2-2 8,6-4-32,-6 6 48,1-2 24,5 2 24,-6 0-128,-2 1 168,4-1-32,-2 0-16,7 1 8,-7 0 32,1 0-16,-1 1-144,-1 0 176,2 0 16,0 0-23,0 0 55,0 0-8,0 3 32,-2-1-248,-1-1 240,3 3-40,-1 5-40,-1-7-24,2 7 32,-3-6-8,0 3-160,0 0 168,0 4-24,0 0-8,0 2 8,-1 1 8,-1 0 40,1-8-192,0 2 200,-2 6-16,1-1-16,-2 0 0,2 1 24,-1-1 0,2-7-192,-1 2 216,0 6 40,0-1-16,0-1 17,0 0-9,0 1-16,1-8-232,0 2 248,0 4-80,0 0-16,0 0-40,0-2 40,1-5 16,0 0-168,0 3 144,0-4-32,0 7-48,2-7 40,0 0 64,1 1 32,-2-2-200,1 1 200,6 0-32,-6-2-80,2 2 16,5-2 8,-7 0 0,0 0-112,4 0 120,-4-1-64,8 0-56,-7 0 16,8-1 24,-7 0 8,-1 1-48,5 0 40,-5-1-40,8-1-40,-7-1 24,6 1-40,-7 0-64,0 2 120,5-1-344,-5-1-352,9 0-360,-9 1-393,8 0-423,-8 0-512,0 2 2384,5-2-3201,-5 0-1064,9 0 600,-10 0 1049,10 0 999,-9 0 921,0 1 696,5-2-640,-5 0-472,7-1-32,-10 4 1144</inkml:trace>
  <inkml:trace contextRef="#ctx0" brushRef="#br0">13205 114584 3888,'0'0'0,"0"0"0,0 0 664,0 0-95,0-1 151,-2-1 192,2-1 128,0 0 64,0 1-1104,0 0 1121,0-2-25,0 0-88,0 0-40,0 0-104,-1 0-55,0 1-809,1-2 784,-1 2-96,-1-1-24,2-5-40,-1 6-56,1-1-56,-1 0-512,0 0 473,1 1-81,-2-5-56,1 5 0,0-7-16,0 7-16,1 0-304,-1-2 320,0 2-40,0-1-8,0-4 32,0 5-32,0 0-8,0 1-264,0 0 264,-1-3-48,0 2-64,1 0 8,0 0-56,-1 1-23,1 2-81,1-1 128,-2 1-80,1 0-16,0 0-32,-1 3 24,1 6 16,0-7-40,0-1 72,1 9-88,-1 0 16,0-1 32,-1 3 32,0 2 64,2-9-128,0 4 80,-2 7-80,2 1-56,0 0 56,0 0 16,0-2 8,0-10-24,0 5 32,0 4-32,0 0-16,0-2 16,0 0 0,2 1-16,-2-10 16,0 5 0,2 3-96,0-1-64,-2-1-48,2 1-73,0-7-31,-2 0 312,2 4-400,0-4-192,-2 6-104,2-5-96,-2 5-112,2-6-73,-2-1 977,0 5-1184,2-4-296,-2 0-312,2 5-321,-2-8-303,0 4 47,0-4 2369,2 2-1776,-2-2 567,2 2 465,-2-2 136,2 0-1704,-2 0 2312</inkml:trace>
  <inkml:trace contextRef="#ctx0" brushRef="#br0">13089 114642 11546,'0'0'0,"0"0"0,0 0 2545,-1 0-1113,-2-2-368,1 1-80,1 0 0,-1 0 41,1 1-1025,0-1 1008,1 0-144,-2-1-64,2 0-152,-2 0-119,1 0-65,1 2-464,-1-1 328,1-1-96,0 0-24,0 0-64,0 0 32,0 0-64,1 1-112,0 0 88,3-1-72,-2 0-16,7 0 8,-5-1-64,5 1 112,-8 2-56,6-2 48,2 0-96,0-1-48,0 1-312,0 0-240,1-1-313,-10 3 961,12-3-1296,2 0-408,4 0-521,1-6-687,1 7-809,-2-1 296,-16 3 3425,14-4-2440,-1 0 823,-1 1 681,0-1-608,-14 4 1544</inkml:trace>
  <inkml:trace contextRef="#ctx0" brushRef="#br0">13554 114428 15523,'0'0'0,"-3"0"2544,1 0-2544,2 0 929,-2 0-481,0 0-200,1-2-32,0 2 72,1-1-24,-2 0-264,2 1 304,-1 0-48,1 0-128,0 0-24,0 0-56,0-1 8,0 1-56,0 0 64,0 0 0,3-2-80,-1 2 0,2-1 16,5 0-8,-6 0 8,-3 1 0,10-1-104,-2-1-280,1 2-280,0-2-304,0 2-409,-1-2 1377,-6 2-1744,6-2-473,2 0-463,-1 0-233,0 0 625,1 0 719,-4 1 1569,-4 1-1064,6-1-56,0 0-848,-8 1 1968</inkml:trace>
  <inkml:trace contextRef="#ctx0" brushRef="#br0">13609 114468 9442,'0'0'0,"-1"0"4809,-1 2-2281,-6 0-1168,5 0-383,-4 0-977,5-2 880,-2 3-48,-5 0-176,6 0-136,-1 0-128,-4 0-128,6-2-264,2 0 280,-3 1-104,-1 0-56,2 0-24,-2 0-40,4-2 9,-1 1-65,0 0 88,1-1-8,0 2-40,0-2-56,3 0 32,7 0-32,-8 0 16,-1 0 0,9-1-80,-2 0-193,1-1-287,3-1-408,2 0-456,-1-5 1424,-7 5-1977,14-5-783,3 0-913,1-1-8,-3 0 1009,0 5 895,-9-3 1777,-6 4-1040,10 0-1168,-16 3 2208</inkml:trace>
  <inkml:trace contextRef="#ctx0" brushRef="#br0">13993 114247 3688,'0'0'0,"0"0"448,0 0-40,0-1 233,0 0 295,0-1 288,0 1-1224,0 0 1376,0-1 33,0 0-33,0 1-24,0 0-55,0 0-25,0 0-1272,0 1 1152,0-1-200,0 0-152,0 1-183,0 0-105,0 0-64,0 0-448,0 0 432,0 0-64,0 2-56,0 1 32,0 6-16,0-6-32,0 2-296,0 2 320,0 2-88,0 0-72,0 4-8,0 3-48,0 3-24,0-10-80,0 3 80,0 9-40,0 0-48,0-2 8,2-1-32,-2 0-56,1-11 88,0 4-168,-1 5-160,2 1-136,-2-2-120,2-2-176,0 1-192,-1-9 952,0 2-1249,2 4-447,-2-2-496,3 0-601,-1-6-368,0 5 697,-2-8 2464,0 0-1705,1 3 657,0-1 400,1 0-1576,-3-2 2224</inkml:trace>
  <inkml:trace contextRef="#ctx0" brushRef="#br0">14165 114234 4937,'0'0'0,"0"0"608,0 0-40,0 0-64,0 0-504,0 0 608,0 0 152,0 0 160,0 0 97,0 0-25,0 2-104,0-1-888,0 0 752,0 7-112,-1-6-56,-1 8-47,1-6-17,0 8-48,1-10-472,-1 5 384,1 2-64,-2 2-64,1-1 8,0 0-48,0 2-24,1-10-192,0 9 128,-2 2-48,1 0 16,0 0 32,0 0 24,0 0 24,1-11-176,-1 7 128,0 2-64,0-1 0,0 1-16,0-1 24,0 0-8,1-8-64,0 5 8,0 3-8,0-2 0,0 0 88,0-5-16,0 6-16,0-7-56,0-2-8,0 2-128,0 1-64,0 1-40,0-2-64,0 0-8,0-2 312,0 0-336,0 2-16,0-2 48,2 0 24,0 0 16,0-1 64,-1 1 200,0-2-168,1-1 48,0-1 48,0 0 48,1-4 16,-2 5 24,0 3-16,2-4 64,0-4-24,0 5 24,0-6 80,0 6-16,0-6 48,-3 9-176,3-3 176,0-6-72,0 6 8,0-7-32,1 8-24,-1-8 8,-3 9-64,2-1 32,7-9-40,-7 7-16,1-7 24,0 7-32,5-6 64,-7 9-32,0-2 48,2-7-96,1 6 48,4-5-8,-7 6-40,3-5 80,-4 7-32,3-1 16,0-1-64,0-1 40,0 1-16,0 0 0,-1 0 72,-2 3-48,2 0 40,-2 0-24,2 0 40,-2 0 32,0 0 72,0 2 160,0-2-320,0 3 392,0 0 40,-1 6 32,-1-7-8,-1 6 1,1-5 39,2-3-496,-2 11 424,0-8-64,0 8-72,0-8-40,0 8-8,0-7-32,1-4-208,1 10 168,-2-7-88,2 7-32,-2-7-8,2 6-16,0-5-24,0-4 64,0 9-24,0-6-40,2 6-8,2-7-8,-1 6 0,5-6 16,-8-2-8,2 4-32,7 4-120,-7-6-136,6 0-136,-6 0-200,6 0 632,-7-2-896,2 2-305,7-2-375,-7 0-480,9 0-657,-9 0-504,7 0 3217,-9 0-2512,2-1 751,9-2 705,-10 0 520,9 0-504,-8 0-448,-3 3 1488</inkml:trace>
  <inkml:trace contextRef="#ctx0" brushRef="#br0">14443 114513 14667,'0'0'0,"-1"0"3400,0 0-1807,-2 0-553,0 0-1040,2 0 792,-4 0-96,2 0-208,0 0-128,0 0-88,0 0-55,1 0-217,1 0 192,-1 0 0,0 0-56,0 0-32,1 0 24,0-1-48,0 0-80,1 1 96,0-1-8,0 0-48,2 0-16,1-1-32,0 0 32,3 0-24,-3 1 72,0-2-48,7 0 8,-6-1-8,7 1-24,-8 0 32,4 1-32,-3 1 24,0-2-8,7-1-56,-8 1 24,7 0 56,-7 0-40,2 1 0,-1 1 32,0-2-8,5 0-64,-6 0 8,6 1 48,-6-1 16,2 2-32,-1 0 8,-3-1-16,8 0-64,-7 0 32,1 0 48,0 0 24,-2 1-32,1 0 40,0-1-40,0 0-40,0 0 8,-2 1 32,0-1 48,0 1-48,0 1 40,0-2-56,0 0-8,-1 0 8,-1 0 32,-1 0 40,1 2-56,1 0 40,-2-2-40,0 0-16,-1 0 16,2 0 40,-2 0 32,3 1-72,0 0 72,-1-1-48,-1 0-48,1 0-8,0 0 64,0 0 8,1 0-40,0 1 40,-1-2-40,0 0-40,1 0 0,0 0 40,0-1 24,0 3-24,1 0 16,0-3 0,0 1-56,0 0-8,2 0 64,0 0-32,-1 2 16,1-1 48,7-1-48,-6 0-56,7 0 56,-7-1-32,8 0 64,-10 3-32,1-1 40,9-1-56,-8 0-24,9 0 8,-9 0 24,6 0-8,-8 2 16,1 0 16,7-1-16,-6 0-56,7 0 40,-7 1 0,5 0 48,-7 0-32,0 1 8,7-1 8,-6 1-40,1 0 8,0 0 88,0 0-72,-2 0 0,1 0 56,0 0-32,0 0-64,-2 0 56,0 2 40,0 0 0,0-1-56,0 1 64,0 1-32,0 0-32,-2 0 0,-1 5 16,-1-5 96,3-1-112,-1 3 96,-1-3-8,1 8-8,0-7-48,0 6 24,0-6 24,1 1-80,0 1 72,0-2-56,0 7-16,0-7 0,0 6 32,0-6 24,1 0-56,0 3 56,0-2-40,0 5-32,0-6 16,2 6 16,1-6 40,-2 0-56,1 2 56,6-2-56,-6 5-32,6-6 8,-4 6 40,6-6 8,-9-1-24,1 1 40,10 1-80,-2 0-16,-1 0 40,0 0-8,1 1 64,-8-4-40,4 2-32,4 0-104,-1-2-152,0 0-216,0 0-248,1 0-353,-8 0 1105,5 0-1528,2 0-616,1-2-817,0-2-1104,0 1-152,-1 0 1217,-6 3 3000,4-3-1905,2 0 1009,0-5 536,0 5-112,0-1-336,-1-4-96,-8 8 904</inkml:trace>
  <inkml:trace contextRef="#ctx0" brushRef="#br0">12689 114835 4272,'0'0'0,"0"0"465,0 0 63,-1 0-528,1 0 736,-1 0 200,0 0 112,1 0 8,0 0-7,0 0-17,0 0-1032,0 0 1016,0 0 8,0 0-15,0 2-25,-1-2-40,1 2-56,0 0-888,0-2 808,0 4-104,0-2-159,0 2-81,0 4-64,0-6-16,0 8-384,0-10 392,0 3-48,0 9-88,0-2-56,0 2-24,0 3 0,0-1-176,0-13 152,0 17 8,0 0-80,0 0-40,0 2 8,0-1-8,0-3-40,0-14 56,0 14-40,0 0-8,0-2 8,2 0 8,-2-2 8,2-2-32,-2-9 0,2 8 24,0 0-48,1 0-8,-3-6 64,2 5-48,-1-6 16,-1-2 16,0 2-48,3 0-96,-3 0-8,2 0-24,-2-2-32,2 0 192,-2 0-224,0 0 8,2 0-72,-2-4-32,2 0 32,-2-4-40,2 4 328,-2 4-304,0-12 32,2 3-40,-2 0 56,2-2 48,-2-3 31,2 3 177,-2 8-136,0-14 40,0-1 16,0 1 16,0 0 56,0 2-8,0 3 16,0 9-8,0-11 32,0 0-64,0 3 16,0-1 48,0 1-32,0 3 8,0 5 8,0-6 32,0 5-56,2-5 8,-2 6 16,2-5 8,-2 6-16,0 2 8,2-4 32,0 0-40,0 0-24,0 0 48,1 1 8,0 1-32,-2 1 64,7-2 16,-6 1-16,6 1-16,-6 0 24,6 0 33,-6 0-105,-2 1 152,9 0 0,-8 0 8,8 0-32,-7 0 8,1 0 24,-1 1-160,-1 0 184,7 1 16,-6 0 0,2 0-24,-2 0 24,2 0 48,-2 0-248,-2-2 264,4 4 24,-1-2-32,-1 1-16,0 6-16,0-8 8,-2 2-232,0-2 256,0 2-16,0 6 0,0-7-40,0 8 33,-1-7 15,-1 4-248,1-3 240,-3-1 8,2 8-56,-2-8-24,2 9 32,-1-10-24,1 6-176,0-4 160,-1-1-24,0 8-96,0-8 16,0 9 0,1-9 8,1 4-64,0-3 64,-1-1-8,1 9-64,0-10 8,0 8 0,1-7 8,0 2-8,0-2 32,0-1-16,2 6-32,1-6-40,0 2 56,5-2 0,-6 0 0,-1 0-16,9 1 0,-8 0-136,9-1-160,-3 0-64,0-2-232,-2 1 608,-2 0-720,5-1-233,0 2-327,1-2-312,2 2-409,1-2-567,-4 1 2568,-3 0-3217,10-1-184,-2 2 889,1-2 879,-2 0 769,0 0 456,-6 0 408,-1 0-664,6 0-1312,-12 0 1976</inkml:trace>
  <inkml:trace contextRef="#ctx0" brushRef="#br0">13260 115043 9121,'0'0'0,"0"0"0,0 0 2321,0 0-1041,0 0-360,-1-1 41,0 0 79,-2 0-16,2 0-1024,-1 1 1008,-1-2-176,0 2-127,-1 0-65,-4 0-112,5 0-40,2 0-488,-2 0 456,-5 0-64,5 0-88,-1 3-32,-5-1-56,7 1-64,0-2-152,0 1 136,-7 1-40,6 0-72,0 0 32,-1 5-16,0-5 24,2-2-64,0 0 56,-2 3-32,1 4-32,0-6-24,-1 1 32,2 0 32,2 1-32,-1 0 24,1-1-40,0 0 16,0 0 0,0 1 32,0-3-32,0 1 24,0 0-24,3 0-56,-1 0 56,1 0-24,0-2 0,-2 1 24,1 0 24,1-1-80,0 0 8,5 0-8,-6-1 16,1-1-16,-2 1 56,1-1-56,6-2-24,-5-1-48,0-3 48,6 5 16,-7-1 48,1 2 16,2-4-24,-3 3-32,6-1-24,-6-5 40,6 7 24,-5-3 48,-2 2-32,1-2 40,6 2-56,-8 0-8,3-1-16,0 0 64,0 0 16,-2 3-40,0-1 56,1-1-32,0-1-8,0 1 8,-2 1 16,2 1 16,-2 1-56,0-1 32,3 1-32,-3 0 16,0 0 24,0 2-16,0 0 16,0-1-40,0 1 80,0 8-104,0-7 24,2 6 40,-2-6-24,1 7 72,-1-9-88,0 1 96,3 10-40,-1-4-16,0 1 64,0 1 8,0 1 8,-1-9-120,0 6 121,1 3 15,0 1-16,0-1 72,-2 0 0,2 1-24,-2-10-168,0 7 176,2 2-48,-2-1-16,0 1 0,0-1 40,0 0 56,0-8-208,0 6 168,0 3-40,0-1 0,-1 0-16,-1-1 8,0 1-56,2-9-64,-2 7 64,-1 0-96,-1 0 32,0-5 72,-1 8 0,2-9 40,2-1-112,-7 2 40,5 5-40,-1-6 16,0 0-16,-4 0 56,6 0-24,2-1-32,-4 0-56,-4 1-128,6-2-136,-2 0-112,0 0-176,0 0-160,4 0 768,-4 0-1113,1-1-375,0-2-440,0 0-553,1-1-760,1-4-615,0 7 3856,2-1-3009,-1-8 913,0 5 887,0-5 745,2 6-72,1-6-392,-3 9 928,3-2-1504,-3 3 1504</inkml:trace>
  <inkml:trace contextRef="#ctx0" brushRef="#br0">13614 114975 15107,'0'0'0,"-1"0"3232,0 0-1903,-2 0-513,-1 0-88,1 0-32,0 0-696,3 0 608,-3 0-152,0 0-64,0 0-127,1 0 39,1 0 24,0 0-328,1 0 304,-2 0 16,1 0-136,0 0-72,1 0 0,-2 0-56,2 0-56,0 0 96,0 0-40,0 0-40,2 0 0,0 0-32,2 0 16,3 0 0,-6 0 16,1 0-16,6 0-216,-6 0-144,6 0-200,-5 0-312,5 0 872,-6 0-1153,1 0-343,8 0-520,-8 0-585,8 2-736,-7-2-472,5 0 3809,-7 0-2832,1 0 935,7 2 793,-7-2 512,5 0-1472,-8 0 2064</inkml:trace>
  <inkml:trace contextRef="#ctx0" brushRef="#br0">13641 115072 14355,'0'0'0,"-1"0"5425,0 0-3609,-2 0-872,-1 0-312,1 0-632,3 0 585,-3 0-121,-1 0-136,1 0-104,2 0-56,-1 0 16,0 0-184,1 0 152,0 0-8,0 0-80,0 0-16,1 0 24,0 0-16,0 0-56,0 0 96,2 0-24,0 0-56,2 0-16,5 0-48,-7 0 40,4 0 8,-3 0-48,0 0-104,9 0-296,-3 0-400,0 0-417,1 0-575,-1 0 1840,-5 0-2497,11 0-1119,-1 0-1033,1 0 1120,-1 0 1096,-1 0 1041,-4 0 1392,-5 0-592,8 0-1008,-12 0 1600</inkml:trace>
  <inkml:trace contextRef="#ctx0" brushRef="#br0">14074 114831 5721,'0'0'0,"0"-1"1136,0 1-56,0 0-1080,0 0 840,0 0-7,0 0 199,0 0 208,2 0 64,-2 0-47,1 0-1257,0 0 1088,-1 3-136,3 0-136,-2 7-96,2-7-96,-1 6-119,-2-7-505,2-1 424,0 11-112,0-2-88,0 0-48,0 2-56,0 2-16,-2-10-104,2 7 48,0 3-16,0 2-24,0 1 16,-2 0-8,2-2-96,-1-12 80,0 10-224,-1 1-200,2 0-224,0 1-209,-2-2-231,2 0-280,-1-11 1368,1 10-1728,-1 0-393,1-1-279,1 0-17,-1 0 617,0-2 575,-2-8 1225,2 1-760,0 9-112,0-9-1248,-2-2 2120</inkml:trace>
  <inkml:trace contextRef="#ctx0" brushRef="#br0">14255 115065 8417,'0'0'0,"0"0"0,0 0 2881,0 0-641,0 0-775,0 0-321,0 0-128,0 0-104,0 0-10570,0 0 20133,0 0-9787,0 0-64,0 0 0,0 0-136,0 0 0,0 0-13875,0 0 27198,0-1-13547,0 0 0,0 0-24,0-1-80,0 0 16,0 2-176,2-3 121,-2 0-65,2 0 24,0-5-8,0 4 8,0-4-80,-2 8 40,2-5 40,2-5-80,-2 6-40,2-6 112,-2 6-56,2-7-16,-4 10 64,3-7-24,5 0-64,-6-1-32,1 1 40,0 4 16,5-6 0,-8 10 32,2-4 8,2-6-112,-2 6 32,2-7 40,-1 8-16,5-5 16,-8 7 32,0-2-48,3-1-64,0 0 8,0 1 32,0-1 40,-1 2 0,-2 2 16,2-1 40,0 0-72,0 1-24,1 0 64,-2 2-48,1 1 24,-1-2 24,-1 7 64,2-6-104,-2 7 0,2-6 48,-2 9-48,2-10 16,-2-1 16,0 10 24,2-8-40,-2 8 8,2-8 48,-2 9 16,2-10-72,-2-2 56,0 12 8,2-9-64,-2 7-8,2-7 56,0 7 0,0-9-48,-2-1 24,2 9 16,0-7-64,0 1-8,0-1 88,0 0-16,0 0-40,-2-2 32,3 2-8,-2-2-40,2 0 8,-1 0 88,0 0-48,0-1-32,-2 1 24,2-2 48,1-1-128,0-1 40,0-4 32,0 4-48,0-3 32,-3 6 0,3-4 16,6-5-40,-8 6-48,3-6 56,-1 2 0,3 1 16,-4 5-8,0-6 16,1 0-8,0-1-40,6 5 72,-8-6-24,2 8-8,-2 1 0,1-8 56,7 6-64,-9-1-8,3 1 32,0 0 40,0 1-56,-3 2 24,3-2 56,-1 1-32,1 1-80,-1 0 120,-1 0-24,1 3-64,-1-3 112,1 8 32,0-5-104,0 6-40,-1-6 40,1 6-40,0-6 0,-1-2 16,1 10 40,1-8-96,0 8-8,0-8 40,5 8-8,-6-8 16,-2-2 72,3 10-64,7-8-104,-8 6-144,6-6-200,-6 6-216,4-7 656,-4-1-921,1 7-351,7-6-488,-7 1-585,8-1-775,-8 0-793,5-2 3913,-5 0-3241,0 0 985,8 0 919,-7 0 809,6-3 80,-7 0-352,3-3 800,-3 4-1552,-3 2 1552</inkml:trace>
  <inkml:trace contextRef="#ctx0" brushRef="#br0">14738 114985 10378,'0'0'0,"-1"0"3761,0 0-1729,-1 0-936,1 0-272,0 2-824,0-2 769,1 0-57,-2 3-64,1-3-56,1 2-64,0-2-72,0 1-456,0 0 416,0-1-72,0 2-64,3-2-40,-1 2-40,1-2-7,-2 1-193,0 0 136,3-1-24,4 2-64,-6-2-16,6 2 32,-5-2-32,3 0-32,0 0 64,-3 0-48,8 0-32,-8 0 48,8 0-16,-8 0 8,3 0-24,-1 0 40,-1 0-64,7 0-8,-8-1-8,6-1-16,-5-1 0,0 3 56,0-1-120,-1-1-96,5-1-41,-6 1-31,1-1 48,0 0 40,-1 2 200,-1-1-152,1-1-48,0 0-8,0 0 48,-2 0 16,0 0 56,0 1 88,0 1-40,0-3 16,0 2-16,0-2 40,-1 2 0,0-2 0,1 3 0,-1-1 24,0-1-8,0 1-32,0 0 32,0 0 16,-1 0-16,2 1-16,-1 0 56,0-2-72,0 0-24,0 1 56,0-1-32,0 0 56,0 2-40,1-1 24,-1 0-32,0-1-32,1 0 0,0 0 40,0 0 8,0 2-8,0-1 16,0-1 0,2 0-32,0 0 0,0 0 32,1 0-16,-2 1 0,1 0 24,7-1-48,-7 0 8,6 0 8,-6 0 16,6 0 24,-7 2-32,1-1 8,7-1 8,-6 0-40,7 0-8,-8-1 24,8 2 16,-9 1-8,1-2 32,7 1-24,-6-1-16,6 1 8,-5 0 24,5 0 16,-8 1-40,1 0 48,6 0-32,-6 0 8,6 0 32,-6 0 16,1 0 64,-2 1-136,2 0 120,0 0-8,0 0 0,0 0-8,-1 3 56,-2 0 0,0 0-160,0 4 144,0-5-24,0 8-48,-1-7 48,-2 7 40,-1-7 33,4 0-193,-2 5 184,-2-4-56,2 7-32,-2-8 16,1 8 24,0-8 24,2 1-160,-1 4 128,-1-5-88,1 8-24,0-8 8,1 6 8,0-6 32,0-2-64,1 6 72,-1-4-96,1 5 48,0-6 16,0 1-8,0 5 48,0-7-80,2 0 32,1 2-64,0 1 32,0-1 0,6 0 32,-7 0 40,0-3-72,6 2 24,-5-2-48,7 2-24,-7-2 64,8 2 24,-7-2 32,-4 0-72,10 2 16,-7-2-48,8 0-24,-8 0 56,9 0 48,-9 0-40,-3 0-8,11-1-40,-8 0-152,8-1-200,-8 0-144,6 0-281,-5-1-255,-3 3 1072,7-1-1448,-5-2-569,5-1-615,-6 1-849,6 0-392,-6 0 1057,-1 3 2816,1-3-1849,7 0 881,-9 0 632,2 0-104,-2 0-408,0 1-424,0 2 1272</inkml:trace>
  <inkml:trace contextRef="#ctx0" brushRef="#br0">2387 114059 5793,'0'0'0,"0"0"784,0 0 32,0 0-816,0-3 888,0-2 48,0 1 161,0-1 151,0 0 40,0 1 1,0 4-1289,0-3 1176,0 0-144,0 0-184,0 0-120,0 1-152,0 1-55,0 1-521,0 0 488,0 0-128,0 0 16,0 4-32,0 9-80,-2-11 32,2-2-296,-1 16 280,0-4-112,-1 3 56,0 3 0,1 3-64,-2 5-160,3-26 208,-6 32-24,-7 2-104,10 1-16,-1-3-8,-1-1 8,1-4-64,4-27 96,-5 26-24,0-4-168,1 0 24,0-2 24,3-2 32,-2-2 16,3-15 96,-2 11-32,1-7-88,-1 9-16,1-11 24,-1 0 0,1 0 16,1-3 0,0 0 40,0 3-104,0-3-40,0 0 64,0-1-80,0-5 120,0 5-56,0-14-8,0 1-136,0-1 40,0-2-24,0-1 32,0-2 152,0 18-144,0-24 24,3-7-32,0-3 0,-3-6 56,3 3 24,-3 3 72,0 32-88,0-36-8,0 5-40,0 1-16,0 1 24,0 5 80,0 4 48,0 21-40,0-21 80,0 2 8,0 2-88,0 5 64,3 1-8,0 9-16,-3 4-24,3-13 96,0 10-80,2-2-56,0-7 88,-3 9-72,1 0 48,-2 3-16,2-4 80,0 1-64,1 1 16,1 1 40,-1 1-40,0 1-16,-3 0 80,4 0 8,-2 0-80,2 3 8,-3 1 32,3 1 8,-2-1-56,-3-3 88,3 11 40,0-9-88,1 10 24,-2-9-16,1 13 56,0-14-104,-3-2 112,4 16 24,-1-3-32,-3 0-40,3 1 48,-3 4 8,2-4-120,-1-11 128,-1 17 8,0 0-88,0 0 24,0 1 16,0-1 32,-1-4-120,0-12 144,0 16-8,-1-1-32,1-1-48,-1-3 64,1 1 0,-1-5-120,2-8 176,0 10-7,0-1-89,0 0-24,0-9 24,0 12 16,0-13-96,0-2 120,0 11 8,0-8-104,3 0-24,-3 1 40,3-1 16,0-1-56,-3-1 72,3 3 8,2-2-80,7 0 0,-9-3 72,2 2-8,4-2-64,-4 0 56,-1 0-72,12 0-64,-4 0-48,2 0 32,-2-1 32,-4-2 64,-4 2-152,9-4-160,0 0-193,0 1-271,0-1-208,1 0-272,-4 3 1256,-6 0-1617,8-2-511,1 0-609,0 1-543,0 0 599,-1 0 809,-4 1 1872,-4 1-1225,9 0 449,-1-1-704,-8-1-560,-4 3 2040</inkml:trace>
  <inkml:trace contextRef="#ctx0" brushRef="#br0">2872 114190 5969,'0'0'0,"0"0"704,0 0-704,0 0 768,0 0-1536,0 0 2424,0 0-704,-2-2 145,2 0 103,0 1 0,-2 0-32,2 1-1168,0-2 1105,-1 0-153,0 1-112,-1-1-80,0 1-104,1-1-55,1 2-601,-2-1 536,2-1-104,-1 1-56,-1-1-8,1 0-72,-1-1-8,2 3-288,-1-3 296,-1 0-96,-1 0 32,0 0 32,-2 0-16,1 0-248,4 3 256,-3-3-8,0 0-72,-1 1-56,0 1 89,0-1-89,-1 1-120,5 1 120,-5-2-8,2 0-104,0 2-16,0 0 64,0 0-16,0 5-40,3-5 56,-3 5 8,-2 7-48,2-7-16,0 10 40,0-2-40,0 0 0,3-13 24,-3 19-8,-2 4-40,1 4 8,1-1 16,0 0 24,1-3-24,2-21 48,-1 21-24,1 0-40,0-1-24,0-1 40,0 0 32,0-1-32,0-18 40,0 21 0,3-2-80,0 1 0,0-1 8,0-1 32,0-3 0,-3-15-40,3 15 0,0-2-96,0 0-96,0 0-1,2-1-127,-1-3 360,-4-10-488,5 12-112,0-9-248,-1 10-152,1-11-176,-2 2-297,-1-1 1473,-1-4-1752,-1 5-369,3 0-375,0-2 23,-3 0 601,3 0 592,-3-3 1280,0 0-817,3 3 1,-3-3-1968,0 0 2784</inkml:trace>
  <inkml:trace contextRef="#ctx0" brushRef="#br0">2709 114496 8177,'0'0'0,"0"0"0,0 0 1953,0 0-25,-1 0-392,-1-1-143,2-1 39,0 1-96,0 0-1336,0 0 1289,0 0-129,0-1-232,0 0-152,0 1-152,0-1-120,0 1-504,0 1 465,0-2-73,0 1-120,3-1-40,0 1-64,0-1 0,0 1-168,-3 1 168,5-2-72,-1 1-8,10-1-80,-11 2 8,13 0 24,-13 0-40,-2 0 32,18 0-16,-5 0-104,-1 0-136,1 0-168,0-1-192,-5 0 584,-4 0-833,9-1-279,0 1-360,0 0-377,-1 1-455,1-2-521,-5 1 2825,-4 0-3216,8 0 671,0-1 705,-1 1 608,0-1 31,0 1-1439,-12 1 2640</inkml:trace>
  <inkml:trace contextRef="#ctx0" brushRef="#br0">3103 114492 6809,'0'0'0,"0"0"1520,-1 0-47,0 0-1473,0 0 1144,0 0-112,-1 3 40,0-3 1,1 3-89,0 2-120,0-3-864,0 0 664,-1 10-136,1-9-112,0 10-64,-1-10-40,2 9-24,0-10-288,0-1 265,0 13-89,0-10-56,0 12-64,0-12 24,0 13 16,0-15-96,0 1 72,0 14-24,0-13-48,0 12-8,0-12 16,0 10 8,0-12-16,0 1 32,0 9-32,0-9-32,0 1 32,0 1-48,3 0 0,-3-4 48,0 1-32,0 1-64,0 0-24,0-3 8,0 0 0,0 0 8,0 0 104,0 0-72,0-5-17,0 1-15,0-2 40,0-7 16,0 9 16,0-2 32,0-2-24,0 2-16,0-9-32,0 9 48,0-13 0,-1 5 24,0 9 0,0-4 40,1-5-56,0 0-16,0 1 16,0-1-8,0 2 48,0 7-24,0-2 40,0 1-40,0-10-16,0 10 16,0-8 24,0 10 0,1-2-24,1-2 48,-2 5-48,3-2-24,0-1 16,0 0 40,0 1 40,-2 4-72,1-2 88,2-2-16,-2 0 0,2 1 24,0-1 49,1 0 39,-4 5-184,2-1 208,2 0 0,0-1 0,-1 0 64,1 1 16,0 0 64,-4 1-352,2 0 336,9 0-56,-9 0 0,2 0 48,0 2 0,-1 2 104,-2-4-432,1 2 392,1 2-48,1-1 1,-2 0-9,0 0 8,0 0 16,-3-2-360,0 1 296,3 3-56,-3-1-48,0 1 24,0-1-32,0 1 0,0-4-184,-2 3 152,-2 0-104,-2 1 8,0 0 0,0 7 32,-7-9-32,10-3-56,2 4 32,-5 1-32,-6 0-16,7-1 56,-8 1 8,9 0-48,3-4 0,-10 2-64,6 2-120,-1-1-128,-6-1-128,7 0-176,0 0-256,4-2 872,-4 1-1129,1-2-319,-1 3-312,2-3-345,1 0-455,1 0-425,1 0 2985,0 0-2937,0 0 729,0-1 752,4-4 623,1 1 137,7-3-2136,-9 6 2832,-6 2 0</inkml:trace>
  <inkml:trace contextRef="#ctx0" brushRef="#br0">3389 114223 7201,'0'0'0,"0"0"1896,0 0 81,-2 0-393,1 0-1584,0 0 1393,0 0-97,0 0-120,-1 0-144,0 0-136,1 0-135,0 0-761,1 0 656,-2 0-192,0 0-112,1 0-96,-1 0-48,1 0 0,0 0-208,0 0 136,1 0 0,0 3-104,0-3 0,0 3 8,0-3-8,0 2-32,0 0 72,0-2-40,0 0-40,3 3 8,0-3 0,1 0 40,-3 0-40,0 0 40,3 0-56,0 0-40,8 3-48,-9-3-48,10 0-184,-12 0 336,1 0-512,10 0-184,-9 0-208,9 0-89,-9 0-143,10 0-224,-11 0 1360,-1 0-1584,11 0-321,-9 0-239,9 0 39,-9 0 505,2 0 504,2 0 1096,-2 0-729,-2 0-143,2 0-1840,-5 0 2712</inkml:trace>
  <inkml:trace contextRef="#ctx0" brushRef="#br0">3401 114364 5169,'0'0'0,"-2"0"1984,1 0-384,-2 0 233,-2 0-97,3 0-1736,-1 0 1624,1 0-127,-2 0-145,2 0-144,-2 0-135,1 0-169,2 0-904,-1 0 824,-1 0-200,2 0-168,-1 0-88,0 0-104,1 0-80,0 0-184,1 0 160,-2 0-40,0 0-24,2 0-16,0 0-8,0 0-8,0 0-64,0 0 72,0 0-64,5 0 8,0 0 1,-1 0 7,1 0-24,2 0 0,-3 0 0,8 0-97,-9 0-103,9 0-176,-9 0-328,2 0 704,3 0-1096,-6 0-416,11 0-553,-10 0-607,11 0-577,-10 0 248,1 0 3001,4 0-2224,-5 0 728,10 0 407,-9 0-1663,-5 0 2752</inkml:trace>
  <inkml:trace contextRef="#ctx0" brushRef="#br0">3810 114101 3992,'0'0'0,"0"0"216,0 0-104,-1 0-32,1 0 40,0 0-120,0-1 169,0-1 87,-2 0 208,2 1 248,0 0 288,0-1 280,0 2-1280,0-2 1409,0 0-33,0 1-56,0 0-128,0-1-95,0-1-57,0 3-1040,0-3 960,0 1-128,0-1-32,0 2-15,0-1-113,0 0 56,0 2-728,0-1 704,0 0-152,0-1 8,0 1-72,0-1-80,0 1-15,0 1-393,-2-2 384,1 2-144,0 0-16,-1 0-32,0 0-80,1 0 72,1 0-184,-2 0 168,1 0-80,-1 0 32,1 3-32,-2 2-32,0-1 40,3-4-96,-3 5 104,0 0-80,-1 7 8,2-9 8,-2 2-24,0-1 16,4-4-32,-5 12 40,0-9-72,1 2 24,-1 0 48,1 7-24,1-12 0,3 0-16,-3 4 64,-1 1-104,3 0 0,-1-1 56,1 1-48,1-1 32,0-4-16,0 5 72,0-2-96,3 0 8,2 0 24,-1 0-8,8 0 16,-11-3 24,1 4 8,3-2-64,9 2 8,-11-1-8,9 0 32,-9 0 0,-3-3 48,14 3 8,-10 0-88,10 0 16,-9 0 8,9 0-8,-10 0 16,-3-3 56,12 3-16,-9 0-64,8 2-24,-9 0 24,9-1 24,-9 1 0,-3-5 24,5 4 48,7 1-80,-9 0-8,0-1 72,2 1-40,-1-1-16,-4-4 40,3 5 32,0 0-88,0-1 32,0 0 56,-3 2-16,0-3-56,0-2 112,0 3-24,-1 1-56,-1 0-32,-2-1 16,-1 9-16,0-11 0,4-1-48,-11 3 64,7 1-120,-9 7-48,8-12 24,-9 5-176,10-1 304,4-3-392,-14 3 8,8 1-128,-8-1-24,9-1-24,-10-3-193,11 0 753,4 0-944,-14 0-392,9-1-537,-10-2-511,10-3-521,-9-8-303,11 4 3208,4 8-2665,-16-12 817,10-5 703,-8 1 601,11-2 16,-1 0-656,1 4 1184,3 12-1808,0 4 1808</inkml:trace>
  <inkml:trace contextRef="#ctx0" brushRef="#br0">3743 114053 6833,'0'0'0,"0"0"1792,0 0-1792,0 0 2025,0 0-209,0 0-344,0 0-247,0 0-137,0 0-120,0 0-9562,0 0 18188,0 0-8641,0 0-105,0 0-128,3 0-80,-1 0-80,1 0-560,-2 0 488,2 0-40,2 0-136,7 0-95,-9 0-57,9 0-24,-8 0-136,-3 0 136,14 0-56,-3 0-40,1-1-64,0-1 0,1 1 8,-4 0 16,-6 0-40,13-2-96,1-2-136,2 1-273,2-2-191,-1-6-280,-7 9 1016,-6 1-1240,13-4-217,-1-7-359,0 9-568,-1-1-889,-1-1 312,-6 2 2961,-6 2-2200,11-2 679,-1-1 569,-1 2-1632,-15 3 2584</inkml:trace>
  <inkml:trace contextRef="#ctx0" brushRef="#br0">4237 114297 18331,'0'0'0,"-2"0"3201,-1 4-2033,-3-2-455,0 2-25,0-2-88,2 0-600,2 0 552,-3 1-216,0-3-80,1 3-56,-1-3-48,2 3-32,2-3-120,-1 0 112,-1 3-72,1-3-48,1 0 16,-1 0-16,1 0 32,1 0-24,0 0-88,0 0-64,0 0-208,3 0-288,0 0-288,2-2-465,-3 1 1401,0-1-1816,3-2-649,-1-1-1079,1 1-769,7-1 944,-12 0 985,2 3 2384,1 0-1409,1-3 385,1 1-1128,-5 4 2152</inkml:trace>
  <inkml:trace contextRef="#ctx0" brushRef="#br0">4451 113900 8649,'0'0'0,"0"0"2753,0 0-2753,0 0 2240,0 0-767,0 0-201,0 0-80,0 0-104,0 0-159,0 0-9123,0 0 17188,0 0-8306,-1 3-96,1 2-32,0-1-40,0 8-24,0-8-496,0-4 449,0 13-105,0-8-88,0 12-48,0-5 16,0 0-32,0-7-192,0 4 168,0 7-56,0 2-56,0 2 32,0 1-16,3 1-8,-2-17-64,-2 10 72,4 5-112,-3 0 0,3 0 24,-3-2 16,3 0 24,-2-13-24,-2 7-8,4 5-120,-3 0-96,0-2-152,3 0-192,-3-1-265,0-10 833,4 6-1112,-4 3-208,2-1-224,-2-8-105,4 14-231,-4-16-337,0 1 2217,2 7-2792,-2-7-17,4 0 689,-4 0 703,3-3 657,-3 0 112,0 0 648,3 0-2400,-3 0 2400</inkml:trace>
  <inkml:trace contextRef="#ctx0" brushRef="#br0">4651 113954 5113,'0'0'0,"0"0"1848,0 0-144,0 0-1704,0 0 1633,0 0-241,0 3-128,0-3-103,0 3-121,0-3-56,0 0-984,0 3 968,0-3-80,0 3-47,0 2-49,0-1-64,0 1-728,0-5 648,0 4-64,0 9-184,3-10-40,-3 9-32,0-7-48,0 11-280,0-16 296,3 14-79,-3 0-97,3 1-8,-3 1-32,3-1 16,-3 1-96,0-15 96,0 16-40,0-2-56,0 1-16,0-1 32,0 0-16,0-1 0,0-13 0,0 13-24,0 0-88,0 0-104,0-2-73,0 1-127,0-9 416,0-4-624,0 17-128,0-13-288,0 9-256,0-10-209,0 1-463,0 1 1968,0-5-2601,0 3-479,0 0 343,0-3 777,0 0 823,0 0 609,-1 0 528,1 0-616,-2-1-1792,2 1 2408</inkml:trace>
  <inkml:trace contextRef="#ctx0" brushRef="#br0">4643 114227 4817,'0'0'0,"-2"0"1160,2 0 168,0 0 344,0-2 73,0 1-1745,0 1 1704,0-2-128,0-1-231,0 0-169,0-2-120,4 1-88,-2 0-968,-1 3 889,2-3-105,0-9-136,1 9-112,1-2-56,0-7-112,-2 10-368,-2 2 320,4-6-56,0-5-120,7 8-48,-9-2 0,1-7-40,0 10-56,-3 2 64,11-5 16,-9-6-64,2 6-16,-1 0-16,1 0-8,-2 2 24,-1 2-16,2-4-40,1 2-64,0-1-80,-1 0-80,-1 1-40,0 1 320,-3 1-336,3 0-8,0 1-16,1 1-24,-4 0-16,0 0 48,0 3 352,0-1-264,0 10 56,0-7 56,0 8 16,0-8 24,0 11 80,-2-14 32,2 0 32,-3 15 104,1-13 88,-1 13 88,2-12 80,-1 12 48,1-14-440,1-2 488,-2 16-32,1-12-64,-1 12-72,1-13-32,-1 13-16,2-14-272,0-1 240,0 12-23,0-10-81,0 10-40,0-11 0,0 9-32,2-10-64,-1-1 56,2 4-32,0 7-48,0-12-48,2 5 8,0-2-32,2-1 96,-2-1-160,-2 2-225,9-3-295,-9 0-408,10 0-360,-10 0-417,4 0 1865,-2 0-2576,-1 0-1041,10-3 136,-10-1 905,9-2 911,-10 2 865,4 2 800,-2 0-792,-1-3-1328,-4 5 2120</inkml:trace>
  <inkml:trace contextRef="#ctx0" brushRef="#br0">5028 114188 7937,'0'0'0,"-1"0"4089,-2 0-1320,-1 0-1633,3 0-1136,0 0 768,-1 0 24,0 4 48,1-4-47,-1 2-25,1-2-112,0 2-656,0 0 600,1-2-96,0 3-104,0-3-16,0 3-88,0-3-16,2 0-280,-1 0 224,4 0-55,-1 0-73,9 0-32,-10 0 32,9 0-16,-11 0-80,1 0 72,10 0-24,-8 0-72,10 0 40,-12-2 40,11 1-16,-12 0-40,1 0 56,10 0-32,-9-1-48,9-1-8,-8 0 32,8 0 0,-11 2 0,1-1 16,2-1 8,1 0-64,0 1 24,-1-1 32,1 0 0,-3 2-16,1-1 16,0-1-8,-1 0-32,-2 0-32,0 0 56,0-1-24,0 4 24,0-2 8,-1-2 24,-2 2-72,-2-2 40,1 0 0,-1-1 0,4 4 0,-3-3 40,0 0-32,-1-1-16,1 1 32,-1-1-8,0-1 8,4 4-24,-2-2 56,-2-3-72,1 1 8,-1 0-24,2 0 32,0 0 16,3 4-16,-2-2-16,1-2 16,-1 0-64,1-1 24,1 1 24,0 0-16,0 4 32,0-2 16,0-2-56,0 0-32,3 0 64,2 0 8,-1 1 0,-2 3 0,1-1 24,1-1-80,1-1 8,9 1 48,-11-1-32,9 2 64,-11 2-32,1-1 40,11-1-72,-10 0 8,9 0 48,-9 1-24,1 1 40,-3 0-40,3 0 40,8-1-64,-9 1-16,2-1 40,0 2 24,7 0 32,-12 0-56,3 0 80,0 0-80,1 0-8,1 0 32,0 3 16,-2 2 16,-2-4-56,1 3 40,1 0-64,0 10-16,0-11 48,-3 9 48,3-9 40,-2-2-96,-2 14 40,1-10-24,3 12 0,-3-13 8,0 13 72,0-13 0,1 0-96,1 9 56,-2-8-16,3 12 8,-3-12-8,4 10 56,-4-11 16,0-3-112,2 12 56,2-8-32,-2 8-24,2-8 48,0 7 16,1-8 24,-4-3-88,2 10 24,2-8-24,7 9-24,-9-9 48,2 2 32,9-1-56,-13-3 0,2 3 0,11 1-80,-9-2 8,12 0 16,-13-3-40,16 3-96,-17-3 192,8 0-416,2 0-216,-2 0-273,3 0-287,0-2-264,0 1-425,-12 1 1881,10-2-2528,2-1-1057,-2 0 0,0 0 953,0-2 879,1 1 953,-12 3 800,10-3-496,1 0-496,-7-1-640,-5 5 1632</inkml:trace>
  <inkml:trace contextRef="#ctx0" brushRef="#br0">2135 115261 8337,'0'0'0,"0"-2"2177,0 1-601,0 1-504,0 0-1072,0 0 1049,0 0-33,0 0-88,0 3-56,-2 1-120,2 1-48,0-2-704,0-1 609,-1 11-153,0-8-160,-1 10-72,2-3-24,-2 2-32,1-4-168,1-4 176,-1 12-104,-1 2-48,0 0 16,1 0 0,-1 0 48,1-9-88,1-4 80,-2 12-16,2-2-88,0-1-16,0 0 48,0-3 8,0-4-16,0-4 40,0 7-56,0-7-8,0 9-24,0-11 8,0 2-40,0-3 80,0 0-128,0 1-96,0 0-32,0-3 16,0 0 48,0 0 48,0 0 144,0 0-120,0-1-56,0-4-16,0 1 32,3-10 40,-3 9 8,0-4 112,0 2-49,0-6-47,0-1 0,3-3 72,-3 0 0,4-1 64,-4 9-40,0 0 32,2-9-80,-2 0-48,4 2-32,-4-1 16,2 0 16,0 8 96,0 1-104,2-7 8,1-1-24,7 1 40,-9 1 56,11 0 0,-12 7 24,1 0 24,13-5-24,-3 0 0,-1 0 48,-7 5 24,11-5 48,-13 10-120,-1 0 88,13-3 8,-10-1-48,9 1-8,-10 1 80,10 1 8,-12 2-128,0 0 208,10-1-31,-9 2 7,9 0 64,-9 0 56,2 0 80,-4 2-384,0 1 440,3 2-8,-1-1-64,-3 10-16,0-11-72,0 11-16,0-12-264,0 1 248,-2 14-16,-3-5-48,-7 3 0,8 5 56,-10 1 8,12-11-248,-2 4 281,-13 9 7,11-2-40,-9 1 56,8-2 0,-8-2 56,13-11-360,0 3 336,-12 7-8,9-2-72,-1-1-72,0-2 32,1-7-8,4 1-208,-3 5 200,0-9-72,2 3-72,1 0-40,1-1 56,0 0-24,0-3-48,0 0 88,3 3-48,0-4-56,2 3 8,8-3 8,-9 0 24,1 0-24,3 0 88,-3 0-40,10 0-48,-10 0-16,13-2-104,-4-3-24,-9 4 144,4-2-480,5-1-104,0-1-272,-1 0-240,4 1-137,2-2-383,-14 4 1616,6-3-1928,6 1-585,0-1-872,-1 0-455,-1 1 911,0 1 921,-11 2 2008,6 0-1073,2 0 553,-7-1-376,9 2-1016,-14 0 1912</inkml:trace>
  <inkml:trace contextRef="#ctx0" brushRef="#br0">2786 115443 4488,'0'0'0,"0"0"737,0 0 247,0 0 328,0-1-1312,0 1 1560,0-2 113,0 1-105,0-1-176,0 1-191,-2-1-201,1 1-1000,0 0 856,0 0-104,0-1-152,-1 1-56,0-1-47,-2-1-33,0 1-464,3 1 488,-3-2-72,-1 2-80,0-1-72,1 0-56,-1 1-16,2 0-192,1 0 224,-2 0-16,-1 0-48,0-1 8,1 2 16,0 0 0,1 0-184,1 0 240,-3 0-8,1 0-72,1 3-23,-2 1-25,2 1-8,1 4-104,1-4 96,-2-2 0,0 11-56,0-10 0,-1 15 16,2-7 24,-1-4-80,3-4 88,-2 10-48,1 0-24,-1 1-32,0 0 32,1 1 8,0-4-24,0-4 40,1 12 40,0 0-88,0 0-32,0-2 48,0 0-72,2-7 64,-1-5 0,-1 13-16,4-2-96,-4 0-48,3-2-64,-3 0-96,2-6 320,-1-4-449,-1 7-199,2-7-176,-2 9-192,4-11-128,-4 1-201,0-1 1345,0-1-1688,0 1-585,0-3-679,0 3-41,0-3 761,0 0 807,0-1 1425,0 1-728,0-5 240,0 0-672,0-7-616,0 12 1776</inkml:trace>
  <inkml:trace contextRef="#ctx0" brushRef="#br0">2606 115652 5873,'0'0'0,"0"0"1840,0 0 273,-2 0-49,1 0-224,1 0-87,0 0-1753,0 0 1600,0 0-248,0 0-231,0 0-169,0 0-176,0 0-136,0 0-7081,0 0 13410,0-2-6601,0 1-80,0-1-72,0 2-31,0-1-65,1 1-120,1 0 112,1-2-72,2 2-56,7 0 64,-9 0-48,11 0 0,-12-1 0,0 1-48,14-2-168,-4 2-217,2-2-351,0 2-400,0-1-384,-9 1 1568,3 0-1961,8 0-647,-1-2-801,-2 2 32,1-1 865,0-1 871,-8 2 1641,2-1-952,6-1-728,-14 2 1680</inkml:trace>
  <inkml:trace contextRef="#ctx0" brushRef="#br0">3362 115432 12722,'0'0'0,"0"0"4809,0 0-3176,0 0-1025,0 0-184,0 0-424,0 0 480,0 0 128,0 0-56,0-1-96,0-1 8,3 1-104,0 1-360,-2 0 289,1-2-9,2 2-112,-1 0-88,1 0 72,8-1-88,-9 0-64,-3 0 72,13 0 24,-9-1-96,10 1 0,-9-1-40,12 1 0,-14-1 40,-2 2-56,16-2-120,-12 1-240,11-1-321,-11 1-335,12 0-352,-13-2 1424,-3 2-1705,15-2-367,-11 0-593,12 0-623,-12 0 191,12 0 881,-14 0 2216,-2 3-1425,16-3 681,-13 0-144,10 0-1032,-14 3 1920</inkml:trace>
  <inkml:trace contextRef="#ctx0" brushRef="#br0">3502 115514 12146,'0'0'0,"-2"0"5201,-1 0-2656,-3 0-1289,-6 3-216,9-1-1040,1-1 1048,-4 2-87,-6 0-233,7 0-232,1 0-72,-2 0-112,2-1-312,3-1 256,-3 2 8,-1 1-208,2-4 16,1 2 0,2-2-56,0 2-16,0 0 88,0-2-32,3 2-112,2-2 8,7 0 32,-7 0-40,5 0 56,-4 0-104,7 0-256,1-1-336,1-4-384,3 1-369,1-2-463,-6-3 1912,-5 4-2344,18-1-681,0-9-1008,-1 10 304,2-10 1057,0 10 983,-13-2 1689,-4 2-800,12 1 80,-1 0-1200,-21 4 1920</inkml:trace>
  <inkml:trace contextRef="#ctx0" brushRef="#br0">4044 115074 12418,'0'0'0,"-2"0"3897,0 2-2321,-1 3-631,-2 0-113,4 1-832,0 3 840,-3-4-64,2 8-160,-3-8-80,2 13-32,0-4-15,1-6-489,-1 3 488,-2 10-72,2 1-96,0 4-48,2 0-48,-1 0-24,2-14-200,-1 5 168,-1 12-80,2 0-64,0-1-24,0-2 0,0-2-16,0-15 16,0 6-24,3 6-144,2-1-224,7-1-208,-9-3-240,2-4-193,0-10 1033,5 1-1304,-7 11-208,10-11-409,-11 0-695,11 0-977,-9-3 56,1 0 3537,3 0-2592,-5-1 911,11-4 881,-10-10 64,8 2-1184,-12 13 1920</inkml:trace>
  <inkml:trace contextRef="#ctx0" brushRef="#br0">4304 115069 11818,'0'0'0,"0"0"4329,-2 3-2337,2-2-1992,-4 2 1169,-1 2-121,-1 8 48,0-10-8,0 10-199,-6-8-121,10-1-768,-1 9 632,-9 2-112,5 5-96,-8 3-24,3 3-40,0 2-88,9-22-272,-6 17 216,2 6-112,-6-1 0,8 0-24,0-1 40,1-1 16,3-21-136,0 13 112,1 3-48,0-2-64,5-2 40,7-5-40,-7 0 32,-4-9-32,16-1 16,-3 10-64,0-12 48,1 3 32,1 0 24,-1-3 8,-12 0-64,8 0-32,2 0-16,0-1-8,-1-4 40,0 1 64,1-9-8,-12 12-40,10-4 0,3-10-16,-1 1-24,1-1 56,-1 0 0,-9-3 24,-2 17-40,10-13 16,-9 0-72,1 0 24,0 2 16,-1 0 0,-3 0 48,0 11-32,0-5 16,0-9-80,-3 9-8,-2-9 0,-7 9-48,6-11-56,5 15 176,-15-10-216,0-2-208,1 0-64,1 1-96,0 6-256,2-5-152,11 11 992,-10-1-1345,5-3-567,-10 1-681,12-1-935,-10 4-649,11-1 912,3 2 3265,-5-2-2184,1 1 967,-1-1 737,4 1-56,-1-1-1464,2 2 2000</inkml:trace>
  <inkml:trace contextRef="#ctx0" brushRef="#br0">4799 115040 12962,'0'0'0,"0"0"4145,0 0-4145,0 0 1633,-1 0-633,0 3-120,-1 0 24,0 1-120,1 1-152,0 7-632,1-10 529,-2 3-49,0 11-96,1-2-16,-1 0-16,1 6-72,-1-1-280,2-15 224,-3 23-40,0 1-96,0-2-48,0-1 48,0-2-72,1-3-16,1-16-16,-2 24 0,1-2-184,1 0-176,-1-3-240,1-1-352,-1-5 968,2-13-1241,-2 16-167,1-2-240,0-1-41,-1-3-103,2-2-233,0-9 2025,0-2-2384,0 11-369,0-12 377,0 4 696,0 0 711,0-4 569,0 0 400,0 0-344,0 0-728,0-2-664,0 2 1736</inkml:trace>
  <inkml:trace contextRef="#ctx0" brushRef="#br0">4746 115442 3664,'0'0'0,"0"0"1521,0-3 319,0-1-1840,0 3 2465,0-11 319,0 7-575,0-12-553,0 5-376,0 0-240,2 3-1040,-1 5 889,2-8-161,0-1-128,0-1-88,2 0-104,-1 0 0,0 4-408,-3 6 392,11-10-48,-9 0-72,9 1-48,-8 0-55,8 1-25,-10 4-144,-1 4 168,11-9-48,-9 7-40,2-9-24,7 9 0,-8-8-32,-2 11-24,0 2 48,2-12-8,1 11-56,0-4-8,-1 4 24,1 0 0,-3 1 0,-1 0 40,-1 1 16,0 5-56,0 0 0,-2 10 40,-1-12-40,2-1 56,-5 15-16,-1-3-16,-4 4-8,6 3 40,-9 2 80,11-9-136,1-6 192,-10 13 32,9-1-8,-1-1-24,-1-3 24,2 2-32,2-10-184,0-1 184,1 5-88,0 0-48,0-7-8,3 9-16,0-11 80,-1-2-104,0 1 56,0 2-24,3 1-80,0-2 8,7 0 24,-9-3-8,4 2 24,-2-1 0,-1-1-120,7 0-136,-7 0-136,9-3-216,-8-2-216,3 3 824,-2 0-1033,-1-4-303,10 0-272,-11-1-337,13 1-487,-12 2-673,3 1 3105,-1 1-3553,-2-3 817,9 1 887,-10-1 849,9 2 616,-11 0-192,1 2 576,-1 1-2048,-2 0 2048</inkml:trace>
  <inkml:trace contextRef="#ctx0" brushRef="#br0">5105 115358 11506,'0'0'0,"0"0"3513,0 0-3513,0 2 1624,-2-2-640,1 3-128,-1-3-7,2 3-129,0-3-136,0 2-584,0 0 408,0-2-48,0 3-32,0-3 48,0 3 8,0-3-24,0 1-360,0 1 336,3-2-39,0 3-81,1-3-8,0 3-16,1-3-56,-1 0-136,4 0 160,-5 0-72,9 0-32,-9 0-16,10 0-24,-10 0 48,1 0-64,4 0 40,-5 0-8,1 0-32,1 0-16,8 0 56,-10 0 8,-2-1-48,2 0 40,2-2-16,7 0-88,-9 0-8,1-1 56,2-1 0,-5 3 16,2-1-8,1-1-8,0-1-56,-1 0 8,0 1 32,-3-2 48,0 4-16,0-2-16,0-2-24,0-1 0,0 1 8,-2 0 24,-2 0 32,2 4-24,-1-2 40,-2-2-40,1 0 0,-1 0 0,0-1 32,1 1 24,3 4-56,-3-2 40,0-1-56,-1 1-24,1-1-16,-1 1 40,2-1 16,2 4 0,-1-3-8,-1 1-48,1 0-72,1 0 48,-1 0 24,0 0 32,2 2 24,0-2-16,0-1-64,4 0 8,-1 1 16,0-2 72,1 2 0,-2 2-16,1-1 0,9-1-56,-9 0 16,10 0 24,-11 0 32,11 0 48,-12 2-64,1-1 32,10-1-24,-9 1 8,2 1 56,7-1 32,-9 0 32,-2 2-136,3-1 128,9 1-48,-11 0-40,3 0 64,-1 0 0,9 0 56,-11 0-160,-1 0 136,2 0-48,2 0-8,-1 5 16,1-1 48,-2 1 0,-3-4-144,3 2 112,0 2-40,0-1-8,0 10 8,0-11 72,-3 10-40,0-11-104,3-1 64,-3 11-16,3-9-32,0 9 40,0-9 32,1 10-8,-4-11-80,3-1 72,0 3-8,0 9-24,0-11 32,0 3-32,0 0 64,-3-5-104,3 14 56,0-11-24,0 9 24,2-9-24,-1 2 40,1 7-32,-4-12-40,2 3 32,10 2-48,-10-1 0,9 8 32,-7-8-16,8 0 64,-11-3-64,1 3 0,14 0-32,-13 1 16,14 0 16,-14-3-16,16 2 48,-18-4-32,10 3 0,3 0-88,0 0 0,4-3-40,1 3-80,1-3-192,-19 0 400,19 0-680,5 0-512,-1 0-545,0-2-623,0 0-1129,5-3-1528,-28 4 5017,23-5-4001,1-7 1137,1 7 1175,-2-10 1193,0 10 8,-1-12-144,-22 17 632,23-12-1520,-25 13 1520</inkml:trace>
  <inkml:trace contextRef="#ctx0" brushRef="#br0">4711 118710 9073,'0'0'0,"0"0"1993,0 0-345,-1 0-408,0-2 57,0 2-1297,0-1 1448,0-1 88,-1 1-79,1 0-105,0 1-160,-2 0-120,2 0-1072,-1 0 889,-1 0-185,1 0-128,-2 0-112,3 0-64,0 0-24,0 0-376,1 0 304,-2 0-96,1 0-48,-1 0 16,1 0-64,1 0 96,0 0-208,0 0 176,0 0-87,0 0-1,0 0-40,0 0-16,3 0 40,-2 0-72,1 0 72,0 0-72,1 0 16,1 0 0,0 0-56,8 0 40,-12 0 0,2 0-32,10 0-192,-10 0-145,9 0-159,-7 0-272,9 0-224,-11 0 1024,1 0-1392,12 0-529,-11 0-719,11 0-1009,-10-2-512,11 1 920,-11 0 3241,3 0-2320,5 0 735,0-1-1631,-13 2 3216</inkml:trace>
  <inkml:trace contextRef="#ctx0" brushRef="#br0">24859 119498 5729,'0'0'0,"0"0"0,0 0 368,0 0-96,-1 0 88,0 0 232,0 0 256,-1 0 224,2 0-1072,0 0 1153,-2-1-105,1 0-136,0 0-136,0 0-64,0 0-55,1 1-657,-1-1 568,0 0-32,0 0-40,0 0 8,0-1-16,1 1-80,0 0-408,0 1 352,0-3-40,0 2-48,0-2 49,-1 1-9,1 0 0,0 2-304,0-2 272,0 0-64,0 0-16,0 0-8,0-1 16,0 0-8,0 2-192,0-3 152,0 0-24,0-4 0,0 5 40,0-6 0,0 5 0,0 4-168,0-10 184,0 6-80,0-9 40,0 3 0,0 1-16,0 0 88,0 7-216,0-9 152,0-2-40,2-1 32,-2-4 0,2-3 48,0-2 8,-2 20-200,2-17 177,0-2-25,0 1-16,1-1 16,-1 0-16,0-2 16,-2 21-152,2-17 168,-2-3-32,0 0 32,0-1-16,0-1 0,0 1 0,0 20-152,0-18 144,0-2-72,-1 0-16,-1 0 24,0 0 24,0 1 24,1 21-128,-2-19 136,0-3-64,0 1-24,1 0 24,0-1-16,0 1 56,2 21-112,-2-19 176,0-1-104,0 2 40,1 0-8,0-1-24,-2-1 72,3 22-152,-1-20 112,0 0-40,0 0-24,1 0 24,-1 0-16,1 0-8,0 20-48,-1-20 56,1-1-72,0 1 32,-1-2 56,1 1 16,-1 1 16,1 19-104,-1-20 104,1 0-72,0-1-8,-1 2 8,1-1 8,0 0 24,0 21-64,0-21 89,0 1-73,0 0-48,0 0 48,0 0 24,0 1 40,0 19-80,0-18 88,0-1-56,0 3-24,0-1 8,0 0 16,0 2 32,0 14-64,0-12 56,0-2-72,-1 1 32,0-1 0,0-1 0,0 0-16,1 15 56,-1-14-8,-1-2-64,2 0 0,-2 1 32,0-1 16,0 1-32,2 15 24,-2-16 24,1 1-64,-1 0-16,1 0 48,-1 0 0,1 3-16,1 12 64,-1-14-24,-1 2-56,1-1 8,0 3 16,-1-1 8,2 1-16,0 10 16,-2-10 64,1 0-112,0 1 32,0 0 40,1 1-40,-2 0 0,2 9 16,-1-10 0,0 1-32,0-2 16,0 2 48,0-1-32,0 2-16,1 7 56,-1-9-40,0 2-48,0 4 24,0-6 8,0 6 8,0-4-8,1 7 0,-2-2 32,2-6-48,-1 5 16,-1-5 32,1 6 0,1-5-32,0 6 16,-2-1 16,1-6-64,1 6-16,0-1 64,0 0-16,0 0 0,0 4 0,0-8 64,0 4-112,0 0 0,0-4 80,0 5-48,0-1 16,0 4-16,0-9 64,0 6-80,0-1 32,0-5 32,0 6-48,0 0 16,0 2 32,3-7-16,-3 5-16,1-1-32,-1 0 64,3 0-32,-3 1 0,0 2 0,2-2 16,-2 0-64,2-1-16,-2 1 80,2 1-16,0 0 0,-2 1 0,2-1 48,0 0-80,0 0 0,0 0 32,0-1 0,1 2 0,-3 1 48,4-3-32,-1 1-16,6 0-32,-7 0 64,8 0-48,-8 1 16,-1 0-32,10-1 48,-7 0-88,7 1 40,-2 0 48,0-1-16,-2 2 0,-5 0 0,8 0 0,-1 0-16,1 0-56,0 0 24,1 0 64,-4 0-16,-4 0 16,8 0 24,-1 3-56,1-1-8,-1 0 8,0 0-48,-1 0 64,-5-2 32,10 2-32,0 1-48,2-1 8,0 2 8,-2-1 32,-3-2 0,-7 0 32,11 1 8,-1 0-80,0 0-24,-1 0 48,1 0 16,-5 0 0,-4-2 32,12 2 0,-1 2-104,1-1 8,-1 0 32,0-1 48,-7 0-16,-4-2 32,10 2 24,-1 0-96,-1 0-24,1 0 48,-1 0 8,-5 0 8,-3-1 0,7 1 24,1 0-48,-1-2-40,0 2 96,0-2-16,-5 0-16,-2 0 24,7 0 8,-1 0-88,1 0 24,-1 0 0,1 0 48,-5 0-16,-2 0 16,5 0-16,0 0 0,1 0-48,-1 0 80,1 0-48,-5 0 16,-2 0 16,6 0 32,1 0-112,0 0 64,-2 0-16,1 0 8,-5 0 8,-1 0-16,5 0-16,-5 0-32,7 0-40,-8 0 120,7 0 0,-9 0-16,1 0 48,6 0 24,-6 2-104,2-2 48,-2 2-16,7-2-32,-8 1 32,0 0 32,2-1-64,-1 2 24,0-2 8,1 2 8,1-2-8,-3 1 0,1 0 16,0-1-16,0 3-16,1-3 8,0 1 8,0-1 0,-1 2 0,0-1 56,0-1-8,0 0-80,0 0 16,0 0-16,0 0 16,-1 0 16,0 0 16,1 0 16,0 0-64,0 0 48,1 0 0,-1 0 0,-2 0-16,2 0 32,-2 0-8,2 0-24,-2 0-8,2 0 16,-2 0-16,1 0 8,0 0 40,-1-1 24,2-1-80,-2 2 40,2-1 8,-2-2-32,1 3 0,0-2 48,-1 0-80,2 0-16,-2-1 40,2 0 16,-2 0 24,2 1-32,-2 1 32,3-4-32,-1-3 0,0 5 0,0-6 56,0 4-8,-1 1-48,1-2 64,1-4-40,0 1-64,1 0 56,-1-1-16,0 1 40,-2 5-40,1-3 80,1-6-80,0-3 8,1-3-8,-1 0-40,5-1 40,-8 12 0,0-4 0,3-8-32,-1-1 0,0 1 8,0 1 24,1 1 88,-3 12-88,2-5 40,0-3-8,0-1-48,0 1-8,-2 2 48,2 1 40,-2 8-64,0-2 32,2-3-8,-2 4-48,0-5 8,0 6 32,0-6 24,1 8-40,0-1 48,-1-1 0,0-1-64,0 1 16,0-1 16,0 3 40,0 0-56,0-1 32,2 1-80,-2-1-8,0 1-8,0 1 96,1 0-32,0 0 48,-1 0-64,2 0 40,-2 3-24,2-1 16,-2 1 0,1-2-16,1 2-32,-2 5-8,2-6-24,0 6 64,0-4-16,0 7 48,-2-8-32,2 2 16,1 5-48,0 0 0,0 3-8,1 1 40,4-1 16,-8-9-16,0 6 0,3 3 0,6 0-80,-9 2 96,3 0-16,0-2 80,-2-10-80,1 8 88,1 1-56,0 1-8,0-1-32,1 1 16,-2 0-8,-2-11 0,3 7 0,-1 3 0,1-2-40,0 0 56,0-1 8,1-1-8,-4-6-16,2 5 16,2 1-72,-2-5-8,1 7 64,0-8 16,0 1 56,-3-2-72,2 6 16,0-7-88,0 3 40,2 1 32,-1-3 16,0 2 32,-3-3-48,3 2 16,0-2-48,1 2-16,-1-2 96,0 0-32,0-1-32,-3 1 16,3-2 56,5-2-144,-6 1 56,1-5 64,1 5-16,4-5 16,-8 7-32,2-3 16,1-6-32,1 6 0,4-8 48,-8 2-48,3 1 32,-2 8-16,1-9 8,6-3-32,-5 1-72,-1-1 40,1-1 8,5-4 8,-7 15 40,0-14 56,3-4-40,-1-1-32,5 1 32,-6-1-16,1-1 56,-2 21-56,7-17 32,-5-1-32,5 1 0,-6 2 0,7 4-32,-7 1 80,-2 11-48,2-8 48,1-2-64,-1 3 0,0 4 16,0-6-16,0 7 64,-2 3-48,2-4 56,-2 0-80,2 1 8,-2 0 0,2-1-16,-2 1 64,1 3-32,1-2 32,-2 0-64,2 0 16,-2 1 32,2-1-32,-2 2 32,0 0-16,2 0 32,-2 0-80,2 0 32,0 3 32,-2-1-48,2 1 48,-2-3-16,2 8 32,1-5-80,-1 7 0,0-7 48,0 10 16,0-4 16,-2-9-32,2 13 48,0 0-96,0 2 0,0 3 40,0 2-24,0 0 32,-2-20 32,2 21-24,1 1-64,-1-2 40,-2-1-16,2-2 16,-2 0 16,0-16 48,2 16 40,0-3-72,0 1 32,0-2 24,2-1-72,-2 0 0,-2-11 48,3 10-32,0 0-64,0-3-8,0 1 8,0-6 80,5 5-32,-8-7 32,0 1-8,4 1 8,-1 0-64,0 6 16,0-7 32,0 0-16,-3-2 32,3 2 0,0-2-64,1 2 16,-1-2-16,0 0 64,0 0-32,-3 0 32,8-1-16,-6-2-32,2 0-104,-1 0 136,5-2 40,-6-2-56,-2 6 64,3-3 56,1-6-88,5 1-136,-7 0 40,6-3 48,-6 2 16,-2 9-48,9-12 112,-6 0-32,7 0-32,-7-4 56,8-2 24,-8 3-80,-3 14 56,12-17 56,-9 1-96,6 0-16,-5-1 56,5 0-8,-7 4-48,-2 12 48,8-14-8,-6 2-40,2-1-16,4 1 112,-6 1-32,1 2-64,-2 9 56,2-12 40,5 1-128,-8 0 32,3 1 16,5-1 0,-6 4-16,-1 7 24,1-11-8,1 0-40,5 1-24,-6 0 104,1 0 8,0 4-64,-2 7 48,7-6 16,-8-1-112,3 6 0,0-1 16,-1 0 64,0 1-32,-2 2 0,2-2 32,0 1 32,1 0-128,-1 1 96,0 0-32,0 0 0,-2 1-64,2 0 112,0 0-96,0 0 32,0 2 48,0 1-16,-2 4-16,0-5 32,2 0-16,-2 8 0,3-7-64,-3 11 32,0-4 32,0 0-16,0-6 32,0 13-16,0 3-48,0 1 0,0 1-32,0-1 64,0-7 0,0-8 16,0 13-16,0 0-16,0-2-32,0 0 24,0-1 24,0-4 0,0-8 0,0 12 40,0-1-64,0-2-40,1 0 64,-1-1 16,2-3-16,-1-6 56,1 8 24,0 0-112,0 0-16,0-2 8,0-1-8,0-2 48,-2-4 0,2 2-16,0 7-48,0-7 56,1 4-8,-1-6 32,-1 0-16,0-1 56,1 8-24,0-8-48,0 3 0,-2 4 0,2-6 0,-2 0 16,0-1 32,2 3 0,-2-1-32,3 0-80,-3 0 112,2 0-16,-1-2-16,0 0 32,1-1 16,0 2-112,0-2 0,0 0 24,0 0 72,0 0-32,-1 0 0,3-2 24,4-1-40,-5 0-40,6-5 72,-6 4-16,4 2 0,-3 0 32,-1-6-8,9 5-40,-3-2-24,0-3 40,1 5-32,-4 0 32,-3 2 0,7-8 16,-1 6-64,1-1 48,-1-4 0,0 4 32,-3 3-32,-2-1 64,5-2-64,2 0-16,-1 0-48,1 0 32,0 0 96,-3 2-64,-2 0 0,8-1 32,-1 0-64,1 0-32,-1 0 48,2-1 16,-7 3 0,0 0 32,6-2-32,1 1-48,0 1 8,-2 0 24,1 0 48,-7 0-32,-1 1 8,7 0-16,-1 0-56,1 0 48,0 0 32,-1 2 0,-5-2-16,-1 0 48,6 2-48,1 0-80,0 1 64,-1-1 32,0 0-48,-7-2 32,1 0 64,6 2-96,-1 0-16,1 0 80,0 0-16,-1-2 16,-6 1-32,2 0 16,4-1 0,0 2-64,1-2 64,0 2-16,-1-2-48,-6 1 48,2 0 16,3-1-48,1 2 0,-2-2 48,1 0 0,-2 0 16,-5 0-32,2 0 32,4 0-48,-6 0 0,8 0 16,-8 0-16,9 0 48,-11 0-32,1 0 32,8 0-80,-6-2-16,5 2 8,-7-1-8,1 1-40,-1 0 104,0-1-104,1 0-128,-1 0-64,0 1 8,0-1 48,0 1 23,-1 0 217,0 0-224,1-1-8,-2 1-120,2 0 0,-2 0 24,2 0-24,-2 0 352,0 0-352,0 0-32,0 0-64,0 0 16,0 0 16,0 0-8,0 0 2880,0 0-5305,0 0 2433,0 0 8,2 0 88,-2 0 72,0 0 64,0 0 184,0 0-120,0 0-8,0 0 24,2 0 64,-2 0 32,0 0 16,0 0-8,0 0 24,3 0-24,-3 0 40,0 0 24,0 0 32,0 0-96,0 0 112,0 0 32,0 0 56,0 0 104,0 0 40,0 0 40,0 0-1872,0 0 3345,0 0-1545,0 0-40,0 0-40,0 0 16,0 0-24,0 0-3369,0 0 6498,0 0-3201,2 0-24,-2 0 24,2 0 8,-2 0 40,0 0-200,0 0 168,2 0 0,-2-1-8,0 0 72,0 0-8,0 0 24,0 1-248,0-1 208,0 0-64,0 1-16,0 0 24,0 0-8,0 0 0,0 0-144,0 0 152,-1 0-96,-1 0 9,0 0-9,0 0 0,0 0 8,1 0-64,0 0-16,-2 2 16,1 0 0,1 0 48,0 0 40,0 0-56,1-2-32,-1 2 8,0 0-16,0 1-56,1-1 80,0 0 0,0 0 40,0-2-56,0 2 64,0 0-96,2 0 48,0 0-16,0-2 0,0 2 104,-1-2-104,1 0 32,2 0-32,-1 0 0,0 0 16,0 0 8,0 0 40,-2 0-64,7 0 56,-6-1-96,1 0 40,0-1 0,5 0 16,-6 0 56,-1 2-72,2-3 32,0 0-16,0 0-32,0-1 32,0 1-16,1 0 40,-4 3-40,2-3 32,2-2-48,-1 1-16,0 0 16,0 0-8,0 0 48,-3 4-24,3-4 80,-1-1-96,0 1 48,0-4-8,-2 5-64,3 0 80,-3 3-40,0-4 48,0-1-96,0 1 80,0 0-32,-1 1-40,-1-1 128,2 4-88,-2-2 48,-2-1-64,0 3 32,-4-2-16,5 2-16,-1 0 40,4 0-24,-9 2 32,6 2-88,-1-1 56,-5 5 16,6-6-64,-1 6 96,4-7-48,-8 1 24,5 6-48,-1-6 24,0 7 8,0-6-32,1 6 64,3-9-40,-3 2 32,1 7-32,0-7 16,2 6-32,0-6 0,0 7 32,0-9-16,0 2 32,2 1-32,2 0 0,-1 0 32,6-1-32,-7-2 24,-2 0-24,10 0 32,-7 0-64,7 0 24,-6-1 16,7-2 40,-8 0-48,-3 3 32,12-4 16,-9-5-64,6 6 16,-6-1-32,7-5 48,-7 7-16,-3 2 40,9-10-8,-7 7-16,1-5-64,0 4 80,0 0-32,0-4 0,-3 8 64,2-4 8,-2 0-72,0 0 0,0 0 16,0 1 16,0 0-32,0 3 64,-1-3 8,-2-1-56,0 4-64,0-2 80,-1 2-64,1 0 32,2 0 32,-7 0 0,5 2-80,0 1 32,-1-1 8,-1 1-8,1 0 16,4-3 16,-4 3-32,1 0-32,0 0-56,0 6 56,0-7-32,1 0 80,2-1-192,-3 2-96,2 5-240,1-6-209,0 1-79,0 1-224,0-2 1040,0-1-1232,0 2-337,0 5-543,2-8-777,2 4-1200,-1-1 265,-1 0 3824,-1-3-2897,8 3 969,-7-1 1039,6 0 321,-5-2-40,5 0-32,-5 0 640,-3 0-688,10-1-352,-7-1 152,-3 2 888</inkml:trace>
  <inkml:trace contextRef="#ctx0" brushRef="#br0">27445 117065 5849,'0'0'0,"1"0"0,0 0 824,-1 0 40,0 0 304,0-1 281,-1 0 215,0 0-64,0 0-1600,0 1 1409,-1-1-281,-1 0-208,2 0-88,-1 0-32,1 0-47,1 0-753,-1 0 720,0 1-112,0-2-128,0 1-16,0 0-32,0 0-64,1 1-368,-1-1 328,1 0-56,0 0-48,0 0 25,0 0 7,0 0 16,1 0-272,0 1 288,1-1-80,1 0-56,6-1 16,-6 2 0,7-1 24,-9 0-192,1 1 224,9-2-56,-2 2-64,-1-2 48,1 2-8,3-2-56,-8 2-88,3 0 152,7 0-112,4 0-8,2-1 56,0 1-136,1 0 80,-13 0-32,4 0 16,6 0-72,1-1 56,0 1 0,0 0 8,-1-1 56,-11 1-64,5 0 40,8-1-24,-1 0-48,0 0 32,-1 0-16,-1 0 48,-11 1-32,4-1 56,6 0-56,0 0-16,-1 0 16,0-1 16,-1 2 32,-9 0-48,4 0 56,3 0-88,1 0-8,-3 0 8,0 0 16,0 0 64,-7 0-48,2 0 24,4 0-24,-1 0-24,0 0 8,-4 0 16,7 0 0,-10 0 0,0 0 56,7 3-72,-5-3-8,0 0 40,5 2-48,-6-2 72,-1 0-40,0 0 32,1 0-48,0 0-24,1 0-8,-1 2 24,0-2 8,-1 0 16,0 0-88,-1 0-24,0 0-56,0 0-80,0 0-64,0 0 312,0 0-456,0 0-128,0 0-184,0 0-137,0 0-239,0 0-248,0 0 6641,0 0-12155,-1 0 4802,0 0-425,-1 0-447,0 0 431,-1 0 737,3 0 1808,0 0-1184,-2-1 632,2-1-57,-2 0-719,1-1-960,1 3 2288</inkml:trace>
  <inkml:trace contextRef="#ctx0" brushRef="#br0">28146 116641 4672,'0'0'0,"0"0"0,0 0 1137,0 0-929,0 0-32,-2-1 144,2 0 216,0-1 304,0 2-840,0-1 1072,-1 0 97,-1 1-1,1-2-80,0 1-104,0 0-47,1 1-937,-1-1 824,0 0-144,0 0-88,0 1-64,0 0-64,0 0 16,1 0-480,-1 0 456,1 2-63,0 1 23,0 5-8,0-4-40,0 5 48,0-8-416,0 1 376,0 11-64,0-1-32,0 1-48,-1 4-8,1 1 8,0-17-232,0 15 240,0 3-80,-1 0-40,0 0 8,0 0-64,0 0 32,1-19-96,-2 20 96,0-1-96,-1 1 8,1 0 24,-1 0-8,-1 1 16,4-20-40,-3 18 40,0 0-80,0 0 0,-1-1 40,2 0 0,1-2 24,1-15-24,-1 15 0,0-1-40,0-2 16,0 1 40,1-1 8,0-3-40,0-10 16,0 9-8,0 0-64,0-1-32,0-5 40,0 8-56,0-7 120,0-4-144,0 8-112,0-6-136,2 2-104,-2-1-40,0 5-48,0-6 584,0-2-568,2 2 0,-2 0-57,3 1-23,-3-3-16,2 2-120,-2-2 784,0 0-904,2 0-192,-2 0-201,2 0-135,-2 0-56,2-2 39,-2-1 1449,0 2-1248,2-2 320,0 0 288,0-1 256,0-4 88,0 4-72,0-4 368,-2 7-801,4-3-2055,-4 4 2856</inkml:trace>
  <inkml:trace contextRef="#ctx0" brushRef="#br0">28280 116651 4993,'0'0'0,"2"0"432,-1 0-432,-1 0 168,-1-2-32,1-1-32,0 0-8,0 0 32,0-1 48,0 2-176,0 1 232,0-2 64,0 0 88,0 0 136,0 0 184,0-1 120,0 2-824,0 1 913,0-2-1,0 0-72,0 1-88,0 0-32,0 0-64,0 1-656,0 1 641,0-1-33,0 0-56,0 0-32,0 1-48,0 0-32,0 1-440,0 0 472,0 1 0,0 1-16,0 5 1,0-6-9,0 8-16,0-8-432,0-1 384,0 12-16,0-3-72,0 3-40,-1 1 8,0 6-24,0-7-240,1-7 264,-1 16-40,0 1-24,-1 0-40,-1 0-16,1-1 0,0-7-144,1-8 128,-2 14 0,0 0-72,0 1-16,0 0 16,-1 0-32,3-8-24,-1-6 73,-1 13-49,0 0 0,0 0-48,0-1 40,-1-1 8,3-7-24,-1-5 40,1 10 0,-2 0-88,1 0 16,0-2-8,1-1 40,0-5 0,1-4 0,-1 8 0,0-1-24,1 0-33,0-1-15,0-2-72,0-4 144,0-1-296,2-1-264,0 6-272,0-6-360,1 0-272,0 0-505,-1-1 1969,-1-1-2865,8 1-591,-7-2 623,8 0 737,-7 0 767,8-1 289,-6-1 1040,-2 1-2528,-3 1 2528</inkml:trace>
  <inkml:trace contextRef="#ctx0" brushRef="#br0">25774 116090 10842,'0'0'0,"0"0"2992,0 0-1423,-1 0-881,0 0-248,0 0-8,0 0 32,1 0 88,0 0-552,0 0 552,0 0-63,0 1-17,0 2-8,0 0-48,0 0 16,0-2-432,-1 1 352,0 8-64,0-8-40,0 6-16,0-6-64,0 7 16,1-9-184,-1 3 160,0 7-64,-1-7-8,0 9-8,0-9-40,0 8 0,2-9-40,-3 0 72,0 9-32,0-7 0,0 7-16,-1-8-8,0 8 24,4-10-40,-4 2 16,0 9-16,0-3 0,0-1-32,-1 0 8,1-4 8,4-4 16,-4 11-16,0-8-24,0 9 0,0-9-8,1 7-8,0-7 0,3-2 56,-3 7-48,1-8-96,0 3 8,1-1 56,0 0-24,0-2 104,1 0 0,0 0 16,0-1-88,0-3 64,2-5 8,0 0-16,0 1 72,-2 8-56,3-11 40,0 0-32,7-4-16,-7-2 40,8-6 0,-3-3 32,-8 26-64,9-28 96,1-1-128,-2 0 32,0 2 40,-4 2-8,6 3-32,-10 22 104,3-19-16,5 2-56,-5 3-8,0 2 56,5 1 0,-6 3-80,-2 8 96,4-8 0,-2-1-136,7 5 24,-7-6 40,1 6 8,0-6-32,-3 10 48,10-3 24,-8-5-112,7 6 8,-6-2 32,7 0 0,-7 0 0,-3 4 40,9-4 16,-6 1-96,5 1 40,-6 1 0,8-1-16,-8 2 16,-2 0 56,10 0-40,-7 3-56,5 0 40,-6 0 8,7 5 24,-7-6-32,-2-1 24,3 7 0,5-5-88,-8 8 48,2-7 72,1 9-40,-3-4-16,0-8 80,0 8-15,0 1-65,0 0 16,-1 0 8,-3 2 24,-4-1-48,7-11 64,-2 12 16,-1 1-48,-5-2 8,6 3 24,-6 1 16,5-1-80,4-12 128,-11 13 24,8-1-56,-8-2 8,8 1 48,-6-2-40,6-2-112,3-7 144,-10 8-32,7 1-48,-5-2-8,5 0 56,-2 0-24,-2-2-88,6-6 80,-1 2 48,-1 8-88,0-8 8,0 5 32,-1-5-8,3-1-72,0-1 16,1 2 72,-2 5-80,1-8 24,0 2 64,1 1-80,0-1-16,0-2 32,0 2-24,4 0-32,-2 0-8,7 1 32,-6-1-24,4-1 24,-5 0 0,7-1-32,-1 0-80,1 0-104,2 0-104,3-1-208,-1-2 528,-10 3-776,14-3-193,0-1-287,0 1-184,-2 1-177,0 0-375,-4 1 1992,-7 1-2464,10-1-641,0 0 384,0 1 713,-2 0 672,1 0 583,-5 2 753,-5-2-1000,8 2-1504,-11-2 2504</inkml:trace>
  <inkml:trace contextRef="#ctx0" brushRef="#br0">26230 116168 4264,'0'0'0,"0"0"489,0 0-353,0 0-24,0-1 8,0 0 16,0 1-136,0-1 200,0 0 112,0 0 232,0 0 360,0 0 312,0 0 241,0 1-1457,0-1 1464,0 0-176,0 0-144,0-2-111,0 2-121,0-2-56,0 2-856,0 0 752,0-1-88,0 0-72,0 0-63,0 0 7,2 0-32,-2 1-504,0 0 496,0-1-72,2 0-80,-2-1-32,0 1-48,0 0 0,0 1-264,0 0 240,0-1-56,0 0-24,0 0 0,0 0 16,0 0-32,0 1-144,0 0 177,0 0-65,0 0-48,0-1 48,-1 2-56,0-2-32,0 2-24,1 0 112,-2 0-88,0 0-8,-2 0 24,1 2-8,0 2-8,2-3-24,-1 1 40,-1 7-40,0-6-16,0 7 16,0-7 0,-1 8 48,3-7-48,-1 1 24,-1 3-8,0 0-48,0 2 32,1 0 32,0-1 8,1-5-40,-1 1 40,0 4-24,0 2-48,0 0-24,0 2 48,0 1 8,1-9 0,0 4 8,-1 3-16,0 1-32,0-1-8,1 1 40,0-2 16,0-6-8,0 2 16,1 4-16,-2 1-40,1-1-16,1 0 72,0-1 0,0-6-16,0 3 8,0 2-32,0 1-168,0-2-24,0 0-113,0 1-63,1-8 392,1 1-464,-2 7-144,2-7-88,-2 2-56,0-2-40,2 2-40,-2-3 832,0 1-921,2 0-119,-2 0-168,2-2-184,-2 2-129,0-2-167,1 0 1688,0 0-1849,-1 0 217,0 0 376,0 0 432,0-1 416,0 0 160,0 1 248,0-1-273,0 0-263,0 0-872,0-1-696,0 2 2104</inkml:trace>
  <inkml:trace contextRef="#ctx0" brushRef="#br0">26130 116418 4248,'0'0'0,"0"0"641,0-2-393,-1-1-40,0-1 80,0-5 192,0 7 320,1 1-800,-1-7 1176,0 5 297,0-6 175,0 5 16,0 0-127,0-4-145,1 6-1392,0 1 1240,0-4-160,0-3-103,0 6-73,0-1-120,0-1-88,0 3-696,0-2 600,0-1-112,0 0 8,0 1-23,0 0-1,0 0-56,0 2-416,2-1 360,-2-1-120,2 1-32,0 1-24,0 0-16,1 0 40,-2 1-208,2-1 104,5 0-16,-6 1-32,7 0-16,-6 0 56,8 0-32,-10 0-64,6 2 24,2-2-64,0 2-16,3-2 24,1 3-8,2-2-72,-13 0 112,13 1-360,2 0-384,3 0-440,-2-2-649,2 0-783,0 0-1153,-17 0 3769,14 0-4369,2 0 992,-1-1 977,1-2 935,-2 0 409,-2-2-1280,-15 5 2336</inkml:trace>
  <inkml:trace contextRef="#ctx0" brushRef="#br0">28391 116003 6321,'0'0'0,"0"0"1224,0 0-1224,0-2 1392,0-1 49,0 0 87,0 0 56,2-1-63,-2 0-169,1 1-1352,0 2 1208,-1-3-128,2-1-71,-2 1-57,2 0-96,-2 0 8,0 1-864,0 1 800,0-2-79,0 0-105,0 0-128,0 0 16,-1 0-64,-1 1-440,1 1 416,-2-1-32,0 0-80,-6 0-72,6 0 48,-6 1-48,3 0-232,4 2 240,-7-1-15,0 1-97,-4 0 8,0 3-32,-1 6 0,4-7-104,4-1 136,-10 13-16,0-5-56,0 1 40,1-1-40,1 3 8,8-5-72,1-3 104,-6 7-40,3 0-24,4 0-24,-6 0 32,7 1 0,2-6-48,0-2 88,-1 7-24,1-2-64,0 0 0,1 1 0,0-2 48,2-3-48,-2-1 56,3 4-24,1 0-48,6 1-16,-7 0 32,11 1 32,-8-5-32,-2-1 64,9 5-80,1 1-48,3-1 8,1-5 24,1 7 64,-8-9-32,-2-1-16,12 2 16,-1 1-152,-1-2-128,3-2-184,-1 0-369,-10 0 833,0 0-1128,10-2-456,1-1-569,1-1-751,-1-4-1257,3 5-680,-14-2 4841,0-1-3657,13-2 1073,-1-3 1135,-2 1 705,-3-2-312,-3 2-576,-15 10 1632</inkml:trace>
  <inkml:trace contextRef="#ctx0" brushRef="#br0">24807 119532 3672,'0'0'0,"0"0"464,0 0-176,0 0-56,0 0-232,0 0 193,0 2-41,0-2 0,2 2 32,-2-2 56,2 2 160,-2-2-400,0 2 640,2-2 264,-2 2 248,3 0 153,-3 0-25,2-2-88,-2 0-1192,0 2 1072,2 0-143,-2 1-97,2-1-88,-2 0-88,2 0-104,-1-2-552,-2 2 432,1 0-104,0 0-40,2 0-48,-2 0-15,2-2-17,-2 1-208,0 0 144,2-1-8,-2 3-8,2-3 32,-2 2 56,2-2-16,-2 0-200,0 2 200,3-2-32,-2 0-32,2 0 56,-1 0-24,0 0 8,-2 0-176,2 0 152,0 0-32,0 0-16,-2 0 24,3 0-16,-3 0 8,0 0-120,2 0 104,-2 0-56,2-1-8,-2 0 32,2 0 16,-2 0 8,0 0-96,2 1 104,-2-2-56,2 0-8,-2-1 32,2 0-24,0 0 32,-2 3-80,2-3 120,-2 0-40,2-1 16,-2 2 64,2-2-24,-2 1 64,0 3-200,2-3 201,-2 0-65,0 0-8,0 1-8,0 0-40,0-1 48,0 3-128,0-2 120,0 0-80,0 1 0,-2 0 8,-1 0-24,0 0 56,3 1-80,-3-1 72,0 1-40,0 0-8,0 0 16,-1 0 0,1 0 16,3 0-56,-3 0 48,0 2-64,0 0-16,0 1 64,-1 0-48,1 1 72,3-4-56,-3 3 56,0 0-56,1 0 16,0 0-16,0 0 16,0 0-16,2-3 40,-3 4 0,1-1-8,0 0-24,1 0 8,0 0 16,0 0-32,1-3 8,-1 4 64,1-2-72,0 0 0,0 0 56,0 0-56,0-2 0,0 0 56,0 2 0,2 0-56,0-2 32,0 0-8,0 0-24,-2 0 40,3 0-24,0 0-32,0 0 8,0-1 16,0 0 8,0-1-16,-2 2 40,1-2 8,2 0-48,-1 0-16,0 0 32,0 0 8,0 0-24,-3 1 48,4-1-8,-2 0-72,0 0 8,0 0 64,0 0-24,0 1-16,-2 1 40,0-1 8,2 0-80,-2 0 64,0-1 8,0 2-16,0-2-24,0 2 64,0 0-24,0-2-56,0 1 32,0 0 40,0 1-16,-1-2-40,1 2 72,-3 0 40,0 0-40,0 0 48,-1 0 48,1 0-24,1 2-144,1-2 160,-3 2-16,0 0-56,-1 0-16,1 1 48,0-1-32,0 1-88,4-3 56,-3 3 48,0 0-88,-1 0 16,1 1 24,1-1-40,1-1-16,0-1 0,0 1 16,0 0-32,1 0-16,0 0 48,2 0-16,1 0 0,-3-2-88,11 0-120,-8 2-368,8-2-456,-1 0-672,2 0-1121,-1-1 2825,-8 0-4745,17-7-200,3 4 1088,2-10 1121,-1 3 1399,-3-3 393,-6 4 944,-11 6-1256,12-10-80,-16 14 1336</inkml:trace>
  <inkml:trace contextRef="#ctx0" brushRef="#br0">28917 120042 5417,'0'0'0,"-2"0"1528,2 0-168,-2 0-63,2 0-1297,0 0 1088,-2 0-104,1 0 0,0 0-8,0 0-71,-1 0-105,1 0-800,0 0 704,-1 0-136,0 0-64,0 0-64,0 0 0,0 0-24,1 0-416,0 0 401,-1 0-49,0 0-80,-1 0-16,1 2-32,0-2-8,1 1-216,-1 0 224,-1-1-48,0 2 0,-1 0-16,1 0 32,0 0 0,2-1-192,-1 0 152,-1 1 0,0 1-56,0-1 16,0 0 8,-1 0 16,3-1-136,-1 0 112,-1 1-16,0 0-48,0 0-8,1 1 40,0-1 32,1-2-112,0 0 112,1 2-32,-2-2-48,1 2-24,1-2 48,0 0 8,0 0-64,0 0 80,3 0-40,0 0-40,0-1 48,0 0-24,5-1 80,-7 1-104,1 0 112,0-3-72,8 1 24,-8 0-48,1 0 25,0 0 55,0 2-96,3-2 64,-4 1 8,1-2-32,0 1 16,0 0 24,0 0 32,-2 2-112,0-1 104,2-1-48,-3 0 0,0 0 0,0 1 24,0 0 8,0 2-88,0-2 80,0 0-40,-1 0-8,-1 0 32,0 1-16,-2 0-8,3 1-40,-1-2 64,-1 2-48,0-2 16,-1 2 32,-1 0-16,-3 0 32,7 0-80,-1 0 40,-2 2-24,-5 1 16,6-1-24,-1 1 40,-4 0 16,7-2-64,-2 1 72,0 1-96,-1 1 48,0 4-24,1-6 32,0 0 64,2-1-96,-1 1 56,-1 1-56,3 1-16,-2 4 32,2-8 8,0 3 64,0-2-88,0 1 56,0 1-72,3 0 16,1 1 32,-1-1 24,0 0 32,-3-3-88,3 3 56,6 0-56,-7-1-16,7 0 72,-7 0-40,7 1 56,-8-3-72,0 0 72,7 2-72,-6-2 8,6 0 64,-6 0-16,7 0 8,-8 0-64,0 0 80,7-2-120,-6-2 56,2 1 56,4 0-48,-6 0 64,-2 3-88,3-4 56,0-4-40,6 4 32,-9 0-8,3-4 0,0 4 80,-3 4-120,3-4 72,-1-4-32,0 5 48,0-5-16,-2 4 0,0-5 88,0 8-160,0-1 120,0-7-48,-1 6 16,-1-1-40,-1-4 24,0 5 16,3 2-88,-3-2 88,0-1-16,-1 0-8,0 1 41,-4 0-17,5 1 0,2 2-88,-2-1 88,-6-1-72,6 2-16,0 0 0,-1 0-16,0 3 80,3-3-64,-3 2 104,0 0-104,1 1 56,0 0-8,1 0-80,1 0 80,0-3-48,1 4 8,-1 4-32,1-6 24,0 1 0,0 0 0,2 6 16,-2-9-16,3 2 56,0 1-104,5 0 40,-6 6 8,1-7-32,7 1 88,-10-3-56,2 3 16,7 5-32,-7-6 0,6 0-24,-6 2 40,6-1-48,-8-3 48,2 3-32,7-1-192,-7 0-185,7 0-111,-7 0-280,1 0-72,-3-2 872,3 0-992,5 0-369,-6 0-247,1 0-416,1 0-569,4 0 2593,-8 0-3401,0-1-359,3-1 903,0-1 857,-1 0 903,0 0 545,-2-5 552,0 7-760,0-2-1272,0 3 2032</inkml:trace>
  <inkml:trace contextRef="#ctx0" brushRef="#br0">28195 117016 4384,'0'0'0,"0"0"617,0 0-417,0 0-32,0 0 40,0 0 56,-1 0-264,1 0 400,-1 0 152,0 0 112,0 0 136,0 0 120,0 0 41,0 0-961,0 0 984,1 0-48,-2 0-96,1-1-112,1-1-47,0 2-129,0-1-552,0 0 520,0 1-64,0-2-96,0 1-24,0 0-16,3 0-8,-2 0-312,0 1 288,2-1 16,0 0-40,5 0-16,-6 0 8,2 1-15,4-1-241,-6 1 232,1-1-16,9 1-8,-4-1-32,1 1 0,1 0 16,-1-1-192,-7 1 168,12 0-32,3 0-24,1 0-72,1 0 8,-1 0 32,-3 0-80,-10 0 64,15 0 8,1 0-32,1 0-40,-1 0 24,0 0 0,-8 0-24,-6 0 64,13 0 16,0 0-56,0 0-8,1 0 8,1 0 0,-6 0-24,-9 0 56,13 0-24,2 0-32,-3 0 0,1 0 32,-3 2-8,-5-2-24,-6 0 48,11 2-24,-1 0-24,0-2 0,-1 2 0,-2 0 16,-4 0-16,-4-2 40,6 2-16,1 0-8,-3 1-8,2-1 24,0 0-32,-5-1 0,-2 0 48,6 1-24,0-2-24,-1 2 24,1 0-32,-1-2 32,-4 2-24,-2-2 56,6 2-24,-6-2-16,9 2-56,-9-2 64,7 3-8,-9-3-16,0 0 40,7 1-16,-5-1-64,5 3 32,-6-3 16,1 2 32,2-2-40,-1 0 56,-4 2-72,3-2 0,0 2 8,-1-2-8,0 2 80,-1-2-64,0 0 32,1 2-48,0-2-8,0 3 24,1-3 24,-1 0 16,-1 0-40,0 0 40,1 2-32,0-2-16,0 0-8,-2 2 56,0-2-24,0 0-16,0 0 32,0 2 24,0-2-80,0 0 48,0 2-24,2-2 16,-2 0-16,0 0 40,0 2-56,2-2 0,-2 2-8,0 0 48,0-2-24,0 0 32,3 2-24,-3 0-32,0 0 0,0 0 24,0 1 8,0-1-8,0 0 72,0 1-64,0 5-16,0-6-8,0 7 0,0-6 32,0 2-16,0 0 16,0-1-48,0 7-16,0-2 32,0 1-8,-2-1 48,1-4-24,0 1 24,-1 7-48,0 1 24,0 2-24,0 1 24,-1 1-16,2-10 16,0 1 16,-2 9-32,-1 1-32,1 1 32,0 1 0,-5 1 16,7-12 0,-1 4 16,0 11-72,-7 1-16,7-2 16,-1-1 16,0-1-8,2-14 48,-1 5-24,-2 6-16,1 0-56,1-1 72,0 1-24,0 1-8,1-12 56,0 5-128,-1 9-64,0 1-40,0 1-8,1-2 152,0 1 24,0-16 64,0 5-24,1 8-128,0 0-104,0 2 16,-2 0 8,2 0 96,0-14 136,0 6-64,-2 7 16,1-1-48,0 1-176,-1 1-17,0 3-23,2-16 312,-2 7-272,-1 10 152,0-1 24,-1-1 16,1-1-312,0 2-128,2-17 520,-1 8-576,-2 8-40,1-1 288,-2 0 144,2-1 104,0-1 8,3-14 72,-3 8-288,1 7-128,0 1-73,0 1 17,-1-1 272,-1 1 120,4-19 80,-2 10-40,0 6 0,0 0-200,0 0-88,-1 1 0,0-1 0,2-15 328,-1 9-168,0 5 64,0-4 16,-2 1 48,2 1-16,0 0 32,2-13 24,-2 9 8,-1 6 24,1-2 88,0 2 56,-1-3 32,3 2 48,-1-14-256,1 9 240,-3 5-96,1 0 16,0 1 120,0 0 56,0-2 128,2-13-464,-1 9 424,-1 5-159,1 0-105,0 0-24,0 0 16,0-1-24,0-13-128,1 9 136,-1 5 72,0 0 64,-2-1 104,1-1-48,2-1-96,-1-12-232,-1 8 104,0 5-48,0 0 0,0-1-8,0 0 56,0 1 0,1-14-104,0 10 56,-1 3-48,-1 1-16,1 0 16,0-1 64,0-1 16,2-12-88,-1 7 96,0 3-16,0-1-32,0 0 32,0-1 24,1-1 24,0-8-128,0 7 168,0 2-16,0 0 24,0-1 32,0 1-16,0 0 25,0-9-217,0 7 168,0 1-24,0 1-24,0-1-8,0 1 16,-1-1-32,1-8-96,0 7 112,-1 1-64,1 1-24,0-3 64,0 0-64,0 1 40,0-8-64,0 6 64,0 3-64,0-1 8,0 0 8,0 1 8,0-2 16,0-7-40,0 7 48,2 0-40,-2 0 8,2 1-8,-2-1 32,2 1 0,-2-9-40,0 8 64,0-5-40,0 9 16,0-4 16,0-5-16,0 8 48,0-10-88,0 2 64,0 8-64,2-7 40,-2 7-16,2-3-24,-2-5 40,0-2-40,0 10 24,3-8-40,-3 9 8,2-4-8,-2 0-16,2 1 32,-2-9 0,0 8 24,2-5 0,-2 7-24,2-8 24,-2 1-24,0 5 16,0-7-16,0 0 32,2 3-40,-2-1-8,2 5 8,-2-6-24,2 2 72,-2-4-40,0 8 24,2-6-32,-2 1 32,2 6-48,-2-7 32,2 1-8,-2-3 0,0 8 16,2-6-32,-2 1-8,0 6 80,0-7-32,2 1-24,-1-3 40,-1 9-16,2-7-80,-2 2 48,2 4 16,-2-6-8,2 1 0,-2-3 32,0 3-8,0 6-80,2-7 56,-2 1-8,2 0-48,-2 5 56,0-8 16,2 2-16,-2 2 0,0-1 24,2 0-8,-2 0 8,0 0-24,0-3 16,2 3-8,-2-1-16,2 0-8,-2 2-8,3-1 24,-3 0 0,0-3 40,1 3-40,-1 0 0,3 0 0,-3 1 8,0-1 16,2 0-24,-2-3 40,0 3-24,2 0-56,-2 0 0,2 0-8,-2-1 24,2 0 24,-2-2-56,0 3-32,2-1-152,-2 0-96,3 0-128,-3 0-112,1 0 576,0-2-649,-1 2-159,2 0-232,-2 1-328,2-1-481,-2-2-615,2 0 2464,-2 0-2729,0 2 553,2-2 655,-2 0 625,2 0 400,-2 0-392,1 0 888,0 0-1808,-1 0 1808</inkml:trace>
  <inkml:trace contextRef="#ctx0" brushRef="#br0">28728 120075 5049,'0'0'0,"-1"0"1352,0 0 224,-1 0-55,1 0-1521,0 0 1384,-1 0-128,0 0-88,-1 0-119,-1 0-121,1 0-144,1 0-784,1 0 680,-2 0-56,0 0-96,0 0-16,-1 0-15,2 0-33,1 1-464,0 1 456,-1-2-56,0 2-80,0-2-40,0 2-24,1 0-40,0-1-216,1 0 248,-1 1-56,0 0-24,1 0 8,0 0 32,0 0 32,1-1-240,0 0 224,2 1-8,5 1-40,-5-1 24,8 0 17,-2-2 79,-3 0-296,-1 0 288,7 0-48,4 0-8,5-1-40,4-2 8,3-2 48,-13 0-248,-1 1 224,15 1-24,-1-7-16,1 7-8,0-5-24,0 5 40,-16 1-192,1 0 152,11-3 8,0 1-40,0 0-64,1 0 32,-1 0 8,-12 2-96,-2 1 88,15-2 0,-3-1-96,3 1 16,-1 1 24,-1 1-16,-13 0-16,2 1 88,10-1-72,-1 1-32,0 0 16,-1 0-32,-2 2 32,-10-1 0,1 0 16,9 1-32,-1 1-16,-1 0 8,-2 1-8,1 4 16,-11-7 16,3 0 16,6 2-72,0 7-64,1-6-8,-1 7-72,-2-2-176,-6-5 376,1 1-744,5 7-72,1-1 72,-1 0 120,-1 1 135,0-1-215,-7-8 704,1 2-936,4 3-216,2-4 80,-1 6 103,1-7 81,-1 5-32,-5-7 920,2 1-1120,5-1-201,-2 2-295,1-1-168,1-2-201,-2 0-135,-6 0 2120,3 0-1504,4 0 471,0 0 473,-1 0 384,1 0-152,-1-1-920,-6-1 1248,3 0-1392,-7 2 1392</inkml:trace>
  <inkml:trace contextRef="#ctx0" brushRef="#br0">2964 115634 3656,'0'0'0,"0"0"216,0 0-80,0 0-8,0 0 80,0 0 153,0 0-361,0 0 536,-2 0 96,1 0 72,0 0 0,-1 0 0,0 0-32,1 0-672,1 0 648,-2 0-23,1 0-97,-1 0-40,1 0-32,-1 3-16,1-3-440,1 0 424,-2 3-32,0-3-88,-1 3-48,1-3-8,-2 3 96,2 0-344,2-3 345,-4 3-33,1 0-40,0 1-56,0-1 16,0 0 16,1-1-248,1-1 240,-2 2-48,-1 0-72,2 1-40,-2 1-8,2 8 24,0-12-96,0 0 136,-1 3-24,0 0-72,0 1-64,0 7 88,2-12-40,0 3-24,0-2 32,-1 4-16,1 0-88,0-1 40,-1 1 32,0 0 56,2-4-56,-1 1 16,0 1 40,1 0-56,0 0-40,0 0 56,0 0-48,0-3 32,0 0 16,0 3 0,0-3-48,0 0 16,2 0 48,2 0 72,-3 0-104,0 0 80,3 0-112,-1-1 0,0-1-40,0-3 88,0 1 104,-1 1-120,-1 1 72,2-2-104,0-1-16,0 0-24,0 1 72,0-1 0,-1 3 0,-1-1 16,3-3-8,-2 2-32,2-2 64,-2 0 16,2-1-16,-2 5-40,-1 0 0,2-3-16,-3 0-8,3 1 8,-3 0 72,3-1 48,-3 3-104,0-1 72,3-1 24,-3-1-56,0 0-24,0 2 16,0 0-32,0 2 0,0-1 32,0 1-16,0-1-8,0 1 16,0-1 24,0 2 104,0 0-152,0 0 104,-2 0-40,1 3 16,-1 0-56,1 2 104,0-1 48,0 3-176,0 0 120,-1-4 16,1 11-88,0-9 32,-1 12 64,0-13-23,2 5-121,-2 2 96,1 3 32,0 1-104,-1 4 48,0 0 72,0 2-72,0-13-72,0 4 104,1 6-24,-1 0-32,1 1 64,-1-1 16,0 1 24,2-13-152,-2 5 160,0 7-24,0-1-32,0 1-8,0 0 48,-1 1 32,2-13-176,-1 5 200,-1 7-56,0-1-64,0 0-16,-1 0-16,2 0 104,0-12-152,0 5 184,-2 5-64,-1-1-8,0-2-48,0 1 48,-2-1 72,5-10-184,-2 0 184,-2 12-40,0-10-56,0 8 8,-1-9-80,-4 0 48,9-2-64,-1 3 64,-3 0-104,-7-1 32,9-3 32,-2 3-40,-7-3 8,12 0 8,-2 0 8,-3 0-8,0 0-120,-1 0-72,1 0-128,0 0-272,4 0 592,-2-1-688,0-1-152,-1-1-184,0 0-177,1 0-175,-1-2-440,4 4 1816,-3-2-2409,0-2-696,-1 0 417,1-1 751,0 0 585,2-6-232,1 11 1584,0-3-1384,1 4 1384</inkml:trace>
  <inkml:trace contextRef="#ctx0" brushRef="#br0">26240 119696 3040,'0'0'0,"0"-1"288,0 1-24,0 0 104,0 0 184,0 0-552,0 0 833,0 0 255,0-2 152,0 0 40,-1 2-87,-1-1-105,2 1-1088,-1 0 968,-1-1-136,1-1-80,-1 2-71,1-2-73,-1 2-8,1 0-600,1 0 528,-2 0-88,0 0-16,1 0-64,-1 0 40,1 0-8,0 0-392,0 0 400,-2 0-63,1 0-41,-2 0-24,1 0-40,0 0 16,2 0-248,-1 0 224,-3 0-32,1 5-40,-1 0 16,0-1-32,1 1 72,2-2-208,-2 6 136,-2-6 8,-1 10-40,1-9-16,0 11 48,0-10-24,4 0-112,-2 7 104,-2 1-24,0 1-24,0 2 24,-1-1 32,1 1 24,3-12-136,-6 12 136,5 3-48,-1 0 8,0-1 24,1-1-16,-1 0 48,4-13-152,-1 9 104,0 2-64,1 1 24,-1-3 8,2 1 9,0-2-1,0-9-80,3 6 72,2 4-72,0-8 0,7 11 24,-9-11 0,9 9 48,-11-14-72,1 3 40,12 2-40,-9-1-16,10 0 16,-10 0 16,9-1 56,-12-3-72,8 0 0,2 0 0,0 0-16,1 0 16,0-3 40,1-2 0,-12 4-40,10-4 40,2-8-64,-1 9 40,0-8-32,-1 6 16,2-11 40,-12 14-40,8-6 40,2-4-56,1 1 16,-9 0-24,12-2 0,-13 2 32,-3 10-8,4-12 72,1 0-56,-2 1-8,0-1 24,0 0-48,-3 0 40,0 13-24,0-12 72,0 1-56,-1 0-8,-3 0 48,0-1-16,-2 1 8,5 11-48,-10-10 24,6-2-24,-10 1-16,8-1 88,-10 0-72,5 1 72,12 11-72,-12-4 48,0-9-112,6 10 80,-10-3-48,10 1-8,-8 2 112,13 3-72,-2-3 40,-11 1-80,9 1 8,-8 2-24,8 0-8,-9 0-8,13 0 72,-3 0-192,-2 0-160,-6 5-217,7 0-167,-1-1-216,0 1-200,6-5 1152,-6 4-1336,2 1-305,0 0-311,1-1-449,0 8-647,2-9 71,1-3 2977,0 5-2168,0 0 663,0 7 449,0-9-808,0-3 1864</inkml:trace>
  <inkml:trace contextRef="#ctx0" brushRef="#br0">26498 120099 3832,'0'0'0,"0"0"1609,0 0-41,0 0 48,0 0-119,0 4-113,-1-2-1384,1-2 1376,-2 4-87,0-1-209,1-3-176,-1 3-96,1 0-120,0-3-688,0 0 632,0 3-55,-1-3-137,1 0-72,-1 0-8,2 0-48,0 0-312,0 0 296,0 0-32,0 0-32,0-2-104,0-2 64,0-8-32,0 8-160,0 3 144,0-13 64,3 10-144,0-13 32,0 5 16,0-1-72,0 3-40,-2 6 80,2-9-24,0-1-40,0 0 8,1 0 0,1-1 16,-1 5-40,-3 6 56,3-11 8,1 0-40,-1 1-32,1 0-48,-1 0 72,0 4-16,-3 6 64,4-10-8,-1 1-32,1-1 0,0 0-64,-1 0 16,-1 5 24,-1 4 16,2-9-32,1 2 16,0 0-16,-1 0-8,1 6 40,-2-5-16,-2 6 8,4 1 24,-2-8-24,0 8-56,0 0 16,0 1 32,-1 0 0,-1 3 16,3-2 24,-2 2-24,2 0-56,-4 0-16,2 3 56,-2 0 0,0-1 0,4 10 40,-4-8-24,3 10-48,-3-9 48,3 10-16,-3-7 0,0-3 56,3 7-32,-3 2-48,3 0 24,-3-1-16,3 1 40,-3-5-24,0-3 16,3 11 8,0 3-32,0 0-24,0 0 24,0 0-24,-3-9 32,0-4 32,3 11-24,1-2-56,-2 1 16,2-1-8,-2-1 16,0-7 24,0-2 16,1 7-56,0 1-40,0 0-24,0-2-16,0 1-40,-1-11 160,-1 0-224,2 15-152,0-12-168,0 9-152,0-12-152,-3 3-161,2 1 1009,-1 0-1136,-1-2-216,4-2-328,-4 3-305,3-2-391,-3-3-185,1 2 2561,1-1-2064,-2-1 615,3 0 521,-3 0 160,3-1-1040,-3 1 1808</inkml:trace>
  <inkml:trace contextRef="#ctx0" brushRef="#br0">26500 120055 3352,'0'0'0,"-2"0"2697,1 0-785,0 0-1912,-3-1 1865,-2-1-465,0 1-152,1-1-8,0 0-127,1 1-161,2 0-952,-1 0 800,-1 0-160,-1-1-80,0 1-32,2-1-39,0 1-1,2 0-488,-1 0 456,1 0-32,-1-1-56,2 1-24,0-1-32,0 0-16,0 2-296,0-1 296,5-1-56,-1 1-8,1-1-32,0 1-16,-1-1 0,0 2-184,4 0 136,-4 0 0,8 0-80,-9 0-48,12 0 48,-10 0-56,1 0 0,5 0 40,-7 0-24,13 0-96,-12 0 24,12 0 16,-13 0-24,2 0 64,5 0-48,1 0-96,-7 0-224,12 0-112,-13 0-256,14 3-264,-17-3 1000,2 0-1112,14 0-297,-13 0-199,15 0-344,-14 0-465,13 0-544,-17 0 2961,2 0-2656,14 0 743,-12 0 609,12-1 232,-13-2-576,-4 3 1648</inkml:trace>
  <inkml:trace contextRef="#ctx0" brushRef="#br0">26928 119675 3808,'0'0'0,"0"-2"1353,0 1 135,0 1 112,0 0-47,0 0-1553,0 0 1464,0 0-160,0 0-160,0 0-183,0 0-137,0 0-32,0 0-7281,0 0 13714,0 0-6521,0 0-32,0 0-7,0 3-49,0 0-8,0-3-608,0 5 560,0 7-96,0-9-40,0 11-16,0-10-128,0 12 48,0-16-328,0 4 296,0 13-80,0-5 81,0 2-81,0 0-48,0-1-8,0-11-160,0 10 152,0 2-80,0 1-16,0 1 24,3 4-136,-3 0 96,0-19-40,0 18 56,3-1-72,-3-1 64,0 0-40,0 0-48,0-2 40,0-15 0,3 15-24,-3-1-168,3 0-88,-3-2-104,3 0-177,-3 1-31,0-13 592,3 12-744,-3-8-216,3 14-144,0-14-201,0 8-151,0-9-160,-3-3 1616,3 4-1913,1 0-383,-2 1-449,2-2 289,-2-3 703,2 3 537,-4-3 1216,3 0-1040,1 0-624,-4 0 1664</inkml:trace>
  <inkml:trace contextRef="#ctx0" brushRef="#br0">27179 120060 1680,'0'0'0,"0"0"1216,0 0-992,0 0-72,0 0 56,0-2 128,0 2 200,0 0-536,0-2 865,0 1 255,0 0 136,0-1 72,0 1-119,0-1-105,0 2-1104,0-2 1000,0 1-88,0-1-136,0-1-71,0 0-57,0 0-88,0 2-560,0-1 568,0-1-64,0 0-16,0 0 16,0 0 8,0 0-7,0 1-505,0 0 480,0 0-32,0-1-96,0 0-16,0 0-16,0-1-48,0 3-272,0-1 232,0-1-32,0 2-56,0-1 16,-1 1 8,-1-1-8,2 2-160,-2-1 144,1-1-48,0 0 16,-3 1-40,1-1 32,0 1 32,2 0-136,-1 0 64,-1 1 48,0 0-48,0 0 16,0 0 40,0 0-24,2 0-96,-1 0 97,-1 0-33,0 0-24,-1 0 16,2 0-16,-2 5 32,4-4-72,-2 3 24,-4 0-24,4 1-16,-2-1 32,2 1-16,-1 0 40,2-4-40,-2 10 88,0-8-120,0 0 32,0 2 16,0-1 0,0 1 24,2-4-40,-1 2 24,-1 2-48,1 0-8,1-1 24,-1 1 32,1 0 16,0-5-40,0 4 16,0 0-32,-1 1-8,0 0 24,2-1 24,0 1 8,0-4-32,0 1 24,0 1-48,0 0-24,0 0 48,0 0-8,0-3 32,0 0-24,4 3-24,-4-3 8,3 0 0,0 0 32,0 0 40,0 0-16,-3 0-40,3 0 0,2 0-56,-1 0 16,1-1 16,0-2 48,-1-2-8,-3 4-16,3-3-16,0 0-40,8-1-8,-8-1 48,0 0-24,1-6 48,-4 10-8,3-1-48,0-3-24,1-8 16,-1 10 32,8-10-56,-12 9 104,0 4-24,5-11 16,0 7-88,-1-10 120,1 8-96,0-8 24,-1 9 8,-3 4 16,3-11-25,0 6-31,1-8 0,-2 9 56,0-10 0,0 10 0,-2 6 0,1-15 32,1 9-64,1-8 8,-2 10 24,-2-10-24,4 9 48,-4 4-24,0-12 24,2 9-64,-2-10 32,3 10-24,-3-3-16,0-5 88,0 11-40,0-3 40,4 0-40,-4-2 0,0-1 8,0 1-16,0 2 16,0 4-8,0-5 72,0 1-112,0-1 24,0 2 32,0 1-48,0 1 64,0 1-32,0-2 40,0 1-56,0-1 48,0 1 8,0-1-56,0 2 56,0 0-40,0 0 41,0 0-57,0 0 32,0 0 8,0 0-8,0 0 40,0 0-193,0 3 354,0 0-233,0 0 32,0 1 8,0-1 24,0 0 16,0-3-64,0 4 72,0 1-88,0-1 32,0 1 24,0 0-16,0 7-24,0-12 96,0 3-24,0 2-8,0-1-8,0 9-16,0-11 32,0 10-72,0-11 40,0 3 56,0 10-56,0-10 16,0 14 32,0-14-48,0 14-40,0-17 64,0 11 8,0 0-112,0 0 8,3 1 48,-3-1-56,3 0 40,-3-12 112,0 12-40,3 1-48,-3-1 8,3 0-64,-3 1 16,3-9 16,-3-4 16,0 17 40,3-12-24,-3 12-32,3-13 8,-3 13-16,3-13 8,-3-3 24,0 14-24,3-11-24,-3 10-32,4-9 8,-1 9 64,-1-12-16,-1-1 16,1 11 8,-2-9-80,4 9-24,-1-8-8,-3 0-48,3 8 136,-3-12-224,0 4-64,3 0-216,-3 1-153,3-1-191,-3 1-216,3-2 1064,-3-3-1312,0 3-305,3-3-463,-3 3-689,3-3-807,-3 0 479,3 0 3097,-3 0-2225,0-3 817,3-2 584,-3 1-920,0 4 1744</inkml:trace>
  <inkml:trace contextRef="#ctx0" brushRef="#br0">5069 118139 3816,'0'0'0,"0"0"0,0 0 632,0 0-47,0 0 223,0 0 248,0-1 208,0-1 137,0 1-1401,0 1 1352,0-2-144,0 1-136,0-1-127,0 0-97,0 1-56,0-1-792,0 1 776,0-2-80,0 0-56,0-1-72,0 2-47,0-2 31,0 3-552,0 0 536,0-3-112,0 1 40,-2 0-80,0 0-64,1 0 72,0 1-392,0 1 376,0-2-72,-1 1-40,1 1-24,-1-1-71,-1 1 7,1 0-176,0 0 136,-3 1-88,1 0 8,-1 3-64,0 0 112,-7 2 8,10-3-112,-1 1 80,-3 9-8,-6-9-72,7 9 40,-1-9 40,0 13-48,3-14-32,0 0 64,-4 15-64,1-12-40,0 11 72,0-3-24,2-1 40,2-7-48,-1 3 24,-2 4 0,1 0-48,-1 0 48,2 0 48,0 1-16,3-11-56,-2 0 56,1 15-72,0-12-8,1 11 8,0-11 16,0 12 40,1-15-40,2 1 40,2 13-24,-1-11-32,1 9 32,9-9 16,-11 8 24,1-11-56,4 0 80,-5 10-40,12-12-8,-10 3-32,12 0 56,-4-3 0,-7 0-56,2 0 72,6 0-8,0 0-48,0-2 16,0-2 32,0-1-32,-10 1-32,7-4 72,4 4-8,0-2-16,1-10-8,-2 10 56,-1-10 32,-9 15-128,5-4 72,3-10-16,-7 9-56,10-9 48,-11 8 96,1-7 8,-1 13-152,5-2 72,-9-11-72,3 8-88,-3-8 16,0 10 160,0-10-56,0 12-32,0-1 0,-2-11 40,-3 10-80,1-10 128,-8 9 8,7-7-24,2 11-72,-6-2 32,3-3-104,-10-1-32,2 1 80,1 0 64,-1 0-8,10 5-32,-8-3 24,-1 0-80,-1-1-88,2 0 40,-1 2-64,1 0-48,10 3 216,-2-1-248,-10-1-64,10 0-96,-1 2-32,-1 0-224,1 0-209,4 0 873,-3 0-1032,3 0-448,0 0-217,-1 4-527,2-1-769,0 0-607,0-2 3600,0 1-2977,0 3 833,3-1 687,-3 1 257,3-1-560,-3-4 1760</inkml:trace>
  <inkml:trace contextRef="#ctx0" brushRef="#br0">5291 118326 3384,'0'0'0,"0"0"720,0 0-456,-1 0 105,1 0-369,-2 0 608,0 0 296,2 0 256,0 0 168,0 0 9,0 0-65,0 0-1272,-2 0 1184,2 0-112,0 0-95,0 0-65,0 0-80,0 0-832,0 0 848,0 0-48,0 0-80,0 0-47,0 0-81,0-1-16,0-1-576,0 2 528,0 0-64,0 0-64,4-2-96,-1 1 24,0 0-32,0-1-296,-3 2 264,3-2-16,0 1-111,0 0-33,0-1 88,0 1-56,0-3-136,-3 4 136,3-3-8,1 0-120,0-1 32,1-1 16,-1-1 32,1-5-88,-5 9 96,5-2-16,-1-10-96,1 8 8,-1-11-8,1 4 16,-1 0 0,-3 12 96,3-13-96,1 0-40,-1 0-32,1 0 16,0 1 48,-1 2 8,-4 9-32,5-10 48,-1 0-112,-1 0 0,0-1 24,0 1-24,0 6 96,-2 6-112,2-15 16,0 8-64,0-6 0,0 8 72,-3-1-1,3 1 89,-3 3-56,0-2 24,3-1-56,-3 3 8,3-2 64,-3 3 16,3 1 0,-3 0-56,0 0 88,3 0-72,-3 0-32,3 5 152,-3-1-80,0 7 0,0-8 0,0 1 40,0 10-88,3-9 0,-3 10 48,0-10 32,0 10-32,0-12 24,4 9 8,-4 2-32,2 2-16,-2 2 0,4 2 32,-4-6-16,0-9 24,3 13-8,-3 0-16,3-1-40,-3 0 56,3 0-8,-1-5-8,-1-9 32,-1 12-8,3 1-80,0-1 32,0 1 24,-3-3-72,3-2 72,-3-8-80,3 9-64,0 0-184,0-6-72,1 10-96,-2-13-144,-2 1 640,0-3-712,4 3-96,-4 1-153,2-1-103,-2 0-112,4-4-200,-4 2 1376,0-2-1569,3 0-159,-3 0-144,0 0-41,0 0 321,0 0 392,0 0 1200,0-1-753,0 0 305,0-1-112,0 0-1808,0 2 2368</inkml:trace>
  <inkml:trace contextRef="#ctx0" brushRef="#br0">5329 118233 5753,'0'0'0,"-1"0"1576,-2 0 344,-2 0 25,-1 0-145,0 0-159,0 0-193,3-2-1448,1 2 1264,-3 0-160,1-1-143,-1 1-145,2 0-48,0 0-24,1 0-744,1 0 576,-1 0-40,1 0-96,-1 0-111,2 0 55,0 0-88,0 0-296,0 0 304,0 0-48,3 0-104,1 0-16,0 0-32,10 0-40,-12 0-64,-1 0 128,11 0-88,-7 0-40,9 0 0,-10 0-8,10 0 64,-11 1-56,-1 1 56,13-2-88,-10 3-24,12-3-80,-5 0-104,0 0-56,-5 0 296,-2 0-440,8 0-208,-1 0-233,0 0-199,2 0-232,0 0-208,-7 0 1520,0 0-1753,7 0-487,-1 0-513,1 0-472,0 0 601,0 0 743,-8 0 1881,1 0-1480,7 0-888,-14 0 2368</inkml:trace>
  <inkml:trace contextRef="#ctx0" brushRef="#br0">5593 118073 1976,'0'0'0,"0"0"1584,0 0-1320,0 0-264,0 0 288,0-1 136,0-1 185,0 1 215,0-1 208,0 0 80,0 2-1112,0-1 1136,0-1-31,0 1-105,0-1-32,0 1-8,0 1-31,0 0-929,0 0 920,0 0-72,0 0-104,0 0-96,0 0-40,0 0-32,0 0-4920,0 0 9225,0 0-4353,0 0-80,0 0-48,0 0 32,0 0-32,0 0-7489,0 3 14578,0 0-7081,0 2-88,0-1-32,0 1 8,0-1 24,0 4-320,0-4 329,0 0-17,0 8-80,0-9-8,0 9-16,0-9 24,0 6-232,0-2 184,0-3-32,0 13-64,0-3-48,0 0 56,0 0-24,0-6-72,0-3 72,0 9-32,0 0-40,0 0 0,0-2 16,0 2 40,0-7-56,0-2 72,0 8-96,0-1-24,0 0-32,0 0-40,0 1 56,0-7 64,0 0-200,0-2-176,0 14-168,0-14-192,0 8-193,0-9-159,2-1 1088,-1-1-1320,-1 2-217,3 1-383,0-4-576,0 0-649,1 0-56,-3-3 3201,1 1-2376,2-3 735,1-9 401,-1 10-904,-4 4 2144</inkml:trace>
  <inkml:trace contextRef="#ctx0" brushRef="#br0">5805 118276 3824,'0'0'0,"0"0"288,0 0 40,0 0 137,0 0-465,0 0 680,0 0 200,0 0 152,0 0 64,0 0-23,0 0-41,0 0-6825,-2 0 12554,1-2-5841,1 0-48,0 1-39,0 0-41,-2-1-72,2 2-720,-1-2 640,-1 1-56,0 0-64,1-1-16,0 1-32,-1-1-47,2 2-425,-2-3 336,1 1-24,0 1-16,-1-1-8,0 1 0,1-1-16,1 2-272,-2-1 192,1-1-32,-4 2-16,0 0 0,1 0 0,-1 0 8,4 0-152,-2 0 160,-2 0-88,0 0 24,1 0-8,0 0 24,-2 5-24,6-5-88,-4 4 56,0 1-8,-1 0-32,0-1 48,1 0 16,-1 1-16,5-4-64,-5 3 80,1 8-88,-1-9 8,1 2 8,-1-1-32,2 9 80,3-12-56,-3-2 24,2 5-48,-1 1 32,0 0-8,1-1-8,-1 1 32,2-5-24,0 4 16,0 1-56,0-2 40,0 0-16,0 0 16,0 0 56,0-3-56,3 3 40,1-3-80,-2 0 24,2 0-8,-2 0-56,2 0 120,-4 0-40,3 0 24,0 0-80,1 0 48,9-3-24,-11-2-16,2 1 48,-4 4 0,4-5 24,1 1-80,0-1 32,-1 0 16,1 1-32,0-1 48,-5 5-8,4-5 0,1 1-48,-1 0 32,1-1 0,-1 0 8,1 1 8,-5 4-16,4-5-8,0 0-72,-1 1 8,0-1 32,0 1 0,0-1 24,-3 5 32,3-5-32,0 1-72,0-1 24,0 1 40,0-1 8,-3 0 32,0 5 8,3-3 8,-3 0-40,3 0-8,-3 0 72,4 0-16,-4 2-24,0 1 72,0-2 0,0 0-56,0 1-16,0 1 64,0 0-8,0 0-56,0 0 120,0 0 24,0 3-64,0 0 24,0 0 0,0 2 16,-2-1-120,2-4 136,0 13-8,0-10 0,0 9-24,0-9 16,0 9 33,0-9-153,0-3 176,0 13-16,0-10-72,0 9-48,0-9 16,0 9-16,0-9-40,0-2 56,0 11 40,3-9-96,-3 9-32,3-9 64,0 10-64,0-11 32,-3-2 0,3 5-64,0 0-128,2 7-96,0-12-217,-1 5-239,8-3 744,-10-1-1176,1 2-400,9-3-593,-8 0-999,7 0-945,-7-2 800,6-2 3313,-8 4-2409,1-5 825,9-7 272,-9 7-136,-3 5 1448</inkml:trace>
  <inkml:trace contextRef="#ctx0" brushRef="#br0">12956 118777 4128,'0'0'0,"0"0"1521,0 0-265,0 0-40,-1-1-8,-1-1 33,1 1-9,-1-1-80,2 2-1152,-2-2 1000,1 1-167,-1 1-121,1 0-64,-1 0-48,1 0-8,1 0-592,-2 0 552,-1 0-40,0 0-7,0 0-17,-2 0-32,1 0-16,3 0-440,-3 0 392,-2 0-72,1 0-8,0 3-16,-2 2 0,-5-1 0,10-3-296,-1 3 224,-3 1-32,-6-1 8,7 1-24,-1 7 40,-6-9-15,10-3-201,-1 12 152,-3-9-16,-6 13-24,8-12-32,-3 13 0,1-12 0,5-5-80,-4 20 56,-1-6 0,0-1 0,-1 1-32,2 0 72,0 0-8,4-13-88,-3 12 112,0 0-72,-1 1-40,2 0 72,1 0-64,2-2 64,0-11-72,0 10 56,0 2-56,4-9 24,0 13 24,8-12-40,-7 9 40,-5-14-48,17 3 64,-3 1-64,-2-1 16,2 0 24,3-3-8,1 0 8,-18 0-40,20 0 72,0 0-48,1-3-8,1-3 40,-1-6-16,1 8 8,-22 3-48,21-14 56,-1 3-56,-1-1 8,-1 1 24,-1 0 8,-2 0 16,-14 11-56,14-5 56,-2-9-56,0 9-40,-9-8 56,8 10 8,-8-8-24,-4 11 88,4-3-48,1-2-24,-2-6-32,-3 7 8,3-9 48,-3 9-40,0 5 40,0-14 16,0 10-64,-3-8-24,-2 7 16,-1-7 16,-5 7 0,10 5 48,-4-6-24,-9-6-48,8 7-24,-9-1 32,9-6-8,-9 7 24,14 5 40,-4-6-56,-11-6-64,10 7-48,-10-1 16,11 0-72,-9 0 184,12 6-200,-2-7-8,-10 1-128,9 2-32,-7 1-56,7 1-97,0 1 521,4 1-560,-11-2-136,9 2-128,-2 0-136,0 0-136,1 0-161,1 4 1257,3-3-1536,-3 3-400,1 1-529,1-1-536,-1 1 449,2 7 719,0-9 1833,0-2-1296,0 3 144,0 1-648,0-5 1800</inkml:trace>
  <inkml:trace contextRef="#ctx0" brushRef="#br0">13358 119115 4560,'0'0'0,"-1"0"1257,-1 0 223,0 0 80,1 0 41,0 0-1601,1 0 1536,-2 0-120,1 0-199,-1 0-209,2 0-112,-2 0-128,2 0-768,0 0 728,-1 0-56,1 0-119,0 0-49,0-2-64,0 1-64,0 0-376,0 0 360,0 0-80,0-2-72,0-2-56,0-1 16,0-1-8,0 1-160,0 0 144,0 2-40,3-11-64,0 8 40,0-8 0,0 9-16,-1-3-64,-1 1 96,2-6-128,0 0 24,0 1 8,2-3 24,-1 1 64,-1 5-88,-1 2 96,3-11-56,-1 1-56,-1-1 8,2 1-8,-2-1 16,-1 10 0,-1 1 24,2-8-24,0-1-40,1 1 32,-2 3-8,-2-1 32,2 12-16,0-1 8,-2-11 8,0 11-32,0-1 8,0-1 16,0 2-16,0 2 8,0-1 0,0 0 8,0 1-32,0 1 8,0 0 32,2 0-40,-2 2 24,0 1 40,0 1-32,0 10-32,4-9 48,-4 8-8,3-8-16,-3 3 0,0 2 40,3 3-40,-3-1-40,3 2 56,-3 1-32,3 3 32,-2-9-16,1 3 8,1 9-16,2 0-24,-1 0 48,1-1 0,0-2 72,-3-11-88,0 4 56,2 6-56,2 0-24,-2 0-72,0-2 80,1-1 8,-3-9 8,1 4-16,1 3-40,9 0-32,-13-7-48,4 9-24,0-11-32,-2-1 192,0 0-288,1 3-112,1-1-80,-1 0-112,0-4-96,1 2-96,-3-2 784,1 0-937,1 0-111,0 0-232,0 0-249,0 0-367,0-1-488,-3-1 2384,0-1-2497,3-1 553,-3-2 599,0-7 537,0 9 104,0-2-1312,0 4 2016,0 4 0</inkml:trace>
  <inkml:trace contextRef="#ctx0" brushRef="#br0">13281 118902 5833,'0'0'0,"-1"-2"1720,-1 0 89,-1 2-337,-1 0-144,-1 0-64,0 0-127,2 0-129,3 0-1008,-2 0 848,-2 0-136,1 0-96,0 0-24,0 0-15,2 0-1,0 0-576,0 0 584,-1 0-72,1 0-40,1 0 0,0 0-80,0 0-24,0 0-368,0 0 304,3 0-128,0 0-56,2 0 0,-1 0-24,10 0-8,-11 0-88,-3 0 112,12 0-96,-8 0-16,11 0 24,-10 0-24,11 0 24,-13 0-24,-1 0 0,15 0-96,-3 0 16,-1 0-40,1 0-120,0 0-56,-12 0 296,10 0-432,2 0-184,-1 0-64,1 0-152,2 0-192,-2 0-129,-12 0 1153,9 0-1360,3 0-248,0 0-233,-1 0-215,0 4-241,-1-4 201,-10 0 2096,8 3-1568,3-3 471,-9 3 369,13-3-536,-12 0-416,-5 0 1680</inkml:trace>
  <inkml:trace contextRef="#ctx0" brushRef="#br0">13772 118699 4208,'0'0'0,"0"0"1113,0 0-1113,0 0 1496,0 0 312,0-2 81,0 1-193,-1 0-296,-1-1-287,1 2-1113,1 0 912,-2 0-184,1 0-112,-1 0-72,1 0 0,-1 0 16,0 0-560,2 0 585,-1 0-17,-1 3-64,1 0-40,-1 1-56,2 2-16,-1-3-392,1-2 360,-2 13-32,2-11-32,0 11-72,0-10 0,0 13-32,0-13-192,0-4 152,0 19 9,0-5-97,0 0-8,0-1 56,0 3-64,0-2-48,0-13 112,0 16-56,0 0-40,0 0-8,0-2-48,0 0 56,0-1-16,0-12 0,0 13-16,0 0-88,0 1-120,0-2-57,0 0-167,3-4 448,-3-8-592,3 10-128,0-7-256,1 11-224,-1-11-129,0 0-255,1 5 1584,-4-8-1976,5-2-393,0 3-632,7-3 297,-9 0 783,1 0 537,6-1 1384,-7 1-1280,0-5-360,-3 5 1640</inkml:trace>
  <inkml:trace contextRef="#ctx0" brushRef="#br0">13906 118805 1816,'0'0'0,"0"0"1224,0 0-984,0-1-64,0-1 56,0 0 144,0 2-376,0-3 560,0 0 225,0 0 215,0 0 128,0 0 40,0 0-31,0 2-1137,0-1 1048,0-1-96,0 0-72,0-1-72,0 1-55,0 0-33,0 3-720,0-1 712,0-1-40,0 1-16,0-1-8,-2 1-80,1-1-31,1 2-537,0-1 456,-2 1-112,2 0-48,-2 0-56,2 0-16,0 0 8,0 0-232,-1 0 224,1 3-40,-1 0-8,1 1-24,-2 1-32,2 9 32,0-13-152,0 1 136,0 10-8,-2-9 0,2 9-8,0-8-16,-1 9 40,1-12-144,0 3 120,-2 10-56,2-9-8,-1 10 0,1-10 8,0 13 16,0-17-80,-2 2 120,1 16-96,1-15 16,-2 14 32,2-14-16,-1 13 32,1-17-88,-2 4 72,1 13-64,-1-12-16,2 9 8,0-10 24,0 10-24,0-14 40,0 5-8,0 7-32,0-9-16,0 9 40,0-9-8,0 2-16,0-5 25,0 3 15,0 0-64,0 0 24,0 0 16,0 0-32,0-1 16,0-2 40,0 0-104,0 0 31,0 0-31,0-3 8,0-1 56,0 3 40,0-3-56,0-1 16,0 0-48,0 1-8,3-3 40,-3 2 16,0 4-24,3-5-16,-3 2-16,3-1-24,0 1 56,0-3 32,0 4-8,-2 2 0,1-4 56,2 1-96,-1-1 16,2 0 72,-1 1-56,0 0 8,-4 3 24,5-3 8,0-1-88,-1 0 40,1 2 32,-1 0-16,0 1 0,-3 1 24,4 0 8,-1-1-88,1 1 24,0-1 64,-1 0-72,0 2 40,-3 0 40,3 0 16,1 0-88,0 0 16,-1 0 48,1 0-16,-2 0-16,-1 0 24,2 0 16,0 4-40,1-1 0,0 0 24,-2 0 32,-1-1-56,-1-1 40,2 2 16,0 0-48,0 0 8,0 2 64,0-1-39,0 0-41,-3-3 56,0 11 24,3-9-24,-3 2 24,4-1 72,-4 9-40,0-11-112,0-1 96,0 3 56,0 1-56,0 7 0,0-9 80,-2 0-64,-2 1-112,3-3 80,-2 4 32,0-1-64,-1 1-8,0-1 88,0 1-72,0-3-56,3-1 64,-3 2 48,-1 0-120,1 0 32,-1-3 16,0 4-8,2-4-32,2 0 40,-4 0 16,0 0 0,1 0-96,-2 0 72,1-2-48,1-2 16,2 3 16,-2-4-8,-3 1-32,2-1-8,1 1-24,0-1 72,0 2-16,3 2-16,-4-4-8,1 0-120,-1 1-104,1-1-24,0 1-88,2 0 360,2 3-392,-4-4-144,1 1-137,0-1-143,1 1-160,1 0-160,0 2 1136,1 1-1385,-2-2-319,2 0-560,0-1-793,0 1-352,0-1 809,0 2 2600,0 1-1793,0-2 673,0 0 136,0 0-464,0 3 1448</inkml:trace>
  <inkml:trace contextRef="#ctx0" brushRef="#br0">19847 119239 4793,'0'0'0,"0"0"536,0 0-24,0 0 176,0 0 312,0 0-1000,-2-1 1256,1-1 97,-1 1 39,0-1-80,1 0-208,0 1-31,0 0-1073,0 0 936,-1 0-152,1-1-72,0 1-96,-3-1-88,0 1-23,3 1-505,-3-2 472,0 2-136,-1 0 0,0 0-8,1 0-32,-1 0 32,5 0-328,-6 0 272,0 0-64,0 0-40,0 5 8,-7-1-32,9 1 40,3-5-184,-4 5 184,-7-1-80,7 8-8,-1-9-8,0 2 24,-1 7-112,7-12 96,-6 3-8,0 10-32,0-9-56,1 10 24,1-11-24,-1 9 40,5-12-40,-5 3 56,4 9-56,0-8 16,1 8 8,0-9 8,0 9-32,0-11 49,2 1-17,3 3-8,0 0-48,8 7 32,-9-12 48,8 5-56,-12-5 32,5 2 56,12 2-56,-13-1-8,13 0 16,-13 0-64,13-3 24,-16 0 24,3 3-8,13-3-40,-13 0 64,13 0 16,-12 0 40,7 0-96,-11 0 80,4 0-16,9-2-16,-11 1-48,9 0 64,-9-1 16,2-1-80,-5 3 88,5-3-8,-1-1-64,1 2 0,-2-2 32,0 0 8,-3 0-56,0 3 48,0-3 8,0-1-48,0-1-8,0 0 72,-1-7-32,-2 9-40,2 4 32,-3-6-8,-1-8-48,0 9-8,-1-7 64,-6 8 24,8-2-56,4 6 80,-7-13 8,-5 9-80,8-3-48,-2-5 16,-7 7-24,9 0 48,4 4-64,-7-5-40,-5 0-88,7 0-128,1 0-48,-2 1-145,1 1 513,4 4-704,-4-5-176,1 0-240,-1 2-152,2 2-193,0 1-311,2 0 1776,0 0-2177,1 0-535,0 0 15,0 0 633,0 3 488,0 1 31,0 0 1545,0-3-2576,0-1 2576</inkml:trace>
  <inkml:trace contextRef="#ctx0" brushRef="#br0">20015 119399 6529,'0'0'0,"0"0"1440,0 0-1440,0 0 1681,-1 0 55,-1-2-112,1 0-191,-1 1-177,1-1-208,0 1-1048,0-1 928,0-1-128,-1 0-175,1 0-65,-1 0-64,1 0-64,0 1-432,0 1 432,0-2-64,1 0-96,0 0-8,0-1-24,0 2 48,0 0-288,0 0 168,0 0 64,0-2-168,0 1-48,0 0 48,0 0-64,0 1 0,0 1 80,0-3-24,0-1 0,0 0-56,0 1 40,0-1-16,0 2-24,0 2 16,0-4 40,0 0-72,0 1 16,3-1 0,-3-1-32,1 3 32,1 0 0,-2-3 48,3-1-64,-3 1 16,3 0 40,-3 0-16,2 3-24,-1 0 57,2-3-57,0 0-97,0 0 17,0-1 0,0 1 24,-1 3 56,-1 0-8,2-3-24,1 2-48,-4-1 16,3 0-8,-3 2 64,1 2 8,1-1 0,-2 1 0,3-1-32,-3 1-16,3 1 48,-3 0 8,1 0-8,1 0 16,-2 3-16,3 1-24,-3 1-32,0 7 72,0-9-8,0 0-8,0-1 32,3 11-48,-3-9 16,3 8 0,-3-9 16,3 11 32,-3-12-48,0 0 40,3 12-24,-3-9-40,3 12 32,-3-13-16,3 13 48,-3-15-40,0 1 24,3 15-8,-3-6-32,3-7-8,-3 12 32,3-13 32,-3 4-40,0 1 16,4-4-40,-1 12 24,0-13-56,0 13 32,0-12 8,-2 1 16,1 2-40,1-4-64,0 9-80,0-11-88,0 11-104,1-10-120,-3-2 496,0 1-552,3 1-80,-2 0-64,-2-3 32,4 0-9,-1 0 49,-3 0 624,0 0-672,3 0-64,-3 0-144,3-1-136,-3-4-137,0 0-207,0 4 1360,0-2-1560,0-2-17,0-1 177,0 0 384,-2 0 416,-1 0 264,2 3 336,-2 0-200,-2-4-32,0 1-129,1 1-335,-1-2-1168,-1 1 256,6 6 1608</inkml:trace>
  <inkml:trace contextRef="#ctx0" brushRef="#br0">20017 119334 2352,'0'0'0,"-2"0"1904,1 0-1359,-2 0-217,0-1-8,2 0-320,-1 0 432,-1 0 184,0-1 248,0 0 288,0 1 137,0-1 63,2 2-1352,-1-1 1312,-2-1-184,1 1-119,0-1-97,0 1-136,2-1-64,0 2-712,0-1 640,-1-1-112,1 0-24,-1 1 25,2 0-41,0-1 24,0 1-512,0 0 472,0 0-128,0-2-48,0-1-16,3 2 24,1 0 0,-4 2-304,3-3 288,0 2-88,1-2 0,1 1-16,0 0 8,-1 1-31,-3 1-161,3-2 80,8 1-40,-9-1-40,2 1 56,-1-1 0,9 1-16,-11 0-40,-1 0 56,11 0-128,-9-1 32,9 0 16,-9 2-72,10 0-16,-11 0 112,-1 0-257,11 0-159,-9 0-136,10 0-168,-11 0-104,11 0-160,-11 0 984,-1 0-1161,11 0-167,-9 0-264,9 4-177,-8-4-303,8 3-200,-10-3 2272,-1 0-1961,4 3 401,-1-3 255,8 3-1271,-12-3 2576</inkml:trace>
  <inkml:trace contextRef="#ctx0" brushRef="#br0">20309 119192 4905,'0'0'0,"0"0"544,0 0 0,-2 0-544,2 0 792,0 0 352,-1 0 192,-1 0 73,0 0-25,1 0-176,1 0-1208,0 0 1057,-2 0-97,1 0-160,-1 0-104,2 0-32,-1 0-40,-1 0-624,2 0 600,0 0-39,-1 0-57,-1 0-16,0 2 0,1 2-24,0 0-464,0-4 440,0 5-24,-1 7-88,1-9-32,-1 10-16,1-10-56,-1 8-224,2-10 216,-1 2-39,-1 9-65,1-7-32,-1 9 32,1-10-48,-1 9-64,2-12 112,-1 4-40,-1 8-72,1-8-16,-1 8 16,2-8 0,0 8 0,0-12 40,0 2-16,0 9-72,0-8-24,0 8-80,0-9-104,0 1 256,0-4-473,0 13-159,0-10-288,0 1-256,0 1-144,0 0-249,3-3 1569,-3-1-1864,0 2-377,3-3-543,0 0 231,0 0 585,0 0 279,0 0 1689,-3 0-3112,0 0 3112</inkml:trace>
  <inkml:trace contextRef="#ctx0" brushRef="#br0">20433 119334 2528,'0'0'0,"0"0"1944,0 0-1599,0 0-105,0-1 32,0-1 128,0 1 160,0-1 184,0 2-744,0-2 912,0 1 80,0-1 81,0 1 7,3-1-40,-3 1-48,0 1-992,0-2 921,0 1-145,0-1-64,0 1-40,0-1-80,0 0 8,0 2-600,0-1 560,0 0-80,0-1 1,0 0-49,0 1-64,0 0 72,0 0-440,0 0 400,0-1-56,0 0 40,0 2-40,-1 0-112,-1 0 96,2 0-328,-2 0 320,1 0-128,-1 0 104,1 0-96,-1 0-24,1 0 41,0 0-217,0 0 208,-4 0-72,1 0 16,-1 0-16,2 0-24,-2 0 24,5 0-136,-4 4 128,0-4-104,-1 3 56,2-3 8,-1 3-8,2 0 104,2-3-184,-5 3 112,2 0-72,0 0 16,0 2-8,0-1-8,0 1 56,3-5-96,-3 5 72,-1-1-32,1 1 16,2 0-8,-1-1 8,1 0-56,1-4 96,-2 6-8,1-2-48,-1 0 8,1 1 8,-1 0-32,2-1-24,0-4 88,0 5-32,0-1-40,0 1-16,0 0 16,0-1 8,0-1-24,0-2 32,0 1 40,0 2-72,5-2-32,-1 2 80,1-1-40,-1-1-8,-3-1 32,3-1 8,9 3-24,-11-3-16,11 0 48,-10 0-48,1 0 0,-4 0 8,14 0-8,-11 0-56,2 0 16,9-3-16,-11-1-8,8-1 64,-10 4-144,2-3-112,2 0-240,9-1-240,-11 0-256,1 1-321,0-1 1313,-3 5-1560,11-3-312,-9 0-449,2 0-712,-1 0-479,9 0 711,-13 0 2801,0 3-2120,4-4 423,-1 2-951,-3 2 2648</inkml:trace>
  <inkml:trace contextRef="#ctx0" brushRef="#br0">14449 122472 2824,'0'0'0,"0"0"344,0 0 80,0-1-424,0-1 680,0-2 297,0 0 239,0-1 160,0 0 0,0-1-135,0 3-1241,0 0 1160,0-3-104,3 0-144,-3-7-23,3 11-49,-3-5-16,1 5-824,1-2 792,-2-2-56,3 0-48,-3 0-63,3 0-9,-3 0-32,1 3-584,1-1 528,-2-2-24,0 0-64,0 0-8,3 1-24,-3 1 16,0 2-424,0-1 416,0-2-23,0 1-17,0-1-104,0 1 48,0-1-32,0 3-288,0-1 280,-1 1-96,-2 0-40,-2 0-48,1 2-8,-2 0 56,1 0-144,-3 0 96,3 5 8,-7 7-96,6-7 24,-9 8 8,3 1-8,7-9-32,-6 6 56,-6 9-16,0 1-64,1 2 48,0-1-8,1-1 40,11-15-56,-6 8 64,-4 6-64,2 0 0,-1 0-32,7 0 48,-6-2 24,11-12-40,-2 7 48,-2 3-48,0 2-48,4-3 24,-1 0 8,2-1 56,0-11-40,0 8 48,0 1-96,5 0 96,9-7-80,-10 10 32,10-12 40,-13-2-40,3 3-24,13 0-8,-4 1-8,1-2 40,3 0-16,2-3 56,-15 0-40,11 0 0,8-3-24,2-2 8,0-9 16,1 8 40,0-9-24,-20 11-16,12-6 16,5-4-48,-1-1 8,-2-2 40,-2 0-8,-2 2 24,-13 12-32,9-9 56,-8-2-56,12 0 16,-13 0 0,1 0 0,1 2-16,-4 10 0,1-8-16,-2-2 16,0-1-48,0 1 96,0 0-8,-1-1 8,0 11-48,-2-7 72,-3-5-104,-8-2 16,8 1 72,-10-2-8,-1 0-8,13 14-40,-9-9 32,-6-4-104,-2 2-32,1 2 80,2 9 32,-1-1-32,16 3 24,-11 0-32,-1 0-80,0-1-136,1 2-96,1 0-176,7 0-208,6 0 728,-12 3-976,7 0-337,1 2-367,-1-1-361,4 1-415,-1-1-489,2-3 2945,-1 12-3488,1-9 375,0 8 888,3-9 801,1 9 504,10-9-880,-12-2 1800,-4-2 0</inkml:trace>
  <inkml:trace contextRef="#ctx0" brushRef="#br0">14665 122755 7769,'0'0'0,"0"0"3265,0 0-3265,0 0 2208,-1-2-1015,1 1-337,0-1 8,0 1 16,0-2-96,0-1-784,0 4 680,0-4-151,0-2-145,0 0-136,2-8 0,2 9-24,-1-8-224,-3 12 208,3-4 40,0-12-64,0 4-16,1-1 24,1 1-48,-1-3-144,-3 15 144,11-18-16,-9 0-80,9-3 8,-8 0 8,9 1-40,-10 1-24,-3 19 80,13-21-32,-9-2-16,10 0-32,-11 2-32,9 0 48,-9 4-16,-3 16-16,5-17 48,0 3-24,-1-1-32,1 1 64,-1 11-64,0-9 24,-3 12-16,2-3 16,0-7-48,-3 9 8,3-1 24,-3 1-8,3 1 24,-3 2 0,0-1 0,0-1-56,0 2 32,0 3 24,0-3 16,0 5-16,0 7-32,0-9 0,0 11 0,0-10 32,0 12 0,0-14 0,0 12 16,0 3-32,0 5-8,0 2 40,0 3-32,0-7 16,0-16 0,0 21 24,0-1-88,0-1 64,0 0 16,0-1-8,0-5-8,0-13 32,0 18-24,0-1-16,0-1-24,0 0 72,3 0-64,-3-4 24,0-12-16,3 14 16,-3 1-88,3-3 40,-3 0-32,3-4-48,-3-8 128,0-3-192,0 15-104,4-11-144,-4 8-136,0-11-104,0 2-113,0-1 793,0-2-920,3 2-80,-3 0-144,0-3-137,0 0-183,0 0-208,0 0 1672,0 0-1745,0-1-95,0-2 208,0-2 439,0-1 393,0-6 424,0 8 376,0 3-152,-2-13 64,1 8-8,-3-9-16,0 3 0,-1-2-16,2 4 128,1 6-96,-2-10 56,-2 0 64,0 2 120,0 0 56,0-1 56,-3 9-256,5 2 328,0-13 216,-3 10 401,-5-8 463,8 8 456,-2-1 153,-3 2-2017,5 2 1864,0-4-240,-1 1-263,-1 1-201,0-1-160,-1 0-128,5 3-872,0 1 809,-2 0-89,-1-1-112,0 0-104,2 1-32,0 0-32,2-1-440,1 2 432,-2-1 16,2-1-80,0 0-8,0 1-31,0-1-57,3 1-272,-1 1 288,2-2-88,10 1-48,-10-1-24,12 1-8,-11-1-64,6 1-56,-4 0 56,7 0-16,-1-1-64,1 1 40,2-1-16,-1 1-48,-6 0 48,-3 0-48,10 0-152,-1-1-184,0 1-240,2-1-225,-1 1-319,-7 0 1168,-3 0-1464,9-1-385,1 1-551,-3 0-697,1-1-576,0 0 697,-6 1 2976,-2 1-2097,6-1 721,-7-1-48,12 0 368,-17 2 1056</inkml:trace>
  <inkml:trace contextRef="#ctx0" brushRef="#br0">15131 122333 2736,'0'0'0,"3"0"1320,-3 0-1320,0 0 921,0-2 119,0 1 56,0-1-8,0 1 8,0-2 1,0 2-1097,0-1 1024,0 0-40,0-1-32,0 2 49,0-1 15,0 1 0,0 1-1016,0-2 952,0 0-144,0 1-95,0 0-89,0 1-88,0 0-48,0 0-488,0 0 496,0 0-80,0 2-72,0 3 16,0 7-56,0-9 8,0-1-312,0 10 272,0-7-48,0 12-47,0-5-25,0 5-16,0 2-16,0-18-120,0 16 136,0 1-64,0 0 0,0 1-32,0-1-80,0 1 88,0-18-48,0 16 32,0 1-32,-1 0 16,-1-2-16,1 1-96,-1 0 40,2-16 56,-1 15-136,-1-1-264,1 1-169,1-1-263,0-1-272,0 0-192,0-14 1296,0 12-1561,0-7-319,0 7-385,0-9-455,3 1-409,-3 1 585,0-5 2544,3 5-1753,0-1 585,0-1 72,0-3-368,-3 0 1464</inkml:trace>
  <inkml:trace contextRef="#ctx0" brushRef="#br0">15370 122490 10434,'0'0'0,"0"-2"3432,0 1-3432,0 1 1681,0-1-569,0 0-168,0-1-48,0 1-47,0-1-129,0 1-720,0 1 576,0-2-112,4 1-144,-1-1-56,0 0 24,0 1-40,0 0-248,-3 0 264,5 0-56,-1 1-112,8 0 0,-8 0-16,8 0 24,-10 0-104,-1 0 56,11 0 0,-9 0-48,9 0-72,-8 0 40,8 0-104,-8 0 128,-3 0-224,11 0-144,-9 0-344,9 3-328,-9-3-360,9 3-417,-9-3 1817,-2 0-2288,11 3-681,-9-3-608,9 3 729,-9-3 847,2 3 617,4-3 1384,-6 0-2000,-3 0 2000</inkml:trace>
  <inkml:trace contextRef="#ctx0" brushRef="#br0">15441 122574 9185,'0'0'0,"-1"0"3297,-2 0-1584,-2 0-625,-1 0-104,1 0-984,3 0 1048,-4 0-56,0 0-183,0 0-153,2 0-184,-1 0-40,2 0-432,2 0 392,-3 0-96,2 0-64,0 0-72,2 0-16,0 0-16,0 0-128,0 0 144,0 0-40,3 0-64,0 0 32,2 0-48,7 0 32,-10 0-56,-1 0 40,12-2-40,-7 1-80,10-1-80,-11 1-120,13-1-240,-10 1 520,-4 0-824,9 0-456,-1-2-561,0 1-679,1 1-833,-1 0-328,-4-1 3681,-4 2-2752,8-1 855,1-1 473,-1 0-264,-12 2 1688</inkml:trace>
  <inkml:trace contextRef="#ctx0" brushRef="#br0">15817 122316 5505,'0'0'0,"-2"0"2088,1 0 217,-2 0-401,1 0-1904,0 0 1680,-3 0-159,0 0-153,1-1-144,-1-1-128,0 2-143,4 0-953,-1-1 880,-1 1-144,0 0-32,0 0-16,0 0-32,0 0-15,2 0-641,-1 0 536,-1 0-136,1 0-88,1 0-88,-1 0-32,0 0 8,2 0-200,-1 0 184,1 0-40,0 0-104,0 0 64,3 0-16,0 0 8,-1 0-96,1 0 120,1 0-104,9 0-16,-10 0 24,9 0 8,-9 0-8,1 0-24,6 0 32,-6 0-64,13 0-48,-12 0 8,12 0-48,-12 0-80,0-1 200,8 0-312,-1-1-160,1 1-200,-1 0-56,-8-1-129,13 0-87,-16 2 944,3-2-1096,13-2-216,-13 1-201,13 0-215,-12 0-280,8 0-401,-9 2 2409,-3 1-2784,12-2 7,-10-1 752,1 1 697,1 1 432,-2-1-744,-2 2 1640,-2 0 0</inkml:trace>
  <inkml:trace contextRef="#ctx0" brushRef="#br0">15954 122312 8089,'0'0'0,"-2"0"3113,2 0-3113,-1 3 2152,-4 1-711,-1 8-177,0-7-48,0 9-64,1-2-159,4-10-993,-4 10 864,-2 3-192,3 0-104,-2 6-40,1-1-88,1-1-40,3-16-400,-3 14 360,-1 4-71,2-3-73,0 0 16,2 1-96,-1-3-24,2-14-112,-1 13 136,-1 2-120,0-2 8,2 1-8,0-1-72,0 1 56,0-14 0,0 10-72,0 1-88,0 1-88,0-2-216,4-7-153,-1 12-175,-3-16 792,0 1-1024,3 2-232,-3 1-177,3 0-271,-3-1-368,5-1-457,-5-2 2529,4 1-3025,1-2 265,-1 3 775,1-3 713,7 0 328,-12 0-800,0 0 1744,0 0 0</inkml:trace>
  <inkml:trace contextRef="#ctx0" brushRef="#br0">16118 122419 5793,'0'0'0,"0"0"2144,0 0-31,0 0-537,0 0-208,0 0-1368,0 0 1249,0 0-129,-2 0-256,2 0-136,0 0-64,-1 0-72,0 3-592,0-3 553,0 3-33,-1 0-96,1 2-56,1-1 16,-2 1-32,1-1-352,0-3 344,0 3-16,-1 8-80,1-9-32,-1 10 0,1-10 8,-1 8-224,2-10 208,-1 4 8,-1 9-72,1-10-8,-1 10 0,0-10-16,1 9-120,1-12 137,-1 4-17,-1 9 16,0-10-40,1 10 24,-1-9 8,1 6-128,1-8 40,-2 1 16,1 10-40,-1-10-32,1 10 56,-1-9 40,1 5-80,1-8 32,-2 1 64,1 10-72,1-10-24,0 2 16,0-1-16,0 0 0,0-4 16,0 5 8,0 0 32,0-1 0,0-1 16,3-3-16,-1 0-56,-1 0 56,3 0 8,1 0 8,0 0 16,7 0 32,-9-1 8,7-3-128,-8 3 128,1-3-32,10-1-48,-11 1-8,11-1 0,-8 2 0,4 1-40,-6 1 48,0-2 8,9 0-88,-9 0-8,11-1 72,-11 1-64,6 1 32,-6 1-40,0-2-72,10 2-200,-10-1-136,1 1-216,8-1-209,-9 1 873,-2 0-1088,3-2-376,1 2-440,7-1-585,-9 1-888,2 0-664,-2-1 4041,-2 2-3160,4-3 991,0 1 841,-1-1 224,1 1 0,-5 2 1104</inkml:trace>
  <inkml:trace contextRef="#ctx0" brushRef="#br0">16645 122418 5993,'0'0'0,"0"0"3024,0 0-423,0-2-1177,0 0-319,0 1-33,0-1-1072,0 1 1008,0-3-88,-1 2-192,-1-2-104,1 3-71,-1 0-25,1-1-528,1 2 512,-2-2-48,-2 1-24,-1-1-56,0 2 0,-1 0 16,-1 0-400,2 0 352,0 3-88,-1 1-48,-8 0-40,10 8 0,-10-8-23,11 2-153,2 0 160,-15-3-56,10 9-48,-10-9 16,10 11 8,-9-10 32,12 5-112,0-1 112,-12-3-8,8 12-16,-7-13-24,10 13 8,-10-12 24,12 3-96,0 1 112,-4-4-72,1 10 0,1-11-40,-1 10 32,2-9 8,1 1-40,0 0 56,1-3-24,1 10-24,0-11 8,0 3 16,3 8 8,-1-12-40,1 0 40,9 4 0,-9 0-48,9-2 16,-7 0 24,11 0-16,-15-3-16,2 0 40,14 3-40,-13-3 0,13 0 24,-4 0 8,-1-2 40,-7 2-72,2-1 40,5-1-16,-7 1-48,12-1 8,-13-1 48,12-2-24,-14 4-8,0-2 48,12-1-48,-11-1-16,9 0 32,-8 1-8,0-1 64,-2 3-72,1-1 48,0-1-48,0-9-16,-3 9-16,0-2 48,0-6 40,0 10-56,0-1 32,-2-4-64,-1-4 8,-1 6-96,-2-1 24,-7-7-40,12 12 136,-3-2-256,-9-3-80,7-6-104,-10 7-136,10-1-89,-9 0-87,13 4 752,-1-3-912,-10-1-136,8 0-200,-9 1-225,10 1-271,-2-1-489,3 4 2233,-1-2-2800,-2 0-417,2 1 729,-1 1 831,2-1 665,1 2 264,2 0 728,-1 0-1512,1 0 1512</inkml:trace>
  <inkml:trace contextRef="#ctx0" brushRef="#br0">16963 122393 4833,'0'0'0,"0"0"1920,0 0 224,-2 0-431,1-2-265,1 2-1448,-1-1 1312,-1-1-183,0 1-129,1-1-152,-2 1-80,-2-1-56,4 2-712,-3-1 672,0 1-47,-2 0-33,-7 0 8,9 0-64,-2 0-8,5 0-528,-10 0 528,6 0-128,-9 0-16,9 0-48,-8 4-112,8 1-23,4-5-201,-12 4 176,8 1-120,-8 0 0,8-1 24,-9 1 8,10 9 16,3-13-104,-12 1 88,9 10-104,-3-9 16,-5 9 16,7-8-16,-1 7 40,6-10-40,-6 2 40,0 9-80,1-9 8,1 2 72,-1-1-48,4 9 48,1-13-40,-2 2 56,2 3-96,0 0 40,0-1 0,3 1 0,2 0 24,-5-5-24,12 4 40,-9 1-56,9 0-8,-7-1 24,10 1 16,-10-3-16,-5-2 40,17 4 0,-13-1-56,15 0-8,-7 0 40,1 0-16,-9 0 40,-4-3-40,17 5 64,-13-1-88,13 1 8,-12-1 56,11 1-8,-12 0-32,-4-5 80,14 4-8,-11 1-32,9 0 16,-9-1 40,0 1 48,0-1-144,-3-3 152,3 3-16,1 8 8,-4-9-88,0 2 24,0 0 8,0 6-88,0-10 56,-2 2 56,-1 2-80,-2-1 8,1 8 8,-9-9-24,9 2-24,4-5 72,-12 5-56,7-1-48,-10 1-40,8 0 48,-8-1-32,10 0 56,4-3-32,-14 1 16,10 2-120,-9-1 8,10-3-40,-9 0-32,9 0 200,4 0-184,-7 0-40,3 0-64,-1-2 16,0-3 48,4 1 64,0 0 160,1 4-96,0-7 40,0-5-24,0 7 8,4-1 48,8-6 24,-9 8 0,-2 4 24,3-16 24,12 10-64,-12-9-16,10 8 24,-9-8 16,9 10-8,-12 4 48,3-14 16,10 8-40,-10-9-8,9 3 0,-10 7 8,7-7-24,-9 11 32,1-4-24,9-10-16,-9 10-24,9-9 48,-8 9-32,-1-7 16,-2 10-16,11-1 32,-9-10-80,2 9-48,0-8 7,-1 8-151,-2 0 256,-1 4-376,2-11-120,0 8-184,-3 0-136,3-2-128,-3 1-257,3 3 1201,-2 1-1408,-1-2-376,2 1-545,-2 1-487,0 0-273,0-1 745,0 2 2344,0 0-1545,0 0 657,0 0 312,0 0-1016,0 0 1592</inkml:trace>
  <inkml:trace contextRef="#ctx0" brushRef="#br0">17135 122408 2856,'0'0'0,"0"-2"592,0 2 256,0 0 329,0 0 263,0 0 128,0 0-1568,0 0 1513,0 0-137,0 0-112,0 0-96,0 0-47,0 0-65,0 0-8554,0 0 15980,0 0-7594,0 0-136,0 0-127,0 6-57,0-2-96,0-2-472,0 0 416,-2 3-80,1 0-144,-1-1-48,1 9-16,-1-10-24,1-1-104,0 0 112,0 3-32,0 7-64,-1-9 8,0 2 24,1-1 32,0 3-80,1-1 72,-2-3-40,0 1-32,0 1 0,1 7 56,0-9 48,0-1-104,0-1 96,1 4-16,0-1-40,0 1-32,0 0 48,0-1 32,-1-1-88,0-1 120,1 1-64,-1 0-32,1 0-8,0 0 24,0 0 24,0-1-64,0-1 80,0 3-32,0-2-48,0 2 0,0-1 24,0-3 16,0 1-40,0 1 56,0-2-32,0 3-40,0-3-8,0 0 40,0 0 8,1 0-24,1 0 24,1 0-8,0 0-56,2 0 56,0 0 8,-1-2-8,-2 1-16,1 1 40,1-2-40,8-1-16,-8 0 32,0 0-8,1 0 24,0 2-32,2 0 24,-4 0-8,2-1-88,0 1 48,7-1-16,-12 0 40,2 2 0,0-1 24,3 0-64,-1 1-64,1 0-56,0 0-16,-1 0-64,-2 0 240,1 0-312,2 0-136,-1 0-224,1 0-144,-1 0-192,-1 0-225,-2 0 1233,1 0-1488,2 0-352,-1 0-537,0 0-391,0 0-153,0 0 736,-2 0 2185,1 0-1424,-2 0 560,3 0 120,-3 0-576,0 0 1320</inkml:trace>
  <inkml:trace contextRef="#ctx0" brushRef="#br0">17259 122462 3752,'0'0'0,"-1"0"1497,-1 0 439,2 0-1936,-2 0 2088,1 0-327,-1 0-225,2 0-192,-1 0-183,-1 0-97,2 1-1064,0 1 968,0-2-80,-1 3-15,1 0-33,0 0-88,-2 0-24,2-2-728,0 3 632,-1 0-120,1 1-8,0 7-32,0-8-79,0 8 7,0-10-400,0-1 312,0 11-128,0-9 8,0 11-24,0-9-16,0 8 32,0-10-184,0-1 80,0 12-24,0-10-8,0 10-24,0-9 24,0 9-8,0-12-40,0 8 0,0 2-40,0-7 8,0 12 32,0-13 32,0 13-48,0-14 16,0-1-32,0 15-96,0-13-48,0 13-24,0-5-104,0-7-112,0-4 416,0 16-520,0-12-265,0 12-119,0-12-168,-2 11-240,0-11-249,2-4 1561,0 14-1944,0-10-665,0 10-703,0-10-121,0 9 920,0-11 921,0-2 1592,0 11-984,0-12-576,0 0 1560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CA"/>
          </a:p>
        </p:txBody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CA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1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FFE31F-FC1B-4851-BFE1-5060776806FE}" type="datetimeFigureOut">
              <a:rPr lang="en-CA" smtClean="0"/>
              <a:t>2025-12-03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2244B6-74A1-4CC3-B034-C034CCB3BBCA}" type="slidenum">
              <a:rPr lang="en-CA" smtClean="0"/>
              <a:t>‹#›</a:t>
            </a:fld>
            <a:endParaRPr lang="en-CA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19828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FFE31F-FC1B-4851-BFE1-5060776806FE}" type="datetimeFigureOut">
              <a:rPr lang="en-CA" smtClean="0"/>
              <a:t>2025-12-03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2244B6-74A1-4CC3-B034-C034CCB3BBCA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4018652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FFE31F-FC1B-4851-BFE1-5060776806FE}" type="datetimeFigureOut">
              <a:rPr lang="en-CA" smtClean="0"/>
              <a:t>2025-12-03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2244B6-74A1-4CC3-B034-C034CCB3BBCA}" type="slidenum">
              <a:rPr lang="en-CA" smtClean="0"/>
              <a:t>‹#›</a:t>
            </a:fld>
            <a:endParaRPr lang="en-CA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649848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8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FFE31F-FC1B-4851-BFE1-5060776806FE}" type="datetimeFigureOut">
              <a:rPr lang="en-CA" smtClean="0"/>
              <a:t>2025-12-03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2244B6-74A1-4CC3-B034-C034CCB3BBCA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7332370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FFE31F-FC1B-4851-BFE1-5060776806FE}" type="datetimeFigureOut">
              <a:rPr lang="en-CA" smtClean="0"/>
              <a:t>2025-12-03</a:t>
            </a:fld>
            <a:endParaRPr lang="en-CA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2244B6-74A1-4CC3-B034-C034CCB3BBCA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6584794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FFE31F-FC1B-4851-BFE1-5060776806FE}" type="datetimeFigureOut">
              <a:rPr lang="en-CA" smtClean="0"/>
              <a:t>2025-12-03</a:t>
            </a:fld>
            <a:endParaRPr lang="en-C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2244B6-74A1-4CC3-B034-C034CCB3BBCA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5425477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FFE31F-FC1B-4851-BFE1-5060776806FE}" type="datetimeFigureOut">
              <a:rPr lang="en-CA" smtClean="0"/>
              <a:t>2025-12-03</a:t>
            </a:fld>
            <a:endParaRPr lang="en-CA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CA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2244B6-74A1-4CC3-B034-C034CCB3BBCA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8364276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6DFFE31F-FC1B-4851-BFE1-5060776806FE}" type="datetimeFigureOut">
              <a:rPr lang="en-CA" smtClean="0"/>
              <a:t>2025-12-03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B62244B6-74A1-4CC3-B034-C034CCB3BBCA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0167538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645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4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FFE31F-FC1B-4851-BFE1-5060776806FE}" type="datetimeFigureOut">
              <a:rPr lang="en-CA" smtClean="0"/>
              <a:t>2025-12-03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2244B6-74A1-4CC3-B034-C034CCB3BBCA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359472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FFE31F-FC1B-4851-BFE1-5060776806FE}" type="datetimeFigureOut">
              <a:rPr lang="en-CA" smtClean="0"/>
              <a:t>2025-12-03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2244B6-74A1-4CC3-B034-C034CCB3BBCA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7818179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FFE31F-FC1B-4851-BFE1-5060776806FE}" type="datetimeFigureOut">
              <a:rPr lang="en-CA" smtClean="0"/>
              <a:t>2025-12-03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2244B6-74A1-4CC3-B034-C034CCB3BBCA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8016665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CA"/>
          </a:p>
        </p:txBody>
      </p:sp>
      <p:sp>
        <p:nvSpPr>
          <p:cNvPr id="9" name="Rectangle 8"/>
          <p:cNvSpPr/>
          <p:nvPr/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CA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6DFFE31F-FC1B-4851-BFE1-5060776806FE}" type="datetimeFigureOut">
              <a:rPr lang="en-CA" smtClean="0"/>
              <a:t>2025-12-03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B62244B6-74A1-4CC3-B034-C034CCB3BBCA}" type="slidenum">
              <a:rPr lang="en-CA" smtClean="0"/>
              <a:t>‹#›</a:t>
            </a:fld>
            <a:endParaRPr lang="en-CA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192702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67" r:id="rId1"/>
    <p:sldLayoutId id="2147483868" r:id="rId2"/>
    <p:sldLayoutId id="2147483869" r:id="rId3"/>
    <p:sldLayoutId id="2147483870" r:id="rId4"/>
    <p:sldLayoutId id="2147483871" r:id="rId5"/>
    <p:sldLayoutId id="2147483872" r:id="rId6"/>
    <p:sldLayoutId id="2147483873" r:id="rId7"/>
    <p:sldLayoutId id="2147483874" r:id="rId8"/>
    <p:sldLayoutId id="2147483875" r:id="rId9"/>
    <p:sldLayoutId id="2147483876" r:id="rId10"/>
    <p:sldLayoutId id="2147483877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jpg"/><Relationship Id="rId2" Type="http://schemas.openxmlformats.org/officeDocument/2006/relationships/image" Target="../media/image33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6.jpg"/><Relationship Id="rId4" Type="http://schemas.openxmlformats.org/officeDocument/2006/relationships/image" Target="../media/image35.jp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7" Type="http://schemas.openxmlformats.org/officeDocument/2006/relationships/image" Target="../media/image49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8.png"/><Relationship Id="rId5" Type="http://schemas.openxmlformats.org/officeDocument/2006/relationships/image" Target="../media/image47.png"/><Relationship Id="rId4" Type="http://schemas.openxmlformats.org/officeDocument/2006/relationships/customXml" Target="../ink/ink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7.png"/><Relationship Id="rId3" Type="http://schemas.openxmlformats.org/officeDocument/2006/relationships/image" Target="../media/image52.png"/><Relationship Id="rId7" Type="http://schemas.openxmlformats.org/officeDocument/2006/relationships/image" Target="../media/image56.png"/><Relationship Id="rId2" Type="http://schemas.openxmlformats.org/officeDocument/2006/relationships/customXml" Target="../ink/ink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5.png"/><Relationship Id="rId5" Type="http://schemas.openxmlformats.org/officeDocument/2006/relationships/image" Target="../media/image54.png"/><Relationship Id="rId4" Type="http://schemas.openxmlformats.org/officeDocument/2006/relationships/image" Target="../media/image5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customXml" Target="../ink/ink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59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.xml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9.xml"/><Relationship Id="rId5" Type="http://schemas.openxmlformats.org/officeDocument/2006/relationships/diagramColors" Target="../diagrams/colors9.xml"/><Relationship Id="rId4" Type="http://schemas.openxmlformats.org/officeDocument/2006/relationships/diagramQuickStyle" Target="../diagrams/quickStyle9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2.em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6A6711-621D-BF24-1F55-7E76CAED417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892168"/>
          </a:xfrm>
        </p:spPr>
        <p:txBody>
          <a:bodyPr>
            <a:normAutofit/>
          </a:bodyPr>
          <a:lstStyle/>
          <a:p>
            <a:r>
              <a:rPr lang="en-CA" sz="7400"/>
              <a:t>ESE Engineering Project V</a:t>
            </a:r>
            <a:br>
              <a:rPr lang="en-CA" sz="7400"/>
            </a:br>
            <a:r>
              <a:rPr lang="en-CA" sz="7400"/>
              <a:t>Project 3:</a:t>
            </a:r>
            <a:br>
              <a:rPr lang="en-CA" sz="7400"/>
            </a:br>
            <a:r>
              <a:rPr lang="en-CA" sz="7400"/>
              <a:t>Etch </a:t>
            </a:r>
            <a:r>
              <a:rPr lang="en-CA" sz="7400" i="1"/>
              <a:t>Auto</a:t>
            </a:r>
            <a:r>
              <a:rPr lang="en-CA" sz="7400"/>
              <a:t> Sketch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9FDCD42-C90A-1ACA-3D79-40B3B63599F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97280" y="4734173"/>
            <a:ext cx="10058400" cy="1143000"/>
          </a:xfrm>
        </p:spPr>
        <p:txBody>
          <a:bodyPr>
            <a:normAutofit fontScale="92500" lnSpcReduction="10000"/>
          </a:bodyPr>
          <a:lstStyle/>
          <a:p>
            <a:r>
              <a:rPr lang="en-CA" sz="3600" dirty="0">
                <a:solidFill>
                  <a:schemeClr val="tx1"/>
                </a:solidFill>
              </a:rPr>
              <a:t>Fergus Page</a:t>
            </a:r>
          </a:p>
          <a:p>
            <a:r>
              <a:rPr lang="en-CA" sz="3600" dirty="0">
                <a:solidFill>
                  <a:schemeClr val="tx1"/>
                </a:solidFill>
              </a:rPr>
              <a:t>December 4</a:t>
            </a:r>
            <a:r>
              <a:rPr lang="en-CA" sz="3600" baseline="30000" dirty="0">
                <a:solidFill>
                  <a:schemeClr val="tx1"/>
                </a:solidFill>
              </a:rPr>
              <a:t>th</a:t>
            </a:r>
            <a:r>
              <a:rPr lang="en-CA" sz="3600" dirty="0">
                <a:solidFill>
                  <a:schemeClr val="tx1"/>
                </a:solidFill>
              </a:rPr>
              <a:t>, 2025</a:t>
            </a:r>
          </a:p>
        </p:txBody>
      </p:sp>
    </p:spTree>
    <p:extLst>
      <p:ext uri="{BB962C8B-B14F-4D97-AF65-F5344CB8AC3E}">
        <p14:creationId xmlns:p14="http://schemas.microsoft.com/office/powerpoint/2010/main" val="22953840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Digital financial graph">
            <a:extLst>
              <a:ext uri="{FF2B5EF4-FFF2-40B4-BE49-F238E27FC236}">
                <a16:creationId xmlns:a16="http://schemas.microsoft.com/office/drawing/2014/main" id="{8ECC6F21-E92D-070D-9B87-8F0C3321B61E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  <a:alphaModFix amt="35000"/>
          </a:blip>
          <a:srcRect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6C7417E-131B-5EA6-92D8-B9D9BAB631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CA"/>
              <a:t>Project Overview:</a:t>
            </a:r>
            <a:endParaRPr lang="en-CA" dirty="0"/>
          </a:p>
        </p:txBody>
      </p:sp>
      <p:graphicFrame>
        <p:nvGraphicFramePr>
          <p:cNvPr id="40" name="Content Placeholder 2">
            <a:extLst>
              <a:ext uri="{FF2B5EF4-FFF2-40B4-BE49-F238E27FC236}">
                <a16:creationId xmlns:a16="http://schemas.microsoft.com/office/drawing/2014/main" id="{E41CB649-B31B-A83D-8FCB-073E6A47F98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67975231"/>
              </p:ext>
            </p:extLst>
          </p:nvPr>
        </p:nvGraphicFramePr>
        <p:xfrm>
          <a:off x="1096963" y="1846263"/>
          <a:ext cx="10058400" cy="40227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452198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76A68A-8943-84AC-D983-DB615941B6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CA"/>
              <a:t>Extended Applications</a:t>
            </a:r>
            <a:endParaRPr lang="en-CA" dirty="0"/>
          </a:p>
        </p:txBody>
      </p:sp>
      <p:graphicFrame>
        <p:nvGraphicFramePr>
          <p:cNvPr id="7" name="Content Placeholder 2">
            <a:extLst>
              <a:ext uri="{FF2B5EF4-FFF2-40B4-BE49-F238E27FC236}">
                <a16:creationId xmlns:a16="http://schemas.microsoft.com/office/drawing/2014/main" id="{F028A626-7FDC-0255-D9AD-2542F2A3E92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024709"/>
              </p:ext>
            </p:extLst>
          </p:nvPr>
        </p:nvGraphicFramePr>
        <p:xfrm>
          <a:off x="1096963" y="2098515"/>
          <a:ext cx="10058400" cy="37860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926234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0DA9AE-6DD7-C7A3-F3DE-07A518EE9C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CA" sz="4000" dirty="0"/>
              <a:t>United Nations Sustainable Development Goals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F1D4BE46-2604-A0E8-1C0A-A542EF6EF34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39876787"/>
              </p:ext>
            </p:extLst>
          </p:nvPr>
        </p:nvGraphicFramePr>
        <p:xfrm>
          <a:off x="1096963" y="2098515"/>
          <a:ext cx="10058400" cy="37860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4701307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EE4BFB-062B-7E0D-C350-A9BAFD5420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CA"/>
              <a:t>System Overview</a:t>
            </a:r>
            <a:endParaRPr lang="en-CA" dirty="0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AFE83457-AAE9-C1E4-4B25-198C0838417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7984269"/>
              </p:ext>
            </p:extLst>
          </p:nvPr>
        </p:nvGraphicFramePr>
        <p:xfrm>
          <a:off x="1096963" y="2098515"/>
          <a:ext cx="10058400" cy="37860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8507110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A525D1-72BF-711F-FF5B-68E8B496D1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CA" dirty="0"/>
              <a:t>Software and Control Considerations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288C939E-FBB9-B6AB-ED6E-6ADCC75C84C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7992360"/>
              </p:ext>
            </p:extLst>
          </p:nvPr>
        </p:nvGraphicFramePr>
        <p:xfrm>
          <a:off x="1096963" y="2098515"/>
          <a:ext cx="10058400" cy="37860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4888267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9F5E263C-FB7E-4A3E-AD04-5140CD3D1D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6315" cy="6858000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001">
            <a:schemeClr val="lt1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E65ED8C-90F7-4EB0-ACCB-64AEF411E8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CA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52DE8FE-E385-75E7-0DA8-D641D36AE0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2370" y="516835"/>
            <a:ext cx="3084844" cy="5772840"/>
          </a:xfrm>
        </p:spPr>
        <p:txBody>
          <a:bodyPr anchor="ctr">
            <a:normAutofit/>
          </a:bodyPr>
          <a:lstStyle/>
          <a:p>
            <a:r>
              <a:rPr lang="en-CA" sz="3600">
                <a:solidFill>
                  <a:srgbClr val="FFFFFF"/>
                </a:solidFill>
              </a:rPr>
              <a:t>RF, Safety, and Compliance Considerations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604E3BF-88F7-4D19-BEC9-8486966EA4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CA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5031CEAC-6C5F-91F8-BD55-D80546D8D41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5806787"/>
              </p:ext>
            </p:extLst>
          </p:nvPr>
        </p:nvGraphicFramePr>
        <p:xfrm>
          <a:off x="4741863" y="639763"/>
          <a:ext cx="6797675" cy="564991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7362453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20B8F7-3306-C8F1-8EC3-187B5778AE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5435" y="263989"/>
            <a:ext cx="10058400" cy="1450757"/>
          </a:xfrm>
        </p:spPr>
        <p:txBody>
          <a:bodyPr/>
          <a:lstStyle/>
          <a:p>
            <a:r>
              <a:rPr lang="en-CA" dirty="0"/>
              <a:t>Top Level System Diagram</a:t>
            </a:r>
          </a:p>
        </p:txBody>
      </p:sp>
      <p:pic>
        <p:nvPicPr>
          <p:cNvPr id="4" name="Picture 3" descr="A diagram of a diagram&#10;&#10;AI-generated content may be incorrect.">
            <a:extLst>
              <a:ext uri="{FF2B5EF4-FFF2-40B4-BE49-F238E27FC236}">
                <a16:creationId xmlns:a16="http://schemas.microsoft.com/office/drawing/2014/main" id="{DA3EFE5F-C89C-2901-8ED7-AC144D003D9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800" y="1771281"/>
            <a:ext cx="10058400" cy="43802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70343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7925D6-25D5-60C2-FD5E-F34E26D025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System Prototype</a:t>
            </a:r>
          </a:p>
        </p:txBody>
      </p:sp>
      <p:pic>
        <p:nvPicPr>
          <p:cNvPr id="5" name="Content Placeholder 4" descr="A computer with wires and a screen&#10;&#10;AI-generated content may be incorrect.">
            <a:extLst>
              <a:ext uri="{FF2B5EF4-FFF2-40B4-BE49-F238E27FC236}">
                <a16:creationId xmlns:a16="http://schemas.microsoft.com/office/drawing/2014/main" id="{B7201DC3-CBE8-5862-FB60-1BAD60C91C5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29" t="9670" r="1286" b="5091"/>
          <a:stretch>
            <a:fillRect/>
          </a:stretch>
        </p:blipFill>
        <p:spPr>
          <a:xfrm>
            <a:off x="4476889" y="2401384"/>
            <a:ext cx="2889250" cy="3429000"/>
          </a:xfrm>
        </p:spPr>
      </p:pic>
      <p:pic>
        <p:nvPicPr>
          <p:cNvPr id="7" name="Picture 6" descr="A small computer on a table&#10;&#10;AI-generated content may be incorrect.">
            <a:extLst>
              <a:ext uri="{FF2B5EF4-FFF2-40B4-BE49-F238E27FC236}">
                <a16:creationId xmlns:a16="http://schemas.microsoft.com/office/drawing/2014/main" id="{EBC6C1AA-1FD2-C020-4AB3-5D3619F8785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703" t="10386" r="21538" b="10515"/>
          <a:stretch>
            <a:fillRect/>
          </a:stretch>
        </p:blipFill>
        <p:spPr>
          <a:xfrm>
            <a:off x="806448" y="2619512"/>
            <a:ext cx="3218610" cy="2828707"/>
          </a:xfrm>
          <a:prstGeom prst="rect">
            <a:avLst/>
          </a:prstGeom>
        </p:spPr>
      </p:pic>
      <p:pic>
        <p:nvPicPr>
          <p:cNvPr id="9" name="Picture 8" descr="A wooden box with wires and wires&#10;&#10;AI-generated content may be incorrect.">
            <a:extLst>
              <a:ext uri="{FF2B5EF4-FFF2-40B4-BE49-F238E27FC236}">
                <a16:creationId xmlns:a16="http://schemas.microsoft.com/office/drawing/2014/main" id="{0849271C-9251-4C92-C319-7FAB9ABF771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168" b="8593"/>
          <a:stretch>
            <a:fillRect/>
          </a:stretch>
        </p:blipFill>
        <p:spPr>
          <a:xfrm>
            <a:off x="7817970" y="2619512"/>
            <a:ext cx="3022098" cy="3059989"/>
          </a:xfrm>
          <a:prstGeom prst="rect">
            <a:avLst/>
          </a:prstGeom>
        </p:spPr>
      </p:pic>
      <p:pic>
        <p:nvPicPr>
          <p:cNvPr id="11" name="Picture 10" descr="A circuit board with wires and a pliers&#10;&#10;AI-generated content may be incorrect.">
            <a:extLst>
              <a:ext uri="{FF2B5EF4-FFF2-40B4-BE49-F238E27FC236}">
                <a16:creationId xmlns:a16="http://schemas.microsoft.com/office/drawing/2014/main" id="{62613F0F-8BA9-7903-B33C-5718FDCAA38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979" t="8993" r="18547" b="20305"/>
          <a:stretch>
            <a:fillRect/>
          </a:stretch>
        </p:blipFill>
        <p:spPr>
          <a:xfrm rot="16200000">
            <a:off x="8339566" y="-99118"/>
            <a:ext cx="1978905" cy="30220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73324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8F1D04-F2FF-3A27-F487-0961BFEEE2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>
            <a:normAutofit/>
          </a:bodyPr>
          <a:lstStyle/>
          <a:p>
            <a:r>
              <a:rPr lang="en-CA"/>
              <a:t>DC Motor Characterization</a:t>
            </a:r>
          </a:p>
        </p:txBody>
      </p:sp>
      <p:graphicFrame>
        <p:nvGraphicFramePr>
          <p:cNvPr id="18" name="Content Placeholder 2">
            <a:extLst>
              <a:ext uri="{FF2B5EF4-FFF2-40B4-BE49-F238E27FC236}">
                <a16:creationId xmlns:a16="http://schemas.microsoft.com/office/drawing/2014/main" id="{E185EB77-6957-FC93-0155-8A9673AFCC7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36512760"/>
              </p:ext>
            </p:extLst>
          </p:nvPr>
        </p:nvGraphicFramePr>
        <p:xfrm>
          <a:off x="1096963" y="2098515"/>
          <a:ext cx="10058400" cy="37860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95873683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EC7659-13D7-9FF7-339E-6AE3A3C40B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Motor Characterization Calculations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E6A1407-86EA-F97D-7A81-64D6F878A8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825" y="1865738"/>
            <a:ext cx="2177551" cy="388651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6D30D04-82E0-082D-88B2-2925A516E5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36734" y="1865738"/>
            <a:ext cx="4905641" cy="2337000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78E52BA4-3B9D-A559-2125-95CB6D487617}"/>
                  </a:ext>
                </a:extLst>
              </p14:cNvPr>
              <p14:cNvContentPartPr/>
              <p14:nvPr/>
            </p14:nvContentPartPr>
            <p14:xfrm>
              <a:off x="5962670" y="1519250"/>
              <a:ext cx="6032686" cy="4199192"/>
            </p14:xfrm>
          </p:contentPart>
        </mc:Choice>
        <mc:Fallback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78E52BA4-3B9D-A559-2125-95CB6D487617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953670" y="1510250"/>
                <a:ext cx="6050325" cy="4216831"/>
              </a:xfrm>
              <a:prstGeom prst="rect">
                <a:avLst/>
              </a:prstGeom>
            </p:spPr>
          </p:pic>
        </mc:Fallback>
      </mc:AlternateContent>
      <p:pic>
        <p:nvPicPr>
          <p:cNvPr id="12" name="Picture 11">
            <a:extLst>
              <a:ext uri="{FF2B5EF4-FFF2-40B4-BE49-F238E27FC236}">
                <a16:creationId xmlns:a16="http://schemas.microsoft.com/office/drawing/2014/main" id="{DDB71E09-35B6-8896-F5C8-3C0BC004C18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136734" y="4519746"/>
            <a:ext cx="4577384" cy="1395245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72259C97-9096-4C71-CF34-3EB6AB7D409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591001" y="5657780"/>
            <a:ext cx="2086266" cy="5144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540303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0E8664-858F-EBB5-5C34-F3508838C5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Step Responses</a:t>
            </a:r>
          </a:p>
        </p:txBody>
      </p:sp>
      <p:pic>
        <p:nvPicPr>
          <p:cNvPr id="5" name="Content Placeholder 4" descr="A graph of a step-up&#10;&#10;AI-generated content may be incorrect.">
            <a:extLst>
              <a:ext uri="{FF2B5EF4-FFF2-40B4-BE49-F238E27FC236}">
                <a16:creationId xmlns:a16="http://schemas.microsoft.com/office/drawing/2014/main" id="{7CC68909-1795-1584-3E21-EB7B51B5A24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4822" y="1948440"/>
            <a:ext cx="4142389" cy="4033260"/>
          </a:xfrm>
        </p:spPr>
      </p:pic>
      <p:pic>
        <p:nvPicPr>
          <p:cNvPr id="7" name="Picture 6" descr="A graph with a curved line&#10;&#10;AI-generated content may be incorrect.">
            <a:extLst>
              <a:ext uri="{FF2B5EF4-FFF2-40B4-BE49-F238E27FC236}">
                <a16:creationId xmlns:a16="http://schemas.microsoft.com/office/drawing/2014/main" id="{A4E5CF53-EEBB-937E-D8AD-E563A1A2C95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17211" y="1948440"/>
            <a:ext cx="6538469" cy="40332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550869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E4B1F9-31EA-B105-7945-301545C949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PI Controller Calculations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9DB40364-ECB1-2A09-1529-58C0F9220419}"/>
                  </a:ext>
                </a:extLst>
              </p14:cNvPr>
              <p14:cNvContentPartPr/>
              <p14:nvPr/>
            </p14:nvContentPartPr>
            <p14:xfrm>
              <a:off x="9634014" y="207945"/>
              <a:ext cx="2223680" cy="6066728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9DB40364-ECB1-2A09-1529-58C0F9220419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627894" y="201825"/>
                <a:ext cx="2235920" cy="6078967"/>
              </a:xfrm>
              <a:prstGeom prst="rect">
                <a:avLst/>
              </a:prstGeom>
            </p:spPr>
          </p:pic>
        </mc:Fallback>
      </mc:AlternateContent>
      <p:pic>
        <p:nvPicPr>
          <p:cNvPr id="14" name="Picture 13">
            <a:extLst>
              <a:ext uri="{FF2B5EF4-FFF2-40B4-BE49-F238E27FC236}">
                <a16:creationId xmlns:a16="http://schemas.microsoft.com/office/drawing/2014/main" id="{EEF181EA-F292-4F33-958A-A957D132C6A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4306" y="1908972"/>
            <a:ext cx="2915057" cy="3734321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537D60D7-CEBC-DD03-2BDC-6454429F8B5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05756" y="1816018"/>
            <a:ext cx="3343742" cy="1486107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0BF043F8-9914-4787-8CB3-E2F144E8882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18912" y="2158965"/>
            <a:ext cx="2629267" cy="1143160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68E8245C-C40B-9D71-E330-FBD68D52C04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08065" y="3618565"/>
            <a:ext cx="5582429" cy="1133633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7CB065B6-A2A6-3EC2-2A3C-3F4AF907AC8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608065" y="4971017"/>
            <a:ext cx="4620270" cy="11526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342344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604612-2384-4A2D-4CA1-28EFAC7DA0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PI Controller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5508AE3E-60A4-D75A-230F-7FBEAD58DE81}"/>
                  </a:ext>
                </a:extLst>
              </p14:cNvPr>
              <p14:cNvContentPartPr/>
              <p14:nvPr/>
            </p14:nvContentPartPr>
            <p14:xfrm>
              <a:off x="775547" y="2255074"/>
              <a:ext cx="9999028" cy="3653308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5508AE3E-60A4-D75A-230F-7FBEAD58DE81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69427" y="2248954"/>
                <a:ext cx="10011268" cy="3665548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12546262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EF053E-585C-A968-B9D7-1C902C93DF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DC Motor - Erase</a:t>
            </a:r>
          </a:p>
        </p:txBody>
      </p:sp>
      <p:pic>
        <p:nvPicPr>
          <p:cNvPr id="4" name="PXL_20251204_054440934.TS">
            <a:hlinkClick r:id="" action="ppaction://media"/>
            <a:extLst>
              <a:ext uri="{FF2B5EF4-FFF2-40B4-BE49-F238E27FC236}">
                <a16:creationId xmlns:a16="http://schemas.microsoft.com/office/drawing/2014/main" id="{B45A308B-A06B-70B9-2261-93EFE9C3CE46}"/>
              </a:ext>
            </a:extLst>
          </p:cNvPr>
          <p:cNvPicPr>
            <a:picLocks noGrp="1" noChangeAspect="1"/>
          </p:cNvPicPr>
          <p:nvPr>
            <p:ph idx="1"/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6584950" y="631825"/>
            <a:ext cx="2987675" cy="5314950"/>
          </a:xfrm>
        </p:spPr>
      </p:pic>
    </p:spTree>
    <p:extLst>
      <p:ext uri="{BB962C8B-B14F-4D97-AF65-F5344CB8AC3E}">
        <p14:creationId xmlns:p14="http://schemas.microsoft.com/office/powerpoint/2010/main" val="22406240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3256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284C7D-E904-1563-2F2E-43F11AE67E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Code Highlights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2300A2C-A6C7-A31B-29AD-085262F94D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4980" y="2005093"/>
            <a:ext cx="4146919" cy="397537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41E9EC0-0AEE-006F-05BD-8F9AF028AB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84707" y="286603"/>
            <a:ext cx="3396043" cy="56938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947762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DA4A81-F76B-A3F8-E380-9A5094A834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CA"/>
              <a:t>Techniques, Resources, and Tools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3FDE21FA-0D27-29D4-595D-4EC48AD983E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71289815"/>
              </p:ext>
            </p:extLst>
          </p:nvPr>
        </p:nvGraphicFramePr>
        <p:xfrm>
          <a:off x="1096963" y="2098515"/>
          <a:ext cx="10058400" cy="37860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08395869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9F5E263C-FB7E-4A3E-AD04-5140CD3D1D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6315" cy="6858000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001">
            <a:schemeClr val="lt1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E65ED8C-90F7-4EB0-ACCB-64AEF411E8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CA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D801667-C287-2A91-FE38-01EFD1AED5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2370" y="516835"/>
            <a:ext cx="3084844" cy="5772840"/>
          </a:xfrm>
        </p:spPr>
        <p:txBody>
          <a:bodyPr anchor="ctr">
            <a:normAutofit/>
          </a:bodyPr>
          <a:lstStyle/>
          <a:p>
            <a:r>
              <a:rPr lang="en-CA" sz="3600" dirty="0">
                <a:solidFill>
                  <a:srgbClr val="FFFFFF"/>
                </a:solidFill>
              </a:rPr>
              <a:t>Materials, Components, Sustainability &amp; Circularity Design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604E3BF-88F7-4D19-BEC9-8486966EA4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CA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4FC32FAF-1E07-473A-F897-8F05E260964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03167906"/>
              </p:ext>
            </p:extLst>
          </p:nvPr>
        </p:nvGraphicFramePr>
        <p:xfrm>
          <a:off x="4741863" y="639763"/>
          <a:ext cx="6797675" cy="564991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42434823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" name="Rectangle 4">
            <a:extLst>
              <a:ext uri="{FF2B5EF4-FFF2-40B4-BE49-F238E27FC236}">
                <a16:creationId xmlns:a16="http://schemas.microsoft.com/office/drawing/2014/main" id="{3741B58E-3B65-4A01-A276-975AB2CF8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6315" cy="6858000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001">
            <a:schemeClr val="lt1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AAC67C3-831B-4AB1-A259-DFB839CAFA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CA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E5EF5AC-B19C-7184-5B91-E047C00CAA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2370" y="605896"/>
            <a:ext cx="3084844" cy="5646208"/>
          </a:xfrm>
        </p:spPr>
        <p:txBody>
          <a:bodyPr anchor="ctr">
            <a:normAutofit/>
          </a:bodyPr>
          <a:lstStyle/>
          <a:p>
            <a:r>
              <a:rPr lang="en-CA" sz="3600">
                <a:solidFill>
                  <a:srgbClr val="FFFFFF"/>
                </a:solidFill>
              </a:rPr>
              <a:t>Health, Social, Environmental Proactive Views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54B3F04-9EAC-45C0-B3CE-0387EEA10A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23B44B-9A83-4811-3F5E-2976A5BB4B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42016" y="605896"/>
            <a:ext cx="6413663" cy="5646208"/>
          </a:xfrm>
        </p:spPr>
        <p:txBody>
          <a:bodyPr anchor="ctr"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CA" dirty="0"/>
              <a:t>Improves Rural &amp; Remote Medical Access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CA" dirty="0"/>
              <a:t>Protects Humans Doing Dangerous Work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CA" dirty="0"/>
              <a:t>Enhances and Modernizes Scientific Research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CA" dirty="0"/>
              <a:t>Enables New Controls and Applications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CA" dirty="0"/>
              <a:t>Connects People and Humanoids Everywhere</a:t>
            </a:r>
          </a:p>
          <a:p>
            <a:pPr>
              <a:buFont typeface="Arial" panose="020B0604020202020204" pitchFamily="34" charset="0"/>
              <a:buChar char="•"/>
            </a:pP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47302760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9BF558-3BF9-B27C-B80D-1DBB4E3C1C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Acknowledgements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68ED64-72C6-0510-8102-F9ABDE65F9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Thank you to So-Ra Chung and Alireza Dehghani-</a:t>
            </a:r>
            <a:r>
              <a:rPr lang="en-CA" dirty="0" err="1"/>
              <a:t>Sanij</a:t>
            </a:r>
            <a:r>
              <a:rPr lang="en-CA" dirty="0"/>
              <a:t> for their help and guidance throughout this term, and with this project.</a:t>
            </a:r>
          </a:p>
          <a:p>
            <a:endParaRPr lang="en-CA" dirty="0"/>
          </a:p>
          <a:p>
            <a:r>
              <a:rPr lang="en-CA" dirty="0"/>
              <a:t>I am very grateful, and I feel lucky to learn from them.</a:t>
            </a:r>
          </a:p>
        </p:txBody>
      </p:sp>
    </p:spTree>
    <p:extLst>
      <p:ext uri="{BB962C8B-B14F-4D97-AF65-F5344CB8AC3E}">
        <p14:creationId xmlns:p14="http://schemas.microsoft.com/office/powerpoint/2010/main" val="140342499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A3A138-664C-56BB-6220-3B829F0C63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References</a:t>
            </a:r>
          </a:p>
        </p:txBody>
      </p:sp>
      <p:pic>
        <p:nvPicPr>
          <p:cNvPr id="4" name="Content Placeholder 5">
            <a:extLst>
              <a:ext uri="{FF2B5EF4-FFF2-40B4-BE49-F238E27FC236}">
                <a16:creationId xmlns:a16="http://schemas.microsoft.com/office/drawing/2014/main" id="{333B0AB0-6F96-E5C4-CB5B-CA304B9C33A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97280" y="2630086"/>
            <a:ext cx="5943600" cy="321868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BC26380-DBAA-8586-880A-32E78B19DBB4}"/>
              </a:ext>
            </a:extLst>
          </p:cNvPr>
          <p:cNvSpPr txBox="1"/>
          <p:nvPr/>
        </p:nvSpPr>
        <p:spPr>
          <a:xfrm>
            <a:off x="1047421" y="2157731"/>
            <a:ext cx="6201993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b="0" dirty="0">
                <a:solidFill>
                  <a:srgbClr val="2C3E50"/>
                </a:solidFill>
                <a:effectLst/>
                <a:latin typeface="Calibri" panose="020F0502020204030204" pitchFamily="34" charset="0"/>
              </a:rPr>
              <a:t>Application Report: Designing Gain and Offset in Thirty Seconds, vol. SLOA097. Dallas: Texas Instruments, 2002.</a:t>
            </a:r>
            <a:endParaRPr lang="en-CA" sz="1100" dirty="0"/>
          </a:p>
        </p:txBody>
      </p:sp>
    </p:spTree>
    <p:extLst>
      <p:ext uri="{BB962C8B-B14F-4D97-AF65-F5344CB8AC3E}">
        <p14:creationId xmlns:p14="http://schemas.microsoft.com/office/powerpoint/2010/main" val="2510102132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ysClr val="windowText" lastClr="000000"/>
      </a:dk1>
      <a:lt1>
        <a:sysClr val="window" lastClr="FFFFFF"/>
      </a:lt1>
      <a:dk2>
        <a:srgbClr val="455F51"/>
      </a:dk2>
      <a:lt2>
        <a:srgbClr val="E2DFCC"/>
      </a:lt2>
      <a:accent1>
        <a:srgbClr val="99CB38"/>
      </a:accent1>
      <a:accent2>
        <a:srgbClr val="63A537"/>
      </a:accent2>
      <a:accent3>
        <a:srgbClr val="37A76F"/>
      </a:accent3>
      <a:accent4>
        <a:srgbClr val="44C1A3"/>
      </a:accent4>
      <a:accent5>
        <a:srgbClr val="4EB3CF"/>
      </a:accent5>
      <a:accent6>
        <a:srgbClr val="51C3F9"/>
      </a:accent6>
      <a:hlink>
        <a:srgbClr val="6B9F25"/>
      </a:hlink>
      <a:folHlink>
        <a:srgbClr val="B26B02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D26EA377-59BD-4C9C-9D94-EE8416EE4C79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1368</TotalTime>
  <Words>428</Words>
  <Application>Microsoft Office PowerPoint</Application>
  <PresentationFormat>Widescreen</PresentationFormat>
  <Paragraphs>76</Paragraphs>
  <Slides>21</Slides>
  <Notes>0</Notes>
  <HiddenSlides>0</HiddenSlides>
  <MMClips>1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5" baseType="lpstr">
      <vt:lpstr>Arial</vt:lpstr>
      <vt:lpstr>Calibri</vt:lpstr>
      <vt:lpstr>Calibri Light</vt:lpstr>
      <vt:lpstr>Retrospect</vt:lpstr>
      <vt:lpstr>ESE Engineering Project V Project 3: Etch Auto Sketch</vt:lpstr>
      <vt:lpstr>Project Overview:</vt:lpstr>
      <vt:lpstr>Extended Applications</vt:lpstr>
      <vt:lpstr>United Nations Sustainable Development Goals</vt:lpstr>
      <vt:lpstr>System Overview</vt:lpstr>
      <vt:lpstr>Software and Control Considerations</vt:lpstr>
      <vt:lpstr>RF, Safety, and Compliance Considerations</vt:lpstr>
      <vt:lpstr>Top Level System Diagram</vt:lpstr>
      <vt:lpstr>System Prototype</vt:lpstr>
      <vt:lpstr>DC Motor Characterization</vt:lpstr>
      <vt:lpstr>Motor Characterization Calculations</vt:lpstr>
      <vt:lpstr>Step Responses</vt:lpstr>
      <vt:lpstr>PI Controller Calculations</vt:lpstr>
      <vt:lpstr>PI Controller</vt:lpstr>
      <vt:lpstr>DC Motor - Erase</vt:lpstr>
      <vt:lpstr>Code Highlights</vt:lpstr>
      <vt:lpstr>Techniques, Resources, and Tools</vt:lpstr>
      <vt:lpstr>Materials, Components, Sustainability &amp; Circularity Design</vt:lpstr>
      <vt:lpstr>Health, Social, Environmental Proactive Views</vt:lpstr>
      <vt:lpstr>Acknowledgements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Fergus Page</dc:creator>
  <cp:lastModifiedBy>Fergus Page</cp:lastModifiedBy>
  <cp:revision>57</cp:revision>
  <dcterms:created xsi:type="dcterms:W3CDTF">2025-11-06T00:47:42Z</dcterms:created>
  <dcterms:modified xsi:type="dcterms:W3CDTF">2025-12-04T07:26:01Z</dcterms:modified>
</cp:coreProperties>
</file>